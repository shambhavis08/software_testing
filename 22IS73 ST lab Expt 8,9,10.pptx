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302" r:id="rId3"/>
    <p:sldId id="284" r:id="rId4"/>
    <p:sldId id="285" r:id="rId5"/>
    <p:sldId id="286" r:id="rId6"/>
    <p:sldId id="287" r:id="rId7"/>
    <p:sldId id="291" r:id="rId8"/>
    <p:sldId id="292" r:id="rId9"/>
    <p:sldId id="293" r:id="rId10"/>
    <p:sldId id="294" r:id="rId11"/>
    <p:sldId id="295" r:id="rId12"/>
    <p:sldId id="296" r:id="rId13"/>
    <p:sldId id="297" r:id="rId14"/>
    <p:sldId id="298" r:id="rId15"/>
    <p:sldId id="299" r:id="rId16"/>
    <p:sldId id="300" r:id="rId17"/>
    <p:sldId id="301" r:id="rId18"/>
  </p:sldIdLst>
  <p:sldSz cx="10693400" cy="10693400"/>
  <p:notesSz cx="10693400" cy="1069340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212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880"/>
        <p:guide pos="2126"/>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67213" y="3314954"/>
            <a:ext cx="6428422" cy="2245614"/>
          </a:xfrm>
          <a:prstGeom prst="rect">
            <a:avLst/>
          </a:prstGeom>
        </p:spPr>
        <p:txBody>
          <a:bodyPr wrap="square" lIns="0" tIns="0" rIns="0" bIns="0">
            <a:spAutoFit/>
          </a:bodyPr>
          <a:lstStyle>
            <a:lvl1pPr>
              <a:defRPr/>
            </a:lvl1pPr>
          </a:lstStyle>
          <a:p/>
        </p:txBody>
      </p:sp>
      <p:sp>
        <p:nvSpPr>
          <p:cNvPr id="3" name="Holder 3"/>
          <p:cNvSpPr>
            <a:spLocks noGrp="1"/>
          </p:cNvSpPr>
          <p:nvPr>
            <p:ph type="subTitle" idx="4"/>
          </p:nvPr>
        </p:nvSpPr>
        <p:spPr>
          <a:xfrm>
            <a:off x="1134427" y="5988304"/>
            <a:ext cx="5293995" cy="2673350"/>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p:txBody>
          <a:bodyPr lIns="0" tIns="0" rIns="0" bIns="0"/>
          <a:lstStyle>
            <a:lvl1pPr>
              <a:defRPr sz="1200" b="0" i="0">
                <a:solidFill>
                  <a:schemeClr val="tx1"/>
                </a:solidFill>
                <a:latin typeface="Cambria" panose="02040503050406030204"/>
                <a:cs typeface="Cambria" panose="02040503050406030204"/>
              </a:defRPr>
            </a:lvl1pPr>
          </a:lstStyle>
          <a:p>
            <a:pPr marL="279400">
              <a:lnSpc>
                <a:spcPct val="100000"/>
              </a:lnSpc>
              <a:spcBef>
                <a:spcPts val="40"/>
              </a:spcBef>
            </a:pPr>
            <a:r>
              <a:rPr dirty="0"/>
              <a:t>Dept.</a:t>
            </a:r>
            <a:r>
              <a:rPr spc="-15" dirty="0"/>
              <a:t> </a:t>
            </a:r>
            <a:r>
              <a:rPr dirty="0"/>
              <a:t>of</a:t>
            </a:r>
            <a:r>
              <a:rPr spc="-25" dirty="0"/>
              <a:t> ISE</a:t>
            </a:r>
            <a:endParaRPr spc="-2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defRPr sz="1200" b="0" i="0">
                <a:solidFill>
                  <a:schemeClr val="tx1"/>
                </a:solidFill>
                <a:latin typeface="Cambria" panose="02040503050406030204"/>
                <a:cs typeface="Cambria" panose="02040503050406030204"/>
              </a:defRPr>
            </a:lvl1pPr>
          </a:lstStyle>
          <a:p>
            <a:pPr marL="137160">
              <a:lnSpc>
                <a:spcPct val="100000"/>
              </a:lnSpc>
              <a:spcBef>
                <a:spcPts val="40"/>
              </a:spcBef>
            </a:pPr>
            <a:r>
              <a:rPr dirty="0"/>
              <a:t>Page</a:t>
            </a:r>
            <a:r>
              <a:rPr spc="-30" dirty="0"/>
              <a:t> </a:t>
            </a:r>
            <a:fld id="{81D60167-4931-47E6-BA6A-407CBD079E47}" type="slidenum">
              <a:rPr spc="-50" dirty="0"/>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p:txBody>
      </p:sp>
      <p:sp>
        <p:nvSpPr>
          <p:cNvPr id="3" name="Holder 3"/>
          <p:cNvSpPr>
            <a:spLocks noGrp="1"/>
          </p:cNvSpPr>
          <p:nvPr>
            <p:ph type="body" idx="1"/>
          </p:nvPr>
        </p:nvSpPr>
        <p:spPr/>
        <p:txBody>
          <a:bodyPr lIns="0" tIns="0" rIns="0" bIns="0"/>
          <a:lstStyle>
            <a:lvl1pPr>
              <a:defRPr/>
            </a:lvl1pPr>
          </a:lstStyle>
          <a:p/>
        </p:txBody>
      </p:sp>
      <p:sp>
        <p:nvSpPr>
          <p:cNvPr id="4" name="Holder 4"/>
          <p:cNvSpPr>
            <a:spLocks noGrp="1"/>
          </p:cNvSpPr>
          <p:nvPr>
            <p:ph type="ftr" sz="quarter" idx="5"/>
          </p:nvPr>
        </p:nvSpPr>
        <p:spPr/>
        <p:txBody>
          <a:bodyPr lIns="0" tIns="0" rIns="0" bIns="0"/>
          <a:lstStyle>
            <a:lvl1pPr>
              <a:defRPr sz="1200" b="0" i="0">
                <a:solidFill>
                  <a:schemeClr val="tx1"/>
                </a:solidFill>
                <a:latin typeface="Cambria" panose="02040503050406030204"/>
                <a:cs typeface="Cambria" panose="02040503050406030204"/>
              </a:defRPr>
            </a:lvl1pPr>
          </a:lstStyle>
          <a:p>
            <a:pPr marL="279400">
              <a:lnSpc>
                <a:spcPct val="100000"/>
              </a:lnSpc>
              <a:spcBef>
                <a:spcPts val="40"/>
              </a:spcBef>
            </a:pPr>
            <a:r>
              <a:rPr dirty="0"/>
              <a:t>Dept.</a:t>
            </a:r>
            <a:r>
              <a:rPr spc="-15" dirty="0"/>
              <a:t> </a:t>
            </a:r>
            <a:r>
              <a:rPr dirty="0"/>
              <a:t>of</a:t>
            </a:r>
            <a:r>
              <a:rPr spc="-25" dirty="0"/>
              <a:t> ISE</a:t>
            </a:r>
            <a:endParaRPr spc="-2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defRPr sz="1200" b="0" i="0">
                <a:solidFill>
                  <a:schemeClr val="tx1"/>
                </a:solidFill>
                <a:latin typeface="Cambria" panose="02040503050406030204"/>
                <a:cs typeface="Cambria" panose="02040503050406030204"/>
              </a:defRPr>
            </a:lvl1pPr>
          </a:lstStyle>
          <a:p>
            <a:pPr marL="137160">
              <a:lnSpc>
                <a:spcPct val="100000"/>
              </a:lnSpc>
              <a:spcBef>
                <a:spcPts val="40"/>
              </a:spcBef>
            </a:pPr>
            <a:r>
              <a:rPr dirty="0"/>
              <a:t>Page</a:t>
            </a:r>
            <a:r>
              <a:rPr spc="-30" dirty="0"/>
              <a:t> </a:t>
            </a:r>
            <a:fld id="{81D60167-4931-47E6-BA6A-407CBD079E47}" type="slidenum">
              <a:rPr spc="-50" dirty="0"/>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p:txBody>
      </p:sp>
      <p:sp>
        <p:nvSpPr>
          <p:cNvPr id="3" name="Holder 3"/>
          <p:cNvSpPr>
            <a:spLocks noGrp="1"/>
          </p:cNvSpPr>
          <p:nvPr>
            <p:ph sz="half" idx="2"/>
          </p:nvPr>
        </p:nvSpPr>
        <p:spPr>
          <a:xfrm>
            <a:off x="378142" y="2459482"/>
            <a:ext cx="3289839" cy="7057644"/>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3894867" y="2459482"/>
            <a:ext cx="3289839" cy="7057644"/>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defRPr sz="1200" b="0" i="0">
                <a:solidFill>
                  <a:schemeClr val="tx1"/>
                </a:solidFill>
                <a:latin typeface="Cambria" panose="02040503050406030204"/>
                <a:cs typeface="Cambria" panose="02040503050406030204"/>
              </a:defRPr>
            </a:lvl1pPr>
          </a:lstStyle>
          <a:p>
            <a:pPr marL="279400">
              <a:lnSpc>
                <a:spcPct val="100000"/>
              </a:lnSpc>
              <a:spcBef>
                <a:spcPts val="40"/>
              </a:spcBef>
            </a:pPr>
            <a:r>
              <a:rPr dirty="0"/>
              <a:t>Dept.</a:t>
            </a:r>
            <a:r>
              <a:rPr spc="-15" dirty="0"/>
              <a:t> </a:t>
            </a:r>
            <a:r>
              <a:rPr dirty="0"/>
              <a:t>of</a:t>
            </a:r>
            <a:r>
              <a:rPr spc="-25" dirty="0"/>
              <a:t> ISE</a:t>
            </a:r>
            <a:endParaRPr spc="-2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defRPr sz="1200" b="0" i="0">
                <a:solidFill>
                  <a:schemeClr val="tx1"/>
                </a:solidFill>
                <a:latin typeface="Cambria" panose="02040503050406030204"/>
                <a:cs typeface="Cambria" panose="02040503050406030204"/>
              </a:defRPr>
            </a:lvl1pPr>
          </a:lstStyle>
          <a:p>
            <a:pPr marL="137160">
              <a:lnSpc>
                <a:spcPct val="100000"/>
              </a:lnSpc>
              <a:spcBef>
                <a:spcPts val="40"/>
              </a:spcBef>
            </a:pPr>
            <a:r>
              <a:rPr dirty="0"/>
              <a:t>Page</a:t>
            </a:r>
            <a:r>
              <a:rPr spc="-30" dirty="0"/>
              <a:t> </a:t>
            </a:r>
            <a:fld id="{81D60167-4931-47E6-BA6A-407CBD079E47}" type="slidenum">
              <a:rPr spc="-50" dirty="0"/>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p:txBody>
      </p:sp>
      <p:sp>
        <p:nvSpPr>
          <p:cNvPr id="3" name="Holder 3"/>
          <p:cNvSpPr>
            <a:spLocks noGrp="1"/>
          </p:cNvSpPr>
          <p:nvPr>
            <p:ph type="ftr" sz="quarter" idx="5"/>
          </p:nvPr>
        </p:nvSpPr>
        <p:spPr/>
        <p:txBody>
          <a:bodyPr lIns="0" tIns="0" rIns="0" bIns="0"/>
          <a:lstStyle>
            <a:lvl1pPr>
              <a:defRPr sz="1200" b="0" i="0">
                <a:solidFill>
                  <a:schemeClr val="tx1"/>
                </a:solidFill>
                <a:latin typeface="Cambria" panose="02040503050406030204"/>
                <a:cs typeface="Cambria" panose="02040503050406030204"/>
              </a:defRPr>
            </a:lvl1pPr>
          </a:lstStyle>
          <a:p>
            <a:pPr marL="279400">
              <a:lnSpc>
                <a:spcPct val="100000"/>
              </a:lnSpc>
              <a:spcBef>
                <a:spcPts val="40"/>
              </a:spcBef>
            </a:pPr>
            <a:r>
              <a:rPr dirty="0"/>
              <a:t>Dept.</a:t>
            </a:r>
            <a:r>
              <a:rPr spc="-15" dirty="0"/>
              <a:t> </a:t>
            </a:r>
            <a:r>
              <a:rPr dirty="0"/>
              <a:t>of</a:t>
            </a:r>
            <a:r>
              <a:rPr spc="-25" dirty="0"/>
              <a:t> ISE</a:t>
            </a:r>
            <a:endParaRPr spc="-25"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defRPr sz="1200" b="0" i="0">
                <a:solidFill>
                  <a:schemeClr val="tx1"/>
                </a:solidFill>
                <a:latin typeface="Cambria" panose="02040503050406030204"/>
                <a:cs typeface="Cambria" panose="02040503050406030204"/>
              </a:defRPr>
            </a:lvl1pPr>
          </a:lstStyle>
          <a:p>
            <a:pPr marL="137160">
              <a:lnSpc>
                <a:spcPct val="100000"/>
              </a:lnSpc>
              <a:spcBef>
                <a:spcPts val="40"/>
              </a:spcBef>
            </a:pPr>
            <a:r>
              <a:rPr dirty="0"/>
              <a:t>Page</a:t>
            </a:r>
            <a:r>
              <a:rPr spc="-30" dirty="0"/>
              <a:t> </a:t>
            </a:r>
            <a:fld id="{81D60167-4931-47E6-BA6A-407CBD079E47}" type="slidenum">
              <a:rPr spc="-50" dirty="0"/>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chemeClr val="tx1"/>
                </a:solidFill>
                <a:latin typeface="Cambria" panose="02040503050406030204"/>
                <a:cs typeface="Cambria" panose="02040503050406030204"/>
              </a:defRPr>
            </a:lvl1pPr>
          </a:lstStyle>
          <a:p>
            <a:pPr marL="279400">
              <a:lnSpc>
                <a:spcPct val="100000"/>
              </a:lnSpc>
              <a:spcBef>
                <a:spcPts val="40"/>
              </a:spcBef>
            </a:pPr>
            <a:r>
              <a:rPr dirty="0"/>
              <a:t>Dept.</a:t>
            </a:r>
            <a:r>
              <a:rPr spc="-15" dirty="0"/>
              <a:t> </a:t>
            </a:r>
            <a:r>
              <a:rPr dirty="0"/>
              <a:t>of</a:t>
            </a:r>
            <a:r>
              <a:rPr spc="-25" dirty="0"/>
              <a:t> ISE</a:t>
            </a:r>
            <a:endParaRPr spc="-25"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defRPr sz="1200" b="0" i="0">
                <a:solidFill>
                  <a:schemeClr val="tx1"/>
                </a:solidFill>
                <a:latin typeface="Cambria" panose="02040503050406030204"/>
                <a:cs typeface="Cambria" panose="02040503050406030204"/>
              </a:defRPr>
            </a:lvl1pPr>
          </a:lstStyle>
          <a:p>
            <a:pPr marL="137160">
              <a:lnSpc>
                <a:spcPct val="100000"/>
              </a:lnSpc>
              <a:spcBef>
                <a:spcPts val="40"/>
              </a:spcBef>
            </a:pPr>
            <a:r>
              <a:rPr dirty="0"/>
              <a:t>Page</a:t>
            </a:r>
            <a:r>
              <a:rPr spc="-30" dirty="0"/>
              <a:t> </a:t>
            </a:r>
            <a:fld id="{81D60167-4931-47E6-BA6A-407CBD079E47}" type="slidenum">
              <a:rPr spc="-50" dirty="0"/>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78142" y="427736"/>
            <a:ext cx="6806565" cy="1710944"/>
          </a:xfrm>
          <a:prstGeom prst="rect">
            <a:avLst/>
          </a:prstGeom>
        </p:spPr>
        <p:txBody>
          <a:bodyPr wrap="square" lIns="0" tIns="0" rIns="0" bIns="0">
            <a:spAutoFit/>
          </a:bodyPr>
          <a:lstStyle>
            <a:lvl1pPr>
              <a:defRPr/>
            </a:lvl1pPr>
          </a:lstStyle>
          <a:p/>
        </p:txBody>
      </p:sp>
      <p:sp>
        <p:nvSpPr>
          <p:cNvPr id="3" name="Holder 3"/>
          <p:cNvSpPr>
            <a:spLocks noGrp="1"/>
          </p:cNvSpPr>
          <p:nvPr>
            <p:ph type="body" idx="1"/>
          </p:nvPr>
        </p:nvSpPr>
        <p:spPr>
          <a:xfrm>
            <a:off x="378142" y="2459482"/>
            <a:ext cx="6806565" cy="7057644"/>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a:xfrm>
            <a:off x="635000" y="10009093"/>
            <a:ext cx="1042974" cy="215138"/>
          </a:xfrm>
          <a:prstGeom prst="rect">
            <a:avLst/>
          </a:prstGeom>
        </p:spPr>
        <p:txBody>
          <a:bodyPr wrap="square" lIns="0" tIns="0" rIns="0" bIns="0">
            <a:spAutoFit/>
          </a:bodyPr>
          <a:lstStyle>
            <a:lvl1pPr>
              <a:defRPr sz="1200" b="0" i="0">
                <a:solidFill>
                  <a:schemeClr val="tx1"/>
                </a:solidFill>
                <a:latin typeface="Cambria" panose="02040503050406030204"/>
                <a:cs typeface="Cambria" panose="02040503050406030204"/>
              </a:defRPr>
            </a:lvl1pPr>
          </a:lstStyle>
          <a:p>
            <a:pPr marL="279400">
              <a:lnSpc>
                <a:spcPct val="100000"/>
              </a:lnSpc>
              <a:spcBef>
                <a:spcPts val="40"/>
              </a:spcBef>
            </a:pPr>
            <a:r>
              <a:rPr dirty="0"/>
              <a:t>Dept.</a:t>
            </a:r>
            <a:r>
              <a:rPr spc="-15" dirty="0"/>
              <a:t> </a:t>
            </a:r>
            <a:r>
              <a:rPr dirty="0"/>
              <a:t>of</a:t>
            </a:r>
            <a:r>
              <a:rPr spc="-25" dirty="0"/>
              <a:t> ISE</a:t>
            </a:r>
            <a:endParaRPr spc="-25" dirty="0"/>
          </a:p>
        </p:txBody>
      </p:sp>
      <p:sp>
        <p:nvSpPr>
          <p:cNvPr id="5" name="Holder 5"/>
          <p:cNvSpPr>
            <a:spLocks noGrp="1"/>
          </p:cNvSpPr>
          <p:nvPr>
            <p:ph type="dt" sz="half" idx="6"/>
          </p:nvPr>
        </p:nvSpPr>
        <p:spPr>
          <a:xfrm>
            <a:off x="378142" y="9944862"/>
            <a:ext cx="1739455" cy="53467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6064758" y="10009093"/>
            <a:ext cx="617727" cy="215138"/>
          </a:xfrm>
          <a:prstGeom prst="rect">
            <a:avLst/>
          </a:prstGeom>
        </p:spPr>
        <p:txBody>
          <a:bodyPr wrap="square" lIns="0" tIns="0" rIns="0" bIns="0">
            <a:spAutoFit/>
          </a:bodyPr>
          <a:lstStyle>
            <a:lvl1pPr>
              <a:defRPr sz="1200" b="0" i="0">
                <a:solidFill>
                  <a:schemeClr val="tx1"/>
                </a:solidFill>
                <a:latin typeface="Cambria" panose="02040503050406030204"/>
                <a:cs typeface="Cambria" panose="02040503050406030204"/>
              </a:defRPr>
            </a:lvl1pPr>
          </a:lstStyle>
          <a:p>
            <a:pPr marL="137160">
              <a:lnSpc>
                <a:spcPct val="100000"/>
              </a:lnSpc>
              <a:spcBef>
                <a:spcPts val="40"/>
              </a:spcBef>
            </a:pPr>
            <a:r>
              <a:rPr dirty="0"/>
              <a:t>Page</a:t>
            </a:r>
            <a:r>
              <a:rPr spc="-30" dirty="0"/>
              <a:t> </a:t>
            </a:r>
            <a:fld id="{81D60167-4931-47E6-BA6A-407CBD079E47}" type="slidenum">
              <a:rPr spc="-50" dirty="0"/>
            </a:fld>
            <a:endParaRPr spc="-5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02004" y="263143"/>
            <a:ext cx="2473325" cy="208279"/>
          </a:xfrm>
          <a:prstGeom prst="rect">
            <a:avLst/>
          </a:prstGeom>
        </p:spPr>
        <p:txBody>
          <a:bodyPr vert="horz" wrap="square" lIns="0" tIns="12700" rIns="0" bIns="0" rtlCol="0">
            <a:spAutoFit/>
          </a:bodyPr>
          <a:lstStyle/>
          <a:p>
            <a:pPr marL="12700">
              <a:lnSpc>
                <a:spcPct val="100000"/>
              </a:lnSpc>
              <a:spcBef>
                <a:spcPts val="100"/>
              </a:spcBef>
            </a:pPr>
            <a:r>
              <a:rPr sz="1200" b="1" i="1" dirty="0">
                <a:latin typeface="Verdana" panose="020B0604030504040204"/>
                <a:cs typeface="Verdana" panose="020B0604030504040204"/>
              </a:rPr>
              <a:t>Software</a:t>
            </a:r>
            <a:r>
              <a:rPr sz="1200" b="1" i="1" spc="-55" dirty="0">
                <a:latin typeface="Verdana" panose="020B0604030504040204"/>
                <a:cs typeface="Verdana" panose="020B0604030504040204"/>
              </a:rPr>
              <a:t> </a:t>
            </a:r>
            <a:r>
              <a:rPr sz="1200" b="1" i="1" dirty="0">
                <a:latin typeface="Verdana" panose="020B0604030504040204"/>
                <a:cs typeface="Verdana" panose="020B0604030504040204"/>
              </a:rPr>
              <a:t>Testing</a:t>
            </a:r>
            <a:r>
              <a:rPr sz="1200" b="1" i="1" spc="-50" dirty="0">
                <a:latin typeface="Verdana" panose="020B0604030504040204"/>
                <a:cs typeface="Verdana" panose="020B0604030504040204"/>
              </a:rPr>
              <a:t> </a:t>
            </a:r>
            <a:r>
              <a:rPr sz="1200" b="1" i="1" spc="-10" dirty="0">
                <a:latin typeface="Verdana" panose="020B0604030504040204"/>
                <a:cs typeface="Verdana" panose="020B0604030504040204"/>
              </a:rPr>
              <a:t>Laboratory</a:t>
            </a:r>
            <a:endParaRPr sz="1200">
              <a:latin typeface="Verdana" panose="020B0604030504040204"/>
              <a:cs typeface="Verdana" panose="020B0604030504040204"/>
            </a:endParaRPr>
          </a:p>
        </p:txBody>
      </p:sp>
      <p:sp>
        <p:nvSpPr>
          <p:cNvPr id="4" name="object 4"/>
          <p:cNvSpPr/>
          <p:nvPr/>
        </p:nvSpPr>
        <p:spPr>
          <a:xfrm>
            <a:off x="896416" y="499871"/>
            <a:ext cx="8946084" cy="46229"/>
          </a:xfrm>
          <a:custGeom>
            <a:avLst/>
            <a:gdLst/>
            <a:ahLst/>
            <a:cxnLst/>
            <a:rect l="l" t="t" r="r" b="b"/>
            <a:pathLst>
              <a:path w="5769609" h="56515">
                <a:moveTo>
                  <a:pt x="5769229" y="18288"/>
                </a:moveTo>
                <a:lnTo>
                  <a:pt x="0" y="18288"/>
                </a:lnTo>
                <a:lnTo>
                  <a:pt x="0" y="56388"/>
                </a:lnTo>
                <a:lnTo>
                  <a:pt x="5769229" y="56388"/>
                </a:lnTo>
                <a:lnTo>
                  <a:pt x="5769229" y="18288"/>
                </a:lnTo>
                <a:close/>
              </a:path>
              <a:path w="5769609" h="56515">
                <a:moveTo>
                  <a:pt x="5769229" y="0"/>
                </a:moveTo>
                <a:lnTo>
                  <a:pt x="0" y="0"/>
                </a:lnTo>
                <a:lnTo>
                  <a:pt x="0" y="9144"/>
                </a:lnTo>
                <a:lnTo>
                  <a:pt x="5769229" y="9144"/>
                </a:lnTo>
                <a:lnTo>
                  <a:pt x="5769229" y="0"/>
                </a:lnTo>
                <a:close/>
              </a:path>
            </a:pathLst>
          </a:custGeom>
          <a:solidFill>
            <a:srgbClr val="612322"/>
          </a:solidFill>
        </p:spPr>
        <p:txBody>
          <a:bodyPr wrap="square" lIns="0" tIns="0" rIns="0" bIns="0" rtlCol="0"/>
          <a:lstStyle/>
          <a:p/>
        </p:txBody>
      </p:sp>
      <p:sp>
        <p:nvSpPr>
          <p:cNvPr id="5" name="object 5"/>
          <p:cNvSpPr/>
          <p:nvPr/>
        </p:nvSpPr>
        <p:spPr>
          <a:xfrm>
            <a:off x="896416" y="9953243"/>
            <a:ext cx="5769610" cy="56515"/>
          </a:xfrm>
          <a:custGeom>
            <a:avLst/>
            <a:gdLst/>
            <a:ahLst/>
            <a:cxnLst/>
            <a:rect l="l" t="t" r="r" b="b"/>
            <a:pathLst>
              <a:path w="5769609" h="56515">
                <a:moveTo>
                  <a:pt x="5769229" y="47244"/>
                </a:moveTo>
                <a:lnTo>
                  <a:pt x="0" y="47244"/>
                </a:lnTo>
                <a:lnTo>
                  <a:pt x="0" y="56388"/>
                </a:lnTo>
                <a:lnTo>
                  <a:pt x="5769229" y="56388"/>
                </a:lnTo>
                <a:lnTo>
                  <a:pt x="5769229" y="47244"/>
                </a:lnTo>
                <a:close/>
              </a:path>
              <a:path w="5769609" h="56515">
                <a:moveTo>
                  <a:pt x="5769229" y="0"/>
                </a:moveTo>
                <a:lnTo>
                  <a:pt x="0" y="0"/>
                </a:lnTo>
                <a:lnTo>
                  <a:pt x="0" y="38100"/>
                </a:lnTo>
                <a:lnTo>
                  <a:pt x="5769229" y="38100"/>
                </a:lnTo>
                <a:lnTo>
                  <a:pt x="5769229" y="0"/>
                </a:lnTo>
                <a:close/>
              </a:path>
            </a:pathLst>
          </a:custGeom>
          <a:solidFill>
            <a:srgbClr val="612322"/>
          </a:solidFill>
        </p:spPr>
        <p:txBody>
          <a:bodyPr wrap="square" lIns="0" tIns="0" rIns="0" bIns="0" rtlCol="0"/>
          <a:lstStyle/>
          <a:p/>
        </p:txBody>
      </p:sp>
      <p:sp>
        <p:nvSpPr>
          <p:cNvPr id="6" name="object 6"/>
          <p:cNvSpPr txBox="1"/>
          <p:nvPr/>
        </p:nvSpPr>
        <p:spPr>
          <a:xfrm>
            <a:off x="2182114" y="717295"/>
            <a:ext cx="3197860" cy="239395"/>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panose="02020603050405020304"/>
                <a:cs typeface="Times New Roman" panose="02020603050405020304"/>
              </a:rPr>
              <a:t>SOFTWARE</a:t>
            </a:r>
            <a:r>
              <a:rPr sz="1400" b="1" spc="-50" dirty="0">
                <a:latin typeface="Times New Roman" panose="02020603050405020304"/>
                <a:cs typeface="Times New Roman" panose="02020603050405020304"/>
              </a:rPr>
              <a:t> </a:t>
            </a:r>
            <a:r>
              <a:rPr sz="1400" b="1" dirty="0">
                <a:latin typeface="Times New Roman" panose="02020603050405020304"/>
                <a:cs typeface="Times New Roman" panose="02020603050405020304"/>
              </a:rPr>
              <a:t>TESTING</a:t>
            </a:r>
            <a:r>
              <a:rPr sz="1400" b="1" spc="-45" dirty="0">
                <a:latin typeface="Times New Roman" panose="02020603050405020304"/>
                <a:cs typeface="Times New Roman" panose="02020603050405020304"/>
              </a:rPr>
              <a:t> </a:t>
            </a:r>
            <a:r>
              <a:rPr sz="1400" b="1" spc="-10" dirty="0">
                <a:latin typeface="Times New Roman" panose="02020603050405020304"/>
                <a:cs typeface="Times New Roman" panose="02020603050405020304"/>
              </a:rPr>
              <a:t>LABORATORY</a:t>
            </a:r>
            <a:endParaRPr sz="1400">
              <a:latin typeface="Times New Roman" panose="02020603050405020304"/>
              <a:cs typeface="Times New Roman" panose="02020603050405020304"/>
            </a:endParaRPr>
          </a:p>
        </p:txBody>
      </p:sp>
      <p:sp>
        <p:nvSpPr>
          <p:cNvPr id="10" name="object 10"/>
          <p:cNvSpPr txBox="1">
            <a:spLocks noGrp="1"/>
          </p:cNvSpPr>
          <p:nvPr>
            <p:ph type="ftr" sz="quarter" idx="5"/>
          </p:nvPr>
        </p:nvSpPr>
        <p:spPr>
          <a:prstGeom prst="rect">
            <a:avLst/>
          </a:prstGeom>
        </p:spPr>
        <p:txBody>
          <a:bodyPr vert="horz" wrap="square" lIns="0" tIns="5080" rIns="0" bIns="0" rtlCol="0">
            <a:spAutoFit/>
          </a:bodyPr>
          <a:lstStyle/>
          <a:p>
            <a:pPr marL="279400">
              <a:lnSpc>
                <a:spcPct val="100000"/>
              </a:lnSpc>
              <a:spcBef>
                <a:spcPts val="40"/>
              </a:spcBef>
            </a:pPr>
            <a:r>
              <a:rPr dirty="0"/>
              <a:t>Dept.</a:t>
            </a:r>
            <a:r>
              <a:rPr spc="-15" dirty="0"/>
              <a:t> </a:t>
            </a:r>
            <a:r>
              <a:rPr dirty="0"/>
              <a:t>of</a:t>
            </a:r>
            <a:r>
              <a:rPr spc="-25" dirty="0"/>
              <a:t> ISE</a:t>
            </a:r>
            <a:endParaRPr spc="-25" dirty="0"/>
          </a:p>
        </p:txBody>
      </p:sp>
      <p:sp>
        <p:nvSpPr>
          <p:cNvPr id="11" name="object 11"/>
          <p:cNvSpPr txBox="1">
            <a:spLocks noGrp="1"/>
          </p:cNvSpPr>
          <p:nvPr>
            <p:ph type="sldNum" sz="quarter" idx="7"/>
          </p:nvPr>
        </p:nvSpPr>
        <p:spPr>
          <a:prstGeom prst="rect">
            <a:avLst/>
          </a:prstGeom>
        </p:spPr>
        <p:txBody>
          <a:bodyPr vert="horz" wrap="square" lIns="0" tIns="5080" rIns="0" bIns="0" rtlCol="0">
            <a:spAutoFit/>
          </a:bodyPr>
          <a:lstStyle/>
          <a:p>
            <a:pPr marL="137160">
              <a:lnSpc>
                <a:spcPct val="100000"/>
              </a:lnSpc>
              <a:spcBef>
                <a:spcPts val="40"/>
              </a:spcBef>
            </a:pPr>
            <a:r>
              <a:rPr dirty="0"/>
              <a:t>Page</a:t>
            </a:r>
            <a:r>
              <a:rPr spc="-30" dirty="0"/>
              <a:t> </a:t>
            </a:r>
            <a:r>
              <a:rPr spc="-50" dirty="0"/>
              <a:t>2</a:t>
            </a:r>
            <a:endParaRPr spc="-50" dirty="0"/>
          </a:p>
        </p:txBody>
      </p:sp>
      <p:sp>
        <p:nvSpPr>
          <p:cNvPr id="7" name="object 7"/>
          <p:cNvSpPr txBox="1"/>
          <p:nvPr/>
        </p:nvSpPr>
        <p:spPr>
          <a:xfrm>
            <a:off x="902004" y="1127505"/>
            <a:ext cx="1532255" cy="201295"/>
          </a:xfrm>
          <a:prstGeom prst="rect">
            <a:avLst/>
          </a:prstGeom>
        </p:spPr>
        <p:txBody>
          <a:bodyPr vert="horz" wrap="square" lIns="0" tIns="24765" rIns="0" bIns="0" rtlCol="0">
            <a:spAutoFit/>
          </a:bodyPr>
          <a:lstStyle/>
          <a:p>
            <a:pPr marL="12700" marR="5080">
              <a:lnSpc>
                <a:spcPts val="1380"/>
              </a:lnSpc>
              <a:spcBef>
                <a:spcPts val="195"/>
              </a:spcBef>
            </a:pPr>
            <a:r>
              <a:rPr sz="1200" b="1" dirty="0">
                <a:latin typeface="Times New Roman" panose="02020603050405020304"/>
                <a:cs typeface="Times New Roman" panose="02020603050405020304"/>
              </a:rPr>
              <a:t>Subject</a:t>
            </a:r>
            <a:r>
              <a:rPr sz="1200" b="1" spc="-30"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Code</a:t>
            </a:r>
            <a:r>
              <a:rPr sz="1200" b="1">
                <a:latin typeface="Times New Roman" panose="02020603050405020304"/>
                <a:cs typeface="Times New Roman" panose="02020603050405020304"/>
              </a:rPr>
              <a:t>:</a:t>
            </a:r>
            <a:r>
              <a:rPr sz="1200" b="1" spc="-30">
                <a:latin typeface="Times New Roman" panose="02020603050405020304"/>
                <a:cs typeface="Times New Roman" panose="02020603050405020304"/>
              </a:rPr>
              <a:t> </a:t>
            </a:r>
            <a:r>
              <a:rPr lang="en-US" sz="1200" b="1" spc="-10" dirty="0" smtClean="0">
                <a:latin typeface="Times New Roman" panose="02020603050405020304"/>
                <a:cs typeface="Times New Roman" panose="02020603050405020304"/>
              </a:rPr>
              <a:t>22IS73 </a:t>
            </a:r>
            <a:endParaRPr sz="1200">
              <a:latin typeface="Times New Roman" panose="02020603050405020304"/>
              <a:cs typeface="Times New Roman" panose="02020603050405020304"/>
            </a:endParaRPr>
          </a:p>
        </p:txBody>
      </p:sp>
      <p:sp>
        <p:nvSpPr>
          <p:cNvPr id="3" name="object 9"/>
          <p:cNvSpPr txBox="1"/>
          <p:nvPr/>
        </p:nvSpPr>
        <p:spPr>
          <a:xfrm>
            <a:off x="1130300" y="1993900"/>
            <a:ext cx="8610600" cy="3001010"/>
          </a:xfrm>
          <a:prstGeom prst="rect">
            <a:avLst/>
          </a:prstGeom>
        </p:spPr>
        <p:txBody>
          <a:bodyPr vert="horz" wrap="square" lIns="0" tIns="20320" rIns="0" bIns="0" rtlCol="0">
            <a:noAutofit/>
          </a:bodyPr>
          <a:lstStyle/>
          <a:p>
            <a:pPr>
              <a:lnSpc>
                <a:spcPct val="200000"/>
              </a:lnSpc>
              <a:spcBef>
                <a:spcPts val="1210"/>
              </a:spcBef>
              <a:buFont typeface="Times New Roman" panose="02020603050405020304"/>
              <a:buAutoNum type="arabicPeriod"/>
            </a:pPr>
            <a:endParaRPr sz="1800">
              <a:latin typeface="Times New Roman" panose="02020603050405020304"/>
              <a:cs typeface="Times New Roman" panose="02020603050405020304"/>
            </a:endParaRPr>
          </a:p>
          <a:p>
            <a:pPr marL="12065" marR="6985" indent="0" algn="just">
              <a:lnSpc>
                <a:spcPct val="200000"/>
              </a:lnSpc>
              <a:buNone/>
              <a:tabLst>
                <a:tab pos="240665" algn="l"/>
              </a:tabLst>
            </a:pPr>
            <a:r>
              <a:rPr lang="en-US" altLang="en-US" sz="1800" dirty="0">
                <a:latin typeface="Times New Roman" panose="02020603050405020304"/>
                <a:cs typeface="Times New Roman" panose="02020603050405020304"/>
                <a:sym typeface="+mn-ea"/>
              </a:rPr>
              <a:t>8.</a:t>
            </a:r>
            <a:r>
              <a:rPr sz="1800" dirty="0">
                <a:latin typeface="Times New Roman" panose="02020603050405020304"/>
                <a:cs typeface="Times New Roman" panose="02020603050405020304"/>
                <a:sym typeface="+mn-ea"/>
              </a:rPr>
              <a:t>Design, develop,</a:t>
            </a:r>
            <a:r>
              <a:rPr sz="1800" spc="10" dirty="0">
                <a:latin typeface="Times New Roman" panose="02020603050405020304"/>
                <a:cs typeface="Times New Roman" panose="02020603050405020304"/>
                <a:sym typeface="+mn-ea"/>
              </a:rPr>
              <a:t> </a:t>
            </a:r>
            <a:r>
              <a:rPr sz="1800" dirty="0">
                <a:latin typeface="Times New Roman" panose="02020603050405020304"/>
                <a:cs typeface="Times New Roman" panose="02020603050405020304"/>
                <a:sym typeface="+mn-ea"/>
              </a:rPr>
              <a:t>code</a:t>
            </a:r>
            <a:r>
              <a:rPr sz="1800" spc="10" dirty="0">
                <a:latin typeface="Times New Roman" panose="02020603050405020304"/>
                <a:cs typeface="Times New Roman" panose="02020603050405020304"/>
                <a:sym typeface="+mn-ea"/>
              </a:rPr>
              <a:t> </a:t>
            </a:r>
            <a:r>
              <a:rPr sz="1800" dirty="0">
                <a:latin typeface="Times New Roman" panose="02020603050405020304"/>
                <a:cs typeface="Times New Roman" panose="02020603050405020304"/>
                <a:sym typeface="+mn-ea"/>
              </a:rPr>
              <a:t>and</a:t>
            </a:r>
            <a:r>
              <a:rPr sz="1800" spc="5" dirty="0">
                <a:latin typeface="Times New Roman" panose="02020603050405020304"/>
                <a:cs typeface="Times New Roman" panose="02020603050405020304"/>
                <a:sym typeface="+mn-ea"/>
              </a:rPr>
              <a:t> </a:t>
            </a:r>
            <a:r>
              <a:rPr sz="1800" dirty="0">
                <a:latin typeface="Times New Roman" panose="02020603050405020304"/>
                <a:cs typeface="Times New Roman" panose="02020603050405020304"/>
                <a:sym typeface="+mn-ea"/>
              </a:rPr>
              <a:t>run</a:t>
            </a:r>
            <a:r>
              <a:rPr sz="1800" spc="5" dirty="0">
                <a:latin typeface="Times New Roman" panose="02020603050405020304"/>
                <a:cs typeface="Times New Roman" panose="02020603050405020304"/>
                <a:sym typeface="+mn-ea"/>
              </a:rPr>
              <a:t> </a:t>
            </a:r>
            <a:r>
              <a:rPr sz="1800" dirty="0">
                <a:latin typeface="Times New Roman" panose="02020603050405020304"/>
                <a:cs typeface="Times New Roman" panose="02020603050405020304"/>
                <a:sym typeface="+mn-ea"/>
              </a:rPr>
              <a:t>the</a:t>
            </a:r>
            <a:r>
              <a:rPr sz="1800" spc="5" dirty="0">
                <a:latin typeface="Times New Roman" panose="02020603050405020304"/>
                <a:cs typeface="Times New Roman" panose="02020603050405020304"/>
                <a:sym typeface="+mn-ea"/>
              </a:rPr>
              <a:t> </a:t>
            </a:r>
            <a:r>
              <a:rPr sz="1800" dirty="0">
                <a:latin typeface="Times New Roman" panose="02020603050405020304"/>
                <a:cs typeface="Times New Roman" panose="02020603050405020304"/>
                <a:sym typeface="+mn-ea"/>
              </a:rPr>
              <a:t>program</a:t>
            </a:r>
            <a:r>
              <a:rPr sz="1800" spc="5" dirty="0">
                <a:latin typeface="Times New Roman" panose="02020603050405020304"/>
                <a:cs typeface="Times New Roman" panose="02020603050405020304"/>
                <a:sym typeface="+mn-ea"/>
              </a:rPr>
              <a:t> </a:t>
            </a:r>
            <a:r>
              <a:rPr sz="1800" dirty="0">
                <a:latin typeface="Times New Roman" panose="02020603050405020304"/>
                <a:cs typeface="Times New Roman" panose="02020603050405020304"/>
                <a:sym typeface="+mn-ea"/>
              </a:rPr>
              <a:t>in</a:t>
            </a:r>
            <a:r>
              <a:rPr sz="1800" spc="10" dirty="0">
                <a:latin typeface="Times New Roman" panose="02020603050405020304"/>
                <a:cs typeface="Times New Roman" panose="02020603050405020304"/>
                <a:sym typeface="+mn-ea"/>
              </a:rPr>
              <a:t> </a:t>
            </a:r>
            <a:r>
              <a:rPr sz="1800" dirty="0">
                <a:latin typeface="Times New Roman" panose="02020603050405020304"/>
                <a:cs typeface="Times New Roman" panose="02020603050405020304"/>
                <a:sym typeface="+mn-ea"/>
              </a:rPr>
              <a:t>any</a:t>
            </a:r>
            <a:r>
              <a:rPr sz="1800" spc="-5" dirty="0">
                <a:latin typeface="Times New Roman" panose="02020603050405020304"/>
                <a:cs typeface="Times New Roman" panose="02020603050405020304"/>
                <a:sym typeface="+mn-ea"/>
              </a:rPr>
              <a:t> </a:t>
            </a:r>
            <a:r>
              <a:rPr sz="1800" dirty="0">
                <a:latin typeface="Times New Roman" panose="02020603050405020304"/>
                <a:cs typeface="Times New Roman" panose="02020603050405020304"/>
                <a:sym typeface="+mn-ea"/>
              </a:rPr>
              <a:t>suitable language</a:t>
            </a:r>
            <a:r>
              <a:rPr sz="1800" spc="5" dirty="0">
                <a:latin typeface="Times New Roman" panose="02020603050405020304"/>
                <a:cs typeface="Times New Roman" panose="02020603050405020304"/>
                <a:sym typeface="+mn-ea"/>
              </a:rPr>
              <a:t> </a:t>
            </a:r>
            <a:r>
              <a:rPr sz="1800" dirty="0">
                <a:latin typeface="Times New Roman" panose="02020603050405020304"/>
                <a:cs typeface="Times New Roman" panose="02020603050405020304"/>
                <a:sym typeface="+mn-ea"/>
              </a:rPr>
              <a:t>to</a:t>
            </a:r>
            <a:r>
              <a:rPr sz="1800" spc="10" dirty="0">
                <a:latin typeface="Times New Roman" panose="02020603050405020304"/>
                <a:cs typeface="Times New Roman" panose="02020603050405020304"/>
                <a:sym typeface="+mn-ea"/>
              </a:rPr>
              <a:t> </a:t>
            </a:r>
            <a:r>
              <a:rPr sz="1800" dirty="0">
                <a:latin typeface="Times New Roman" panose="02020603050405020304"/>
                <a:cs typeface="Times New Roman" panose="02020603050405020304"/>
                <a:sym typeface="+mn-ea"/>
              </a:rPr>
              <a:t>implement</a:t>
            </a:r>
            <a:r>
              <a:rPr sz="1800" spc="5" dirty="0">
                <a:latin typeface="Times New Roman" panose="02020603050405020304"/>
                <a:cs typeface="Times New Roman" panose="02020603050405020304"/>
                <a:sym typeface="+mn-ea"/>
              </a:rPr>
              <a:t> </a:t>
            </a:r>
            <a:r>
              <a:rPr sz="1800" spc="-25" dirty="0">
                <a:latin typeface="Times New Roman" panose="02020603050405020304"/>
                <a:cs typeface="Times New Roman" panose="02020603050405020304"/>
                <a:sym typeface="+mn-ea"/>
              </a:rPr>
              <a:t>the </a:t>
            </a:r>
            <a:r>
              <a:rPr sz="1800" dirty="0">
                <a:latin typeface="Times New Roman" panose="02020603050405020304"/>
                <a:cs typeface="Times New Roman" panose="02020603050405020304"/>
                <a:sym typeface="+mn-ea"/>
              </a:rPr>
              <a:t>binary</a:t>
            </a:r>
            <a:r>
              <a:rPr sz="1800" spc="110" dirty="0">
                <a:latin typeface="Times New Roman" panose="02020603050405020304"/>
                <a:cs typeface="Times New Roman" panose="02020603050405020304"/>
                <a:sym typeface="+mn-ea"/>
              </a:rPr>
              <a:t> </a:t>
            </a:r>
            <a:r>
              <a:rPr sz="1800" dirty="0">
                <a:latin typeface="Times New Roman" panose="02020603050405020304"/>
                <a:cs typeface="Times New Roman" panose="02020603050405020304"/>
                <a:sym typeface="+mn-ea"/>
              </a:rPr>
              <a:t>search</a:t>
            </a:r>
            <a:r>
              <a:rPr sz="1800" spc="140" dirty="0">
                <a:latin typeface="Times New Roman" panose="02020603050405020304"/>
                <a:cs typeface="Times New Roman" panose="02020603050405020304"/>
                <a:sym typeface="+mn-ea"/>
              </a:rPr>
              <a:t> </a:t>
            </a:r>
            <a:r>
              <a:rPr sz="1800" dirty="0">
                <a:latin typeface="Times New Roman" panose="02020603050405020304"/>
                <a:cs typeface="Times New Roman" panose="02020603050405020304"/>
                <a:sym typeface="+mn-ea"/>
              </a:rPr>
              <a:t>algorithm.</a:t>
            </a:r>
            <a:r>
              <a:rPr sz="1800" spc="135" dirty="0">
                <a:latin typeface="Times New Roman" panose="02020603050405020304"/>
                <a:cs typeface="Times New Roman" panose="02020603050405020304"/>
                <a:sym typeface="+mn-ea"/>
              </a:rPr>
              <a:t> </a:t>
            </a:r>
            <a:r>
              <a:rPr sz="1800" dirty="0">
                <a:latin typeface="Times New Roman" panose="02020603050405020304"/>
                <a:cs typeface="Times New Roman" panose="02020603050405020304"/>
                <a:sym typeface="+mn-ea"/>
              </a:rPr>
              <a:t>Determine</a:t>
            </a:r>
            <a:r>
              <a:rPr sz="1800" spc="135" dirty="0">
                <a:latin typeface="Times New Roman" panose="02020603050405020304"/>
                <a:cs typeface="Times New Roman" panose="02020603050405020304"/>
                <a:sym typeface="+mn-ea"/>
              </a:rPr>
              <a:t> </a:t>
            </a:r>
            <a:r>
              <a:rPr sz="1800" dirty="0">
                <a:latin typeface="Times New Roman" panose="02020603050405020304"/>
                <a:cs typeface="Times New Roman" panose="02020603050405020304"/>
                <a:sym typeface="+mn-ea"/>
              </a:rPr>
              <a:t>the</a:t>
            </a:r>
            <a:r>
              <a:rPr sz="1800" spc="130" dirty="0">
                <a:latin typeface="Times New Roman" panose="02020603050405020304"/>
                <a:cs typeface="Times New Roman" panose="02020603050405020304"/>
                <a:sym typeface="+mn-ea"/>
              </a:rPr>
              <a:t> </a:t>
            </a:r>
            <a:r>
              <a:rPr sz="1800" dirty="0">
                <a:latin typeface="Times New Roman" panose="02020603050405020304"/>
                <a:cs typeface="Times New Roman" panose="02020603050405020304"/>
                <a:sym typeface="+mn-ea"/>
              </a:rPr>
              <a:t>basis</a:t>
            </a:r>
            <a:r>
              <a:rPr sz="1800" spc="145" dirty="0">
                <a:latin typeface="Times New Roman" panose="02020603050405020304"/>
                <a:cs typeface="Times New Roman" panose="02020603050405020304"/>
                <a:sym typeface="+mn-ea"/>
              </a:rPr>
              <a:t> </a:t>
            </a:r>
            <a:r>
              <a:rPr sz="1800" dirty="0">
                <a:latin typeface="Times New Roman" panose="02020603050405020304"/>
                <a:cs typeface="Times New Roman" panose="02020603050405020304"/>
                <a:sym typeface="+mn-ea"/>
              </a:rPr>
              <a:t>paths</a:t>
            </a:r>
            <a:r>
              <a:rPr sz="1800" spc="140" dirty="0">
                <a:latin typeface="Times New Roman" panose="02020603050405020304"/>
                <a:cs typeface="Times New Roman" panose="02020603050405020304"/>
                <a:sym typeface="+mn-ea"/>
              </a:rPr>
              <a:t> </a:t>
            </a:r>
            <a:r>
              <a:rPr sz="1800" dirty="0">
                <a:latin typeface="Times New Roman" panose="02020603050405020304"/>
                <a:cs typeface="Times New Roman" panose="02020603050405020304"/>
                <a:sym typeface="+mn-ea"/>
              </a:rPr>
              <a:t>and</a:t>
            </a:r>
            <a:r>
              <a:rPr sz="1800" spc="140" dirty="0">
                <a:latin typeface="Times New Roman" panose="02020603050405020304"/>
                <a:cs typeface="Times New Roman" panose="02020603050405020304"/>
                <a:sym typeface="+mn-ea"/>
              </a:rPr>
              <a:t> </a:t>
            </a:r>
            <a:r>
              <a:rPr sz="1800" dirty="0">
                <a:latin typeface="Times New Roman" panose="02020603050405020304"/>
                <a:cs typeface="Times New Roman" panose="02020603050405020304"/>
                <a:sym typeface="+mn-ea"/>
              </a:rPr>
              <a:t>using</a:t>
            </a:r>
            <a:r>
              <a:rPr sz="1800" spc="125" dirty="0">
                <a:latin typeface="Times New Roman" panose="02020603050405020304"/>
                <a:cs typeface="Times New Roman" panose="02020603050405020304"/>
                <a:sym typeface="+mn-ea"/>
              </a:rPr>
              <a:t> </a:t>
            </a:r>
            <a:r>
              <a:rPr sz="1800" dirty="0">
                <a:latin typeface="Times New Roman" panose="02020603050405020304"/>
                <a:cs typeface="Times New Roman" panose="02020603050405020304"/>
                <a:sym typeface="+mn-ea"/>
              </a:rPr>
              <a:t>them</a:t>
            </a:r>
            <a:r>
              <a:rPr sz="1800" spc="140" dirty="0">
                <a:latin typeface="Times New Roman" panose="02020603050405020304"/>
                <a:cs typeface="Times New Roman" panose="02020603050405020304"/>
                <a:sym typeface="+mn-ea"/>
              </a:rPr>
              <a:t> </a:t>
            </a:r>
            <a:r>
              <a:rPr sz="1800" dirty="0">
                <a:latin typeface="Times New Roman" panose="02020603050405020304"/>
                <a:cs typeface="Times New Roman" panose="02020603050405020304"/>
                <a:sym typeface="+mn-ea"/>
              </a:rPr>
              <a:t>derive</a:t>
            </a:r>
            <a:r>
              <a:rPr sz="1800" spc="130" dirty="0">
                <a:latin typeface="Times New Roman" panose="02020603050405020304"/>
                <a:cs typeface="Times New Roman" panose="02020603050405020304"/>
                <a:sym typeface="+mn-ea"/>
              </a:rPr>
              <a:t> </a:t>
            </a:r>
            <a:r>
              <a:rPr sz="1800" spc="-10" dirty="0">
                <a:latin typeface="Times New Roman" panose="02020603050405020304"/>
                <a:cs typeface="Times New Roman" panose="02020603050405020304"/>
                <a:sym typeface="+mn-ea"/>
              </a:rPr>
              <a:t>different </a:t>
            </a:r>
            <a:r>
              <a:rPr sz="1800" dirty="0">
                <a:latin typeface="Times New Roman" panose="02020603050405020304"/>
                <a:cs typeface="Times New Roman" panose="02020603050405020304"/>
                <a:sym typeface="+mn-ea"/>
              </a:rPr>
              <a:t>test</a:t>
            </a:r>
            <a:r>
              <a:rPr sz="1800" spc="-25" dirty="0">
                <a:latin typeface="Times New Roman" panose="02020603050405020304"/>
                <a:cs typeface="Times New Roman" panose="02020603050405020304"/>
                <a:sym typeface="+mn-ea"/>
              </a:rPr>
              <a:t> </a:t>
            </a:r>
            <a:r>
              <a:rPr sz="1800" dirty="0">
                <a:latin typeface="Times New Roman" panose="02020603050405020304"/>
                <a:cs typeface="Times New Roman" panose="02020603050405020304"/>
                <a:sym typeface="+mn-ea"/>
              </a:rPr>
              <a:t>cases,</a:t>
            </a:r>
            <a:r>
              <a:rPr sz="1800" spc="-20" dirty="0">
                <a:latin typeface="Times New Roman" panose="02020603050405020304"/>
                <a:cs typeface="Times New Roman" panose="02020603050405020304"/>
                <a:sym typeface="+mn-ea"/>
              </a:rPr>
              <a:t> </a:t>
            </a:r>
            <a:r>
              <a:rPr sz="1800" dirty="0">
                <a:latin typeface="Times New Roman" panose="02020603050405020304"/>
                <a:cs typeface="Times New Roman" panose="02020603050405020304"/>
                <a:sym typeface="+mn-ea"/>
              </a:rPr>
              <a:t>execute</a:t>
            </a:r>
            <a:r>
              <a:rPr sz="1800" spc="-20" dirty="0">
                <a:latin typeface="Times New Roman" panose="02020603050405020304"/>
                <a:cs typeface="Times New Roman" panose="02020603050405020304"/>
                <a:sym typeface="+mn-ea"/>
              </a:rPr>
              <a:t> </a:t>
            </a:r>
            <a:r>
              <a:rPr sz="1800" dirty="0">
                <a:latin typeface="Times New Roman" panose="02020603050405020304"/>
                <a:cs typeface="Times New Roman" panose="02020603050405020304"/>
                <a:sym typeface="+mn-ea"/>
              </a:rPr>
              <a:t>these</a:t>
            </a:r>
            <a:r>
              <a:rPr sz="1800" spc="-25" dirty="0">
                <a:latin typeface="Times New Roman" panose="02020603050405020304"/>
                <a:cs typeface="Times New Roman" panose="02020603050405020304"/>
                <a:sym typeface="+mn-ea"/>
              </a:rPr>
              <a:t> </a:t>
            </a:r>
            <a:r>
              <a:rPr sz="1800" dirty="0">
                <a:latin typeface="Times New Roman" panose="02020603050405020304"/>
                <a:cs typeface="Times New Roman" panose="02020603050405020304"/>
                <a:sym typeface="+mn-ea"/>
              </a:rPr>
              <a:t>test</a:t>
            </a:r>
            <a:r>
              <a:rPr sz="1800" spc="-20" dirty="0">
                <a:latin typeface="Times New Roman" panose="02020603050405020304"/>
                <a:cs typeface="Times New Roman" panose="02020603050405020304"/>
                <a:sym typeface="+mn-ea"/>
              </a:rPr>
              <a:t> </a:t>
            </a:r>
            <a:r>
              <a:rPr sz="1800" dirty="0">
                <a:latin typeface="Times New Roman" panose="02020603050405020304"/>
                <a:cs typeface="Times New Roman" panose="02020603050405020304"/>
                <a:sym typeface="+mn-ea"/>
              </a:rPr>
              <a:t>cases</a:t>
            </a:r>
            <a:r>
              <a:rPr sz="1800" spc="-20" dirty="0">
                <a:latin typeface="Times New Roman" panose="02020603050405020304"/>
                <a:cs typeface="Times New Roman" panose="02020603050405020304"/>
                <a:sym typeface="+mn-ea"/>
              </a:rPr>
              <a:t> </a:t>
            </a:r>
            <a:r>
              <a:rPr sz="1800" dirty="0">
                <a:latin typeface="Times New Roman" panose="02020603050405020304"/>
                <a:cs typeface="Times New Roman" panose="02020603050405020304"/>
                <a:sym typeface="+mn-ea"/>
              </a:rPr>
              <a:t>and</a:t>
            </a:r>
            <a:r>
              <a:rPr sz="1800" spc="-5" dirty="0">
                <a:latin typeface="Times New Roman" panose="02020603050405020304"/>
                <a:cs typeface="Times New Roman" panose="02020603050405020304"/>
                <a:sym typeface="+mn-ea"/>
              </a:rPr>
              <a:t> </a:t>
            </a:r>
            <a:r>
              <a:rPr sz="1800" dirty="0">
                <a:latin typeface="Times New Roman" panose="02020603050405020304"/>
                <a:cs typeface="Times New Roman" panose="02020603050405020304"/>
                <a:sym typeface="+mn-ea"/>
              </a:rPr>
              <a:t>discuss</a:t>
            </a:r>
            <a:r>
              <a:rPr sz="1800" spc="-20" dirty="0">
                <a:latin typeface="Times New Roman" panose="02020603050405020304"/>
                <a:cs typeface="Times New Roman" panose="02020603050405020304"/>
                <a:sym typeface="+mn-ea"/>
              </a:rPr>
              <a:t> </a:t>
            </a:r>
            <a:r>
              <a:rPr sz="1800" dirty="0">
                <a:latin typeface="Times New Roman" panose="02020603050405020304"/>
                <a:cs typeface="Times New Roman" panose="02020603050405020304"/>
                <a:sym typeface="+mn-ea"/>
              </a:rPr>
              <a:t>the</a:t>
            </a:r>
            <a:r>
              <a:rPr sz="1800" spc="-15" dirty="0">
                <a:latin typeface="Times New Roman" panose="02020603050405020304"/>
                <a:cs typeface="Times New Roman" panose="02020603050405020304"/>
                <a:sym typeface="+mn-ea"/>
              </a:rPr>
              <a:t> </a:t>
            </a:r>
            <a:r>
              <a:rPr sz="1800" dirty="0">
                <a:latin typeface="Times New Roman" panose="02020603050405020304"/>
                <a:cs typeface="Times New Roman" panose="02020603050405020304"/>
                <a:sym typeface="+mn-ea"/>
              </a:rPr>
              <a:t>test</a:t>
            </a:r>
            <a:r>
              <a:rPr sz="1800" spc="-20" dirty="0">
                <a:latin typeface="Times New Roman" panose="02020603050405020304"/>
                <a:cs typeface="Times New Roman" panose="02020603050405020304"/>
                <a:sym typeface="+mn-ea"/>
              </a:rPr>
              <a:t> </a:t>
            </a:r>
            <a:r>
              <a:rPr sz="1800" spc="-10" dirty="0">
                <a:latin typeface="Times New Roman" panose="02020603050405020304"/>
                <a:cs typeface="Times New Roman" panose="02020603050405020304"/>
                <a:sym typeface="+mn-ea"/>
              </a:rPr>
              <a:t>results</a:t>
            </a:r>
            <a:endParaRPr sz="1800" spc="-10" dirty="0">
              <a:latin typeface="Times New Roman" panose="02020603050405020304"/>
              <a:cs typeface="Times New Roman" panose="02020603050405020304"/>
              <a:sym typeface="+mn-ea"/>
            </a:endParaRPr>
          </a:p>
          <a:p>
            <a:pPr marL="12065" marR="6985" indent="0" algn="just">
              <a:lnSpc>
                <a:spcPct val="200000"/>
              </a:lnSpc>
              <a:buNone/>
              <a:tabLst>
                <a:tab pos="240665" algn="l"/>
              </a:tabLst>
            </a:pPr>
            <a:endParaRPr sz="1800" spc="-10" dirty="0">
              <a:latin typeface="Times New Roman" panose="02020603050405020304"/>
              <a:cs typeface="Times New Roman" panose="02020603050405020304"/>
              <a:sym typeface="+mn-ea"/>
            </a:endParaRPr>
          </a:p>
          <a:p>
            <a:pPr marL="12065" marR="6985" algn="just" rtl="0" eaLnBrk="1" fontAlgn="auto" latinLnBrk="0" hangingPunct="1">
              <a:lnSpc>
                <a:spcPct val="200000"/>
              </a:lnSpc>
              <a:spcBef>
                <a:spcPts val="5"/>
              </a:spcBef>
              <a:buClrTx/>
              <a:buSzTx/>
              <a:buFontTx/>
              <a:buNone/>
              <a:tabLst>
                <a:tab pos="240665" algn="l"/>
              </a:tabLst>
            </a:pPr>
            <a:r>
              <a:rPr lang="en-US" altLang="en-US" sz="1800" dirty="0">
                <a:latin typeface="Times New Roman" panose="02020603050405020304"/>
                <a:cs typeface="Times New Roman" panose="02020603050405020304"/>
                <a:sym typeface="+mn-ea"/>
              </a:rPr>
              <a:t>9. </a:t>
            </a:r>
            <a:r>
              <a:rPr sz="1800" dirty="0">
                <a:latin typeface="Times New Roman" panose="02020603050405020304"/>
                <a:cs typeface="Times New Roman" panose="02020603050405020304"/>
                <a:sym typeface="+mn-ea"/>
              </a:rPr>
              <a:t>D</a:t>
            </a:r>
            <a:r>
              <a:rPr kumimoji="0" lang="en-US" altLang="en-US" sz="1800" b="0" i="0" u="none" strike="noStrike" kern="0" cap="none" spc="0" normalizeH="0" baseline="0" noProof="1" dirty="0">
                <a:latin typeface="Times New Roman" panose="02020603050405020304"/>
                <a:ea typeface="Arial" panose="020B0604020202020204" pitchFamily="34" charset="0"/>
                <a:cs typeface="Times New Roman" panose="02020603050405020304"/>
                <a:sym typeface="+mn-ea"/>
              </a:rPr>
              <a:t>esign, develop, code and run the program in any suitable language to implement the NextDate function. Analyze it from the perspective of boundary value testing, derive different test cases, execute these test cases and discuss the test results.</a:t>
            </a:r>
            <a:endParaRPr kumimoji="0" lang="en-US" altLang="en-US" sz="1800" b="0" i="0" u="none" strike="noStrike" kern="0" cap="none" spc="0" normalizeH="0" baseline="0" noProof="1" dirty="0">
              <a:latin typeface="Times New Roman" panose="02020603050405020304"/>
              <a:ea typeface="Arial" panose="020B0604020202020204" pitchFamily="34" charset="0"/>
              <a:cs typeface="Times New Roman" panose="02020603050405020304"/>
            </a:endParaRPr>
          </a:p>
          <a:p>
            <a:pPr marL="12065" marR="6985" algn="just" rtl="0" eaLnBrk="1" fontAlgn="auto" latinLnBrk="0" hangingPunct="1">
              <a:lnSpc>
                <a:spcPct val="200000"/>
              </a:lnSpc>
              <a:spcBef>
                <a:spcPts val="1210"/>
              </a:spcBef>
              <a:buClrTx/>
              <a:buSzTx/>
              <a:buFontTx/>
              <a:buNone/>
              <a:tabLst>
                <a:tab pos="240665" algn="l"/>
              </a:tabLst>
            </a:pPr>
            <a:endParaRPr kumimoji="0" lang="en-US" altLang="en-US" sz="1800" b="0" i="0" u="none" strike="noStrike" kern="0" cap="none" spc="0" normalizeH="0" baseline="0" noProof="1" dirty="0">
              <a:latin typeface="Times New Roman" panose="02020603050405020304"/>
              <a:ea typeface="Arial" panose="020B0604020202020204" pitchFamily="34" charset="0"/>
              <a:cs typeface="Times New Roman" panose="02020603050405020304"/>
            </a:endParaRPr>
          </a:p>
          <a:p>
            <a:pPr marL="12065" marR="6985" algn="just" rtl="0" eaLnBrk="1" fontAlgn="auto" latinLnBrk="0" hangingPunct="1">
              <a:lnSpc>
                <a:spcPct val="200000"/>
              </a:lnSpc>
              <a:buClrTx/>
              <a:buSzTx/>
              <a:buFontTx/>
              <a:buNone/>
              <a:tabLst>
                <a:tab pos="240665" algn="l"/>
              </a:tabLst>
            </a:pPr>
            <a:r>
              <a:rPr kumimoji="0" lang="en-US" altLang="en-US" sz="1800" b="0" i="0" u="none" strike="noStrike" kern="0" cap="none" spc="0" normalizeH="0" baseline="0" noProof="1" dirty="0">
                <a:latin typeface="Times New Roman" panose="02020603050405020304"/>
                <a:ea typeface="Arial" panose="020B0604020202020204" pitchFamily="34" charset="0"/>
                <a:cs typeface="Times New Roman" panose="02020603050405020304"/>
                <a:sym typeface="+mn-ea"/>
              </a:rPr>
              <a:t>10. Design, develop, code and run the program in any suitable language to implement the NextDate function. Analyze it from the perspective of equivalence class value testing, derive different test cases, execute these test cases and discuss the test results.</a:t>
            </a:r>
            <a:endParaRPr kumimoji="0" lang="en-US" altLang="en-US" sz="1800" b="0" i="0" u="none" strike="noStrike" kern="0" cap="none" spc="0" normalizeH="0" baseline="0" noProof="1" dirty="0">
              <a:latin typeface="Times New Roman" panose="02020603050405020304"/>
              <a:ea typeface="Arial" panose="020B0604020202020204" pitchFamily="34" charset="0"/>
              <a:cs typeface="Times New Roman" panose="02020603050405020304"/>
            </a:endParaRPr>
          </a:p>
          <a:p>
            <a:pPr marL="12065" marR="6985" indent="0" algn="just">
              <a:lnSpc>
                <a:spcPct val="200000"/>
              </a:lnSpc>
              <a:buNone/>
              <a:tabLst>
                <a:tab pos="240665" algn="l"/>
              </a:tabLst>
            </a:pPr>
            <a:r>
              <a:rPr sz="1800" spc="-10" dirty="0">
                <a:latin typeface="Times New Roman" panose="02020603050405020304"/>
                <a:cs typeface="Times New Roman" panose="02020603050405020304"/>
                <a:sym typeface="+mn-ea"/>
              </a:rPr>
              <a:t>.</a:t>
            </a:r>
            <a:endParaRPr sz="1800">
              <a:latin typeface="Times New Roman" panose="02020603050405020304"/>
              <a:cs typeface="Times New Roman" panose="02020603050405020304"/>
            </a:endParaRPr>
          </a:p>
          <a:p>
            <a:pPr marL="12065" marR="6985" indent="0" algn="just">
              <a:lnSpc>
                <a:spcPct val="200000"/>
              </a:lnSpc>
              <a:buNone/>
              <a:tabLst>
                <a:tab pos="240665" algn="l"/>
              </a:tabLst>
            </a:pPr>
            <a:endParaRPr sz="1800">
              <a:latin typeface="Times New Roman" panose="02020603050405020304"/>
              <a:cs typeface="Times New Roman" panose="020206030504050203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2004" y="380491"/>
            <a:ext cx="140144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Cambria" panose="02040503050406030204"/>
                <a:cs typeface="Cambria" panose="02040503050406030204"/>
              </a:rPr>
              <a:t>Software</a:t>
            </a:r>
            <a:r>
              <a:rPr sz="1200" spc="-15" dirty="0">
                <a:latin typeface="Cambria" panose="02040503050406030204"/>
                <a:cs typeface="Cambria" panose="02040503050406030204"/>
              </a:rPr>
              <a:t> </a:t>
            </a:r>
            <a:r>
              <a:rPr sz="1200" dirty="0">
                <a:latin typeface="Cambria" panose="02040503050406030204"/>
                <a:cs typeface="Cambria" panose="02040503050406030204"/>
              </a:rPr>
              <a:t>Testing</a:t>
            </a:r>
            <a:r>
              <a:rPr sz="1200" spc="-15" dirty="0">
                <a:latin typeface="Cambria" panose="02040503050406030204"/>
                <a:cs typeface="Cambria" panose="02040503050406030204"/>
              </a:rPr>
              <a:t> </a:t>
            </a:r>
            <a:r>
              <a:rPr sz="1200" spc="-25" dirty="0">
                <a:latin typeface="Cambria" panose="02040503050406030204"/>
                <a:cs typeface="Cambria" panose="02040503050406030204"/>
              </a:rPr>
              <a:t>Lab</a:t>
            </a:r>
            <a:endParaRPr sz="1200">
              <a:latin typeface="Cambria" panose="02040503050406030204"/>
              <a:cs typeface="Cambria" panose="02040503050406030204"/>
            </a:endParaRPr>
          </a:p>
        </p:txBody>
      </p:sp>
      <p:sp>
        <p:nvSpPr>
          <p:cNvPr id="3" name="object 3"/>
          <p:cNvSpPr txBox="1"/>
          <p:nvPr/>
        </p:nvSpPr>
        <p:spPr>
          <a:xfrm>
            <a:off x="6412229" y="380491"/>
            <a:ext cx="289560"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Cambria" panose="02040503050406030204"/>
                <a:cs typeface="Cambria" panose="02040503050406030204"/>
              </a:rPr>
              <a:t>MIT</a:t>
            </a:r>
            <a:endParaRPr sz="1200">
              <a:latin typeface="Cambria" panose="02040503050406030204"/>
              <a:cs typeface="Cambria" panose="02040503050406030204"/>
            </a:endParaRPr>
          </a:p>
        </p:txBody>
      </p:sp>
      <p:sp>
        <p:nvSpPr>
          <p:cNvPr id="4" name="object 4"/>
          <p:cNvSpPr/>
          <p:nvPr/>
        </p:nvSpPr>
        <p:spPr>
          <a:xfrm>
            <a:off x="896416" y="620267"/>
            <a:ext cx="5769610" cy="56515"/>
          </a:xfrm>
          <a:custGeom>
            <a:avLst/>
            <a:gdLst/>
            <a:ahLst/>
            <a:cxnLst/>
            <a:rect l="l" t="t" r="r" b="b"/>
            <a:pathLst>
              <a:path w="5769609" h="56515">
                <a:moveTo>
                  <a:pt x="5769229" y="18288"/>
                </a:moveTo>
                <a:lnTo>
                  <a:pt x="0" y="18288"/>
                </a:lnTo>
                <a:lnTo>
                  <a:pt x="0" y="56388"/>
                </a:lnTo>
                <a:lnTo>
                  <a:pt x="5769229" y="56388"/>
                </a:lnTo>
                <a:lnTo>
                  <a:pt x="5769229" y="18288"/>
                </a:lnTo>
                <a:close/>
              </a:path>
              <a:path w="5769609" h="56515">
                <a:moveTo>
                  <a:pt x="5769229" y="0"/>
                </a:moveTo>
                <a:lnTo>
                  <a:pt x="0" y="0"/>
                </a:lnTo>
                <a:lnTo>
                  <a:pt x="0" y="9144"/>
                </a:lnTo>
                <a:lnTo>
                  <a:pt x="5769229" y="9144"/>
                </a:lnTo>
                <a:lnTo>
                  <a:pt x="5769229" y="0"/>
                </a:lnTo>
                <a:close/>
              </a:path>
            </a:pathLst>
          </a:custGeom>
          <a:solidFill>
            <a:srgbClr val="612322"/>
          </a:solidFill>
        </p:spPr>
        <p:txBody>
          <a:bodyPr wrap="square" lIns="0" tIns="0" rIns="0" bIns="0" rtlCol="0"/>
          <a:lstStyle/>
          <a:p/>
        </p:txBody>
      </p:sp>
      <p:sp>
        <p:nvSpPr>
          <p:cNvPr id="5" name="object 5"/>
          <p:cNvSpPr/>
          <p:nvPr/>
        </p:nvSpPr>
        <p:spPr>
          <a:xfrm>
            <a:off x="896416" y="9963911"/>
            <a:ext cx="5769610" cy="56515"/>
          </a:xfrm>
          <a:custGeom>
            <a:avLst/>
            <a:gdLst/>
            <a:ahLst/>
            <a:cxnLst/>
            <a:rect l="l" t="t" r="r" b="b"/>
            <a:pathLst>
              <a:path w="5769609" h="56515">
                <a:moveTo>
                  <a:pt x="5769229" y="47256"/>
                </a:moveTo>
                <a:lnTo>
                  <a:pt x="0" y="47256"/>
                </a:lnTo>
                <a:lnTo>
                  <a:pt x="0" y="56388"/>
                </a:lnTo>
                <a:lnTo>
                  <a:pt x="5769229" y="56388"/>
                </a:lnTo>
                <a:lnTo>
                  <a:pt x="5769229" y="47256"/>
                </a:lnTo>
                <a:close/>
              </a:path>
              <a:path w="5769609" h="56515">
                <a:moveTo>
                  <a:pt x="5769229" y="0"/>
                </a:moveTo>
                <a:lnTo>
                  <a:pt x="0" y="0"/>
                </a:lnTo>
                <a:lnTo>
                  <a:pt x="0" y="38100"/>
                </a:lnTo>
                <a:lnTo>
                  <a:pt x="5769229" y="38100"/>
                </a:lnTo>
                <a:lnTo>
                  <a:pt x="5769229" y="0"/>
                </a:lnTo>
                <a:close/>
              </a:path>
            </a:pathLst>
          </a:custGeom>
          <a:solidFill>
            <a:srgbClr val="612322"/>
          </a:solidFill>
        </p:spPr>
        <p:txBody>
          <a:bodyPr wrap="square" lIns="0" tIns="0" rIns="0" bIns="0" rtlCol="0"/>
          <a:lstStyle/>
          <a:p/>
        </p:txBody>
      </p:sp>
      <p:sp>
        <p:nvSpPr>
          <p:cNvPr id="6" name="object 6"/>
          <p:cNvSpPr txBox="1"/>
          <p:nvPr/>
        </p:nvSpPr>
        <p:spPr>
          <a:xfrm>
            <a:off x="902004" y="737107"/>
            <a:ext cx="5758180" cy="9301480"/>
          </a:xfrm>
          <a:prstGeom prst="rect">
            <a:avLst/>
          </a:prstGeom>
        </p:spPr>
        <p:txBody>
          <a:bodyPr vert="horz" wrap="square" lIns="0" tIns="12700" rIns="0" bIns="0" rtlCol="0">
            <a:spAutoFit/>
          </a:bodyPr>
          <a:lstStyle/>
          <a:p>
            <a:pPr marL="12700" algn="just">
              <a:lnSpc>
                <a:spcPct val="100000"/>
              </a:lnSpc>
              <a:spcBef>
                <a:spcPts val="100"/>
              </a:spcBef>
            </a:pPr>
            <a:r>
              <a:rPr sz="1400" b="1" dirty="0">
                <a:latin typeface="Times New Roman" panose="02020603050405020304"/>
                <a:cs typeface="Times New Roman" panose="02020603050405020304"/>
              </a:rPr>
              <a:t>Program</a:t>
            </a:r>
            <a:r>
              <a:rPr sz="1400" b="1" spc="-35" dirty="0">
                <a:latin typeface="Times New Roman" panose="02020603050405020304"/>
                <a:cs typeface="Times New Roman" panose="02020603050405020304"/>
              </a:rPr>
              <a:t> </a:t>
            </a:r>
            <a:r>
              <a:rPr lang="en-US" altLang="" sz="1400" b="1" spc="-35" dirty="0">
                <a:latin typeface="Times New Roman" panose="02020603050405020304"/>
                <a:cs typeface="Times New Roman" panose="02020603050405020304"/>
              </a:rPr>
              <a:t>8</a:t>
            </a:r>
            <a:r>
              <a:rPr sz="1400" b="1" spc="-10" dirty="0">
                <a:latin typeface="Times New Roman" panose="02020603050405020304"/>
                <a:cs typeface="Times New Roman" panose="02020603050405020304"/>
              </a:rPr>
              <a:t> </a:t>
            </a:r>
            <a:r>
              <a:rPr sz="1400" b="1" dirty="0">
                <a:latin typeface="Times New Roman" panose="02020603050405020304"/>
                <a:cs typeface="Times New Roman" panose="02020603050405020304"/>
              </a:rPr>
              <a:t>(Quick</a:t>
            </a:r>
            <a:r>
              <a:rPr sz="1400" b="1" spc="-35" dirty="0">
                <a:latin typeface="Times New Roman" panose="02020603050405020304"/>
                <a:cs typeface="Times New Roman" panose="02020603050405020304"/>
              </a:rPr>
              <a:t> </a:t>
            </a:r>
            <a:r>
              <a:rPr sz="1400" b="1" dirty="0">
                <a:latin typeface="Times New Roman" panose="02020603050405020304"/>
                <a:cs typeface="Times New Roman" panose="02020603050405020304"/>
              </a:rPr>
              <a:t>Sort-Path</a:t>
            </a:r>
            <a:r>
              <a:rPr sz="1400" b="1" spc="-10" dirty="0">
                <a:latin typeface="Times New Roman" panose="02020603050405020304"/>
                <a:cs typeface="Times New Roman" panose="02020603050405020304"/>
              </a:rPr>
              <a:t> Testing)</a:t>
            </a:r>
            <a:endParaRPr sz="1400">
              <a:latin typeface="Times New Roman" panose="02020603050405020304"/>
              <a:cs typeface="Times New Roman" panose="02020603050405020304"/>
            </a:endParaRPr>
          </a:p>
          <a:p>
            <a:pPr>
              <a:lnSpc>
                <a:spcPct val="100000"/>
              </a:lnSpc>
              <a:spcBef>
                <a:spcPts val="45"/>
              </a:spcBef>
            </a:pPr>
            <a:endParaRPr sz="1400">
              <a:latin typeface="Times New Roman" panose="02020603050405020304"/>
              <a:cs typeface="Times New Roman" panose="02020603050405020304"/>
            </a:endParaRPr>
          </a:p>
          <a:p>
            <a:pPr marL="12700" marR="5080" algn="just">
              <a:lnSpc>
                <a:spcPts val="1380"/>
              </a:lnSpc>
            </a:pPr>
            <a:r>
              <a:rPr sz="1200" b="1" dirty="0">
                <a:latin typeface="Times New Roman" panose="02020603050405020304"/>
                <a:cs typeface="Times New Roman" panose="02020603050405020304"/>
              </a:rPr>
              <a:t>/*Design,</a:t>
            </a:r>
            <a:r>
              <a:rPr sz="1200" b="1" spc="10"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develop,</a:t>
            </a:r>
            <a:r>
              <a:rPr sz="1200" b="1" spc="15"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code</a:t>
            </a:r>
            <a:r>
              <a:rPr sz="1200" b="1" spc="10"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and</a:t>
            </a:r>
            <a:r>
              <a:rPr sz="1200" b="1" spc="15"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run</a:t>
            </a:r>
            <a:r>
              <a:rPr sz="1200" b="1" spc="15"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the</a:t>
            </a:r>
            <a:r>
              <a:rPr sz="1200" b="1" spc="10"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program</a:t>
            </a:r>
            <a:r>
              <a:rPr sz="1200" b="1" spc="-5"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in</a:t>
            </a:r>
            <a:r>
              <a:rPr sz="1200" b="1" spc="15"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any</a:t>
            </a:r>
            <a:r>
              <a:rPr sz="1200" b="1" spc="10"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suitable</a:t>
            </a:r>
            <a:r>
              <a:rPr sz="1200" b="1" spc="35"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language</a:t>
            </a:r>
            <a:r>
              <a:rPr sz="1200" b="1" spc="10"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to</a:t>
            </a:r>
            <a:r>
              <a:rPr sz="1200" b="1" spc="10"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implement</a:t>
            </a:r>
            <a:r>
              <a:rPr sz="1200" b="1" spc="20" dirty="0">
                <a:latin typeface="Times New Roman" panose="02020603050405020304"/>
                <a:cs typeface="Times New Roman" panose="02020603050405020304"/>
              </a:rPr>
              <a:t> </a:t>
            </a:r>
            <a:r>
              <a:rPr sz="1200" b="1" spc="-25" dirty="0">
                <a:latin typeface="Times New Roman" panose="02020603050405020304"/>
                <a:cs typeface="Times New Roman" panose="02020603050405020304"/>
              </a:rPr>
              <a:t>the </a:t>
            </a:r>
            <a:r>
              <a:rPr sz="1200" b="1" spc="-10" dirty="0">
                <a:latin typeface="Times New Roman" panose="02020603050405020304"/>
                <a:cs typeface="Times New Roman" panose="02020603050405020304"/>
              </a:rPr>
              <a:t>Quick-</a:t>
            </a:r>
            <a:r>
              <a:rPr sz="1200" b="1" dirty="0">
                <a:latin typeface="Times New Roman" panose="02020603050405020304"/>
                <a:cs typeface="Times New Roman" panose="02020603050405020304"/>
              </a:rPr>
              <a:t>Sort</a:t>
            </a:r>
            <a:r>
              <a:rPr sz="1200" b="1" spc="100"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Algorithm.</a:t>
            </a:r>
            <a:r>
              <a:rPr sz="1200" b="1" spc="120"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Determine</a:t>
            </a:r>
            <a:r>
              <a:rPr sz="1200" b="1" spc="105"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the</a:t>
            </a:r>
            <a:r>
              <a:rPr sz="1200" b="1" spc="105"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basis</a:t>
            </a:r>
            <a:r>
              <a:rPr sz="1200" b="1" spc="110"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paths</a:t>
            </a:r>
            <a:r>
              <a:rPr sz="1200" b="1" spc="110"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and</a:t>
            </a:r>
            <a:r>
              <a:rPr sz="1200" b="1" spc="100"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using</a:t>
            </a:r>
            <a:r>
              <a:rPr sz="1200" b="1" spc="110"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them</a:t>
            </a:r>
            <a:r>
              <a:rPr sz="1200" b="1" spc="90"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derive</a:t>
            </a:r>
            <a:r>
              <a:rPr sz="1200" b="1" spc="105"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different</a:t>
            </a:r>
            <a:r>
              <a:rPr sz="1200" b="1" spc="105" dirty="0">
                <a:latin typeface="Times New Roman" panose="02020603050405020304"/>
                <a:cs typeface="Times New Roman" panose="02020603050405020304"/>
              </a:rPr>
              <a:t> </a:t>
            </a:r>
            <a:r>
              <a:rPr sz="1200" b="1" spc="-20" dirty="0">
                <a:latin typeface="Times New Roman" panose="02020603050405020304"/>
                <a:cs typeface="Times New Roman" panose="02020603050405020304"/>
              </a:rPr>
              <a:t>test </a:t>
            </a:r>
            <a:r>
              <a:rPr sz="1200" b="1" dirty="0">
                <a:latin typeface="Times New Roman" panose="02020603050405020304"/>
                <a:cs typeface="Times New Roman" panose="02020603050405020304"/>
              </a:rPr>
              <a:t>cases,</a:t>
            </a:r>
            <a:r>
              <a:rPr sz="1200" b="1" spc="-20"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execute</a:t>
            </a:r>
            <a:r>
              <a:rPr sz="1200" b="1" spc="-25"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these</a:t>
            </a:r>
            <a:r>
              <a:rPr sz="1200" b="1" spc="-20"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test</a:t>
            </a:r>
            <a:r>
              <a:rPr sz="1200" b="1" spc="-10"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cases</a:t>
            </a:r>
            <a:r>
              <a:rPr sz="1200" b="1" spc="-10"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and</a:t>
            </a:r>
            <a:r>
              <a:rPr sz="1200" b="1" spc="-10"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discuss</a:t>
            </a:r>
            <a:r>
              <a:rPr sz="1200" b="1" spc="-15"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the</a:t>
            </a:r>
            <a:r>
              <a:rPr sz="1200" b="1" spc="-15"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test</a:t>
            </a:r>
            <a:r>
              <a:rPr sz="1200" b="1" spc="-15" dirty="0">
                <a:latin typeface="Times New Roman" panose="02020603050405020304"/>
                <a:cs typeface="Times New Roman" panose="02020603050405020304"/>
              </a:rPr>
              <a:t> </a:t>
            </a:r>
            <a:r>
              <a:rPr sz="1200" b="1" spc="-10" dirty="0">
                <a:latin typeface="Times New Roman" panose="02020603050405020304"/>
                <a:cs typeface="Times New Roman" panose="02020603050405020304"/>
              </a:rPr>
              <a:t>results.*/</a:t>
            </a:r>
            <a:endParaRPr sz="1200">
              <a:latin typeface="Times New Roman" panose="02020603050405020304"/>
              <a:cs typeface="Times New Roman" panose="02020603050405020304"/>
            </a:endParaRPr>
          </a:p>
          <a:p>
            <a:pPr marL="12700">
              <a:lnSpc>
                <a:spcPts val="1410"/>
              </a:lnSpc>
              <a:spcBef>
                <a:spcPts val="1260"/>
              </a:spcBef>
            </a:pPr>
            <a:r>
              <a:rPr sz="1200" spc="-10" dirty="0">
                <a:latin typeface="Times New Roman" panose="02020603050405020304"/>
                <a:cs typeface="Times New Roman" panose="02020603050405020304"/>
              </a:rPr>
              <a:t>#include&lt;stdio.h&gt;</a:t>
            </a:r>
            <a:endParaRPr sz="1200">
              <a:latin typeface="Times New Roman" panose="02020603050405020304"/>
              <a:cs typeface="Times New Roman" panose="02020603050405020304"/>
            </a:endParaRPr>
          </a:p>
          <a:p>
            <a:pPr marL="12700">
              <a:lnSpc>
                <a:spcPts val="1375"/>
              </a:lnSpc>
            </a:pPr>
            <a:r>
              <a:rPr sz="1200" dirty="0">
                <a:latin typeface="Times New Roman" panose="02020603050405020304"/>
                <a:cs typeface="Times New Roman" panose="02020603050405020304"/>
              </a:rPr>
              <a:t>void</a:t>
            </a:r>
            <a:r>
              <a:rPr sz="1200" spc="-45" dirty="0">
                <a:latin typeface="Times New Roman" panose="02020603050405020304"/>
                <a:cs typeface="Times New Roman" panose="02020603050405020304"/>
              </a:rPr>
              <a:t> </a:t>
            </a:r>
            <a:r>
              <a:rPr sz="1200" dirty="0">
                <a:latin typeface="Times New Roman" panose="02020603050405020304"/>
                <a:cs typeface="Times New Roman" panose="02020603050405020304"/>
              </a:rPr>
              <a:t>quick_sort(int</a:t>
            </a:r>
            <a:r>
              <a:rPr sz="1200" spc="-45" dirty="0">
                <a:latin typeface="Times New Roman" panose="02020603050405020304"/>
                <a:cs typeface="Times New Roman" panose="02020603050405020304"/>
              </a:rPr>
              <a:t> </a:t>
            </a:r>
            <a:r>
              <a:rPr sz="1200" dirty="0">
                <a:latin typeface="Times New Roman" panose="02020603050405020304"/>
                <a:cs typeface="Times New Roman" panose="02020603050405020304"/>
              </a:rPr>
              <a:t>a[100],int</a:t>
            </a:r>
            <a:r>
              <a:rPr sz="1200" spc="-45" dirty="0">
                <a:latin typeface="Times New Roman" panose="02020603050405020304"/>
                <a:cs typeface="Times New Roman" panose="02020603050405020304"/>
              </a:rPr>
              <a:t> </a:t>
            </a:r>
            <a:r>
              <a:rPr sz="1200" dirty="0">
                <a:latin typeface="Times New Roman" panose="02020603050405020304"/>
                <a:cs typeface="Times New Roman" panose="02020603050405020304"/>
              </a:rPr>
              <a:t>low,int</a:t>
            </a:r>
            <a:r>
              <a:rPr sz="1200" spc="-45" dirty="0">
                <a:latin typeface="Times New Roman" panose="02020603050405020304"/>
                <a:cs typeface="Times New Roman" panose="02020603050405020304"/>
              </a:rPr>
              <a:t> </a:t>
            </a:r>
            <a:r>
              <a:rPr sz="1200" spc="-20" dirty="0">
                <a:latin typeface="Times New Roman" panose="02020603050405020304"/>
                <a:cs typeface="Times New Roman" panose="02020603050405020304"/>
              </a:rPr>
              <a:t>high)</a:t>
            </a:r>
            <a:endParaRPr sz="1200">
              <a:latin typeface="Times New Roman" panose="02020603050405020304"/>
              <a:cs typeface="Times New Roman" panose="02020603050405020304"/>
            </a:endParaRPr>
          </a:p>
          <a:p>
            <a:pPr marL="12700">
              <a:lnSpc>
                <a:spcPts val="1375"/>
              </a:lnSpc>
            </a:pPr>
            <a:r>
              <a:rPr sz="1200" spc="-50" dirty="0">
                <a:latin typeface="Times New Roman" panose="02020603050405020304"/>
                <a:cs typeface="Times New Roman" panose="02020603050405020304"/>
              </a:rPr>
              <a:t>{</a:t>
            </a:r>
            <a:endParaRPr sz="1200">
              <a:latin typeface="Times New Roman" panose="02020603050405020304"/>
              <a:cs typeface="Times New Roman" panose="02020603050405020304"/>
            </a:endParaRPr>
          </a:p>
          <a:p>
            <a:pPr marL="165100" marR="4622165">
              <a:lnSpc>
                <a:spcPts val="1380"/>
              </a:lnSpc>
              <a:spcBef>
                <a:spcPts val="70"/>
              </a:spcBef>
            </a:pPr>
            <a:r>
              <a:rPr sz="1200" dirty="0">
                <a:latin typeface="Times New Roman" panose="02020603050405020304"/>
                <a:cs typeface="Times New Roman" panose="02020603050405020304"/>
              </a:rPr>
              <a:t>int</a:t>
            </a:r>
            <a:r>
              <a:rPr sz="1200" spc="-15" dirty="0">
                <a:latin typeface="Times New Roman" panose="02020603050405020304"/>
                <a:cs typeface="Times New Roman" panose="02020603050405020304"/>
              </a:rPr>
              <a:t> </a:t>
            </a:r>
            <a:r>
              <a:rPr sz="1200" spc="-10" dirty="0">
                <a:latin typeface="Times New Roman" panose="02020603050405020304"/>
                <a:cs typeface="Times New Roman" panose="02020603050405020304"/>
              </a:rPr>
              <a:t>i,j,temp,key; if(low&lt;high)</a:t>
            </a:r>
            <a:endParaRPr sz="1200">
              <a:latin typeface="Times New Roman" panose="02020603050405020304"/>
              <a:cs typeface="Times New Roman" panose="02020603050405020304"/>
            </a:endParaRPr>
          </a:p>
          <a:p>
            <a:pPr marL="165100">
              <a:lnSpc>
                <a:spcPts val="1315"/>
              </a:lnSpc>
            </a:pPr>
            <a:r>
              <a:rPr sz="1200" spc="-50" dirty="0">
                <a:latin typeface="Times New Roman" panose="02020603050405020304"/>
                <a:cs typeface="Times New Roman" panose="02020603050405020304"/>
              </a:rPr>
              <a:t>{</a:t>
            </a:r>
            <a:endParaRPr sz="1200">
              <a:latin typeface="Times New Roman" panose="02020603050405020304"/>
              <a:cs typeface="Times New Roman" panose="02020603050405020304"/>
            </a:endParaRPr>
          </a:p>
          <a:p>
            <a:pPr marL="469265" marR="4533900">
              <a:lnSpc>
                <a:spcPts val="1380"/>
              </a:lnSpc>
              <a:spcBef>
                <a:spcPts val="65"/>
              </a:spcBef>
            </a:pPr>
            <a:r>
              <a:rPr sz="1200" spc="-10" dirty="0">
                <a:latin typeface="Times New Roman" panose="02020603050405020304"/>
                <a:cs typeface="Times New Roman" panose="02020603050405020304"/>
              </a:rPr>
              <a:t>key=a[low]; i=low; j=high;</a:t>
            </a:r>
            <a:endParaRPr sz="1200">
              <a:latin typeface="Times New Roman" panose="02020603050405020304"/>
              <a:cs typeface="Times New Roman" panose="02020603050405020304"/>
            </a:endParaRPr>
          </a:p>
          <a:p>
            <a:pPr>
              <a:lnSpc>
                <a:spcPct val="100000"/>
              </a:lnSpc>
              <a:spcBef>
                <a:spcPts val="1305"/>
              </a:spcBef>
            </a:pPr>
            <a:endParaRPr sz="1200">
              <a:latin typeface="Times New Roman" panose="02020603050405020304"/>
              <a:cs typeface="Times New Roman" panose="02020603050405020304"/>
            </a:endParaRPr>
          </a:p>
          <a:p>
            <a:pPr marL="165100">
              <a:lnSpc>
                <a:spcPts val="1400"/>
              </a:lnSpc>
              <a:spcBef>
                <a:spcPts val="5"/>
              </a:spcBef>
            </a:pPr>
            <a:r>
              <a:rPr sz="1200" b="1" dirty="0">
                <a:latin typeface="Times New Roman" panose="02020603050405020304"/>
                <a:cs typeface="Times New Roman" panose="02020603050405020304"/>
              </a:rPr>
              <a:t>//Partition</a:t>
            </a:r>
            <a:r>
              <a:rPr sz="1200" b="1" spc="-20"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the</a:t>
            </a:r>
            <a:r>
              <a:rPr sz="1200" b="1" spc="-25"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array</a:t>
            </a:r>
            <a:r>
              <a:rPr sz="1200" b="1" spc="-25"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into</a:t>
            </a:r>
            <a:r>
              <a:rPr sz="1200" b="1" spc="-20"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two</a:t>
            </a:r>
            <a:r>
              <a:rPr sz="1200" b="1" spc="-20" dirty="0">
                <a:latin typeface="Times New Roman" panose="02020603050405020304"/>
                <a:cs typeface="Times New Roman" panose="02020603050405020304"/>
              </a:rPr>
              <a:t> parts</a:t>
            </a:r>
            <a:endParaRPr sz="1200">
              <a:latin typeface="Times New Roman" panose="02020603050405020304"/>
              <a:cs typeface="Times New Roman" panose="02020603050405020304"/>
            </a:endParaRPr>
          </a:p>
          <a:p>
            <a:pPr marL="165100">
              <a:lnSpc>
                <a:spcPts val="1370"/>
              </a:lnSpc>
            </a:pPr>
            <a:r>
              <a:rPr sz="1200" spc="-10" dirty="0">
                <a:latin typeface="Times New Roman" panose="02020603050405020304"/>
                <a:cs typeface="Times New Roman" panose="02020603050405020304"/>
              </a:rPr>
              <a:t>while(i&lt;=j)</a:t>
            </a:r>
            <a:endParaRPr sz="1200">
              <a:latin typeface="Times New Roman" panose="02020603050405020304"/>
              <a:cs typeface="Times New Roman" panose="02020603050405020304"/>
            </a:endParaRPr>
          </a:p>
          <a:p>
            <a:pPr marL="165100">
              <a:lnSpc>
                <a:spcPts val="1380"/>
              </a:lnSpc>
            </a:pPr>
            <a:r>
              <a:rPr sz="1200" spc="-50" dirty="0">
                <a:latin typeface="Times New Roman" panose="02020603050405020304"/>
                <a:cs typeface="Times New Roman" panose="02020603050405020304"/>
              </a:rPr>
              <a:t>{</a:t>
            </a:r>
            <a:endParaRPr sz="1200">
              <a:latin typeface="Times New Roman" panose="02020603050405020304"/>
              <a:cs typeface="Times New Roman" panose="02020603050405020304"/>
            </a:endParaRPr>
          </a:p>
          <a:p>
            <a:pPr marL="469265" marR="4236085">
              <a:lnSpc>
                <a:spcPts val="1380"/>
              </a:lnSpc>
              <a:spcBef>
                <a:spcPts val="65"/>
              </a:spcBef>
            </a:pPr>
            <a:r>
              <a:rPr sz="1200" spc="-10" dirty="0">
                <a:latin typeface="Times New Roman" panose="02020603050405020304"/>
                <a:cs typeface="Times New Roman" panose="02020603050405020304"/>
              </a:rPr>
              <a:t>while(key&gt;=a[i]) </a:t>
            </a:r>
            <a:r>
              <a:rPr sz="1200" spc="-20" dirty="0">
                <a:latin typeface="Times New Roman" panose="02020603050405020304"/>
                <a:cs typeface="Times New Roman" panose="02020603050405020304"/>
              </a:rPr>
              <a:t>i++;</a:t>
            </a:r>
            <a:endParaRPr sz="1200">
              <a:latin typeface="Times New Roman" panose="02020603050405020304"/>
              <a:cs typeface="Times New Roman" panose="02020603050405020304"/>
            </a:endParaRPr>
          </a:p>
          <a:p>
            <a:pPr marL="469265" marR="4321810">
              <a:lnSpc>
                <a:spcPts val="1380"/>
              </a:lnSpc>
            </a:pPr>
            <a:r>
              <a:rPr sz="1200" spc="-10" dirty="0">
                <a:latin typeface="Times New Roman" panose="02020603050405020304"/>
                <a:cs typeface="Times New Roman" panose="02020603050405020304"/>
              </a:rPr>
              <a:t>while(key&lt;a[j]) j--</a:t>
            </a:r>
            <a:r>
              <a:rPr sz="1200" spc="-50" dirty="0">
                <a:latin typeface="Times New Roman" panose="02020603050405020304"/>
                <a:cs typeface="Times New Roman" panose="02020603050405020304"/>
              </a:rPr>
              <a:t>;</a:t>
            </a:r>
            <a:endParaRPr sz="1200">
              <a:latin typeface="Times New Roman" panose="02020603050405020304"/>
              <a:cs typeface="Times New Roman" panose="02020603050405020304"/>
            </a:endParaRPr>
          </a:p>
          <a:p>
            <a:pPr marL="469265">
              <a:lnSpc>
                <a:spcPts val="1315"/>
              </a:lnSpc>
            </a:pPr>
            <a:r>
              <a:rPr sz="1200" spc="-10" dirty="0">
                <a:latin typeface="Times New Roman" panose="02020603050405020304"/>
                <a:cs typeface="Times New Roman" panose="02020603050405020304"/>
              </a:rPr>
              <a:t>if(i&lt;j)</a:t>
            </a:r>
            <a:endParaRPr sz="1200">
              <a:latin typeface="Times New Roman" panose="02020603050405020304"/>
              <a:cs typeface="Times New Roman" panose="02020603050405020304"/>
            </a:endParaRPr>
          </a:p>
          <a:p>
            <a:pPr marL="469265">
              <a:lnSpc>
                <a:spcPts val="1380"/>
              </a:lnSpc>
            </a:pPr>
            <a:r>
              <a:rPr sz="1200" spc="-50" dirty="0">
                <a:latin typeface="Times New Roman" panose="02020603050405020304"/>
                <a:cs typeface="Times New Roman" panose="02020603050405020304"/>
              </a:rPr>
              <a:t>{</a:t>
            </a:r>
            <a:endParaRPr sz="1200">
              <a:latin typeface="Times New Roman" panose="02020603050405020304"/>
              <a:cs typeface="Times New Roman" panose="02020603050405020304"/>
            </a:endParaRPr>
          </a:p>
          <a:p>
            <a:pPr marL="926465" marR="4177030">
              <a:lnSpc>
                <a:spcPts val="1380"/>
              </a:lnSpc>
              <a:spcBef>
                <a:spcPts val="65"/>
              </a:spcBef>
            </a:pPr>
            <a:r>
              <a:rPr sz="1200" spc="-10" dirty="0">
                <a:latin typeface="Times New Roman" panose="02020603050405020304"/>
                <a:cs typeface="Times New Roman" panose="02020603050405020304"/>
              </a:rPr>
              <a:t>temp=a[i]; a[i]=a[j]; a[j]=temp;</a:t>
            </a:r>
            <a:endParaRPr sz="1200">
              <a:latin typeface="Times New Roman" panose="02020603050405020304"/>
              <a:cs typeface="Times New Roman" panose="02020603050405020304"/>
            </a:endParaRPr>
          </a:p>
          <a:p>
            <a:pPr marL="469265">
              <a:lnSpc>
                <a:spcPts val="1315"/>
              </a:lnSpc>
            </a:pPr>
            <a:r>
              <a:rPr sz="1200" spc="-50" dirty="0">
                <a:latin typeface="Times New Roman" panose="02020603050405020304"/>
                <a:cs typeface="Times New Roman" panose="02020603050405020304"/>
              </a:rPr>
              <a:t>}</a:t>
            </a:r>
            <a:endParaRPr sz="1200">
              <a:latin typeface="Times New Roman" panose="02020603050405020304"/>
              <a:cs typeface="Times New Roman" panose="02020603050405020304"/>
            </a:endParaRPr>
          </a:p>
          <a:p>
            <a:pPr marL="165100">
              <a:lnSpc>
                <a:spcPts val="1390"/>
              </a:lnSpc>
            </a:pPr>
            <a:r>
              <a:rPr sz="1200" spc="-50" dirty="0">
                <a:latin typeface="Times New Roman" panose="02020603050405020304"/>
                <a:cs typeface="Times New Roman" panose="02020603050405020304"/>
              </a:rPr>
              <a:t>}</a:t>
            </a:r>
            <a:endParaRPr sz="1200">
              <a:latin typeface="Times New Roman" panose="02020603050405020304"/>
              <a:cs typeface="Times New Roman" panose="02020603050405020304"/>
            </a:endParaRPr>
          </a:p>
          <a:p>
            <a:pPr marL="165100">
              <a:lnSpc>
                <a:spcPts val="1420"/>
              </a:lnSpc>
            </a:pPr>
            <a:r>
              <a:rPr sz="1200" b="1" dirty="0">
                <a:latin typeface="Times New Roman" panose="02020603050405020304"/>
                <a:cs typeface="Times New Roman" panose="02020603050405020304"/>
              </a:rPr>
              <a:t>//partition</a:t>
            </a:r>
            <a:r>
              <a:rPr sz="1200" b="1" spc="-45" dirty="0">
                <a:latin typeface="Times New Roman" panose="02020603050405020304"/>
                <a:cs typeface="Times New Roman" panose="02020603050405020304"/>
              </a:rPr>
              <a:t> </a:t>
            </a:r>
            <a:r>
              <a:rPr sz="1200" b="1" spc="-10" dirty="0">
                <a:latin typeface="Times New Roman" panose="02020603050405020304"/>
                <a:cs typeface="Times New Roman" panose="02020603050405020304"/>
              </a:rPr>
              <a:t>completed</a:t>
            </a:r>
            <a:endParaRPr sz="1200">
              <a:latin typeface="Times New Roman" panose="02020603050405020304"/>
              <a:cs typeface="Times New Roman" panose="02020603050405020304"/>
            </a:endParaRPr>
          </a:p>
          <a:p>
            <a:pPr marL="127000" marR="4791075">
              <a:lnSpc>
                <a:spcPct val="96000"/>
              </a:lnSpc>
              <a:spcBef>
                <a:spcPts val="1355"/>
              </a:spcBef>
            </a:pPr>
            <a:r>
              <a:rPr sz="1200" spc="-10" dirty="0">
                <a:latin typeface="Times New Roman" panose="02020603050405020304"/>
                <a:cs typeface="Times New Roman" panose="02020603050405020304"/>
              </a:rPr>
              <a:t>temp=a[low]; a[low]=a[j]; a[j]=temp;</a:t>
            </a:r>
            <a:endParaRPr sz="1200">
              <a:latin typeface="Times New Roman" panose="02020603050405020304"/>
              <a:cs typeface="Times New Roman" panose="02020603050405020304"/>
            </a:endParaRPr>
          </a:p>
          <a:p>
            <a:pPr marL="127000" marR="2813685">
              <a:lnSpc>
                <a:spcPct val="192000"/>
              </a:lnSpc>
            </a:pPr>
            <a:r>
              <a:rPr sz="1200" dirty="0">
                <a:latin typeface="Times New Roman" panose="02020603050405020304"/>
                <a:cs typeface="Times New Roman" panose="02020603050405020304"/>
              </a:rPr>
              <a:t>//Consider</a:t>
            </a:r>
            <a:r>
              <a:rPr sz="1200" spc="-25" dirty="0">
                <a:latin typeface="Times New Roman" panose="02020603050405020304"/>
                <a:cs typeface="Times New Roman" panose="02020603050405020304"/>
              </a:rPr>
              <a:t> </a:t>
            </a:r>
            <a:r>
              <a:rPr sz="1200" dirty="0">
                <a:latin typeface="Times New Roman" panose="02020603050405020304"/>
                <a:cs typeface="Times New Roman" panose="02020603050405020304"/>
              </a:rPr>
              <a:t>j</a:t>
            </a:r>
            <a:r>
              <a:rPr sz="1200" spc="-25" dirty="0">
                <a:latin typeface="Times New Roman" panose="02020603050405020304"/>
                <a:cs typeface="Times New Roman" panose="02020603050405020304"/>
              </a:rPr>
              <a:t> </a:t>
            </a:r>
            <a:r>
              <a:rPr sz="1200" dirty="0">
                <a:latin typeface="Times New Roman" panose="02020603050405020304"/>
                <a:cs typeface="Times New Roman" panose="02020603050405020304"/>
              </a:rPr>
              <a:t>as</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mid</a:t>
            </a:r>
            <a:r>
              <a:rPr sz="1200" spc="-25" dirty="0">
                <a:latin typeface="Times New Roman" panose="02020603050405020304"/>
                <a:cs typeface="Times New Roman" panose="02020603050405020304"/>
              </a:rPr>
              <a:t> </a:t>
            </a:r>
            <a:r>
              <a:rPr sz="1200" dirty="0">
                <a:latin typeface="Times New Roman" panose="02020603050405020304"/>
                <a:cs typeface="Times New Roman" panose="02020603050405020304"/>
              </a:rPr>
              <a:t>and</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cal</a:t>
            </a:r>
            <a:r>
              <a:rPr sz="1200" spc="-25" dirty="0">
                <a:latin typeface="Times New Roman" panose="02020603050405020304"/>
                <a:cs typeface="Times New Roman" panose="02020603050405020304"/>
              </a:rPr>
              <a:t> </a:t>
            </a:r>
            <a:r>
              <a:rPr sz="1200" dirty="0">
                <a:latin typeface="Times New Roman" panose="02020603050405020304"/>
                <a:cs typeface="Times New Roman" panose="02020603050405020304"/>
              </a:rPr>
              <a:t>recursive</a:t>
            </a:r>
            <a:r>
              <a:rPr sz="1200" spc="-25" dirty="0">
                <a:latin typeface="Times New Roman" panose="02020603050405020304"/>
                <a:cs typeface="Times New Roman" panose="02020603050405020304"/>
              </a:rPr>
              <a:t> </a:t>
            </a:r>
            <a:r>
              <a:rPr sz="1200" spc="-10" dirty="0">
                <a:latin typeface="Times New Roman" panose="02020603050405020304"/>
                <a:cs typeface="Times New Roman" panose="02020603050405020304"/>
              </a:rPr>
              <a:t>function. quick_sort(a,low,j-</a:t>
            </a:r>
            <a:r>
              <a:rPr sz="1200" spc="-25" dirty="0">
                <a:latin typeface="Times New Roman" panose="02020603050405020304"/>
                <a:cs typeface="Times New Roman" panose="02020603050405020304"/>
              </a:rPr>
              <a:t>1);</a:t>
            </a:r>
            <a:endParaRPr sz="1200">
              <a:latin typeface="Times New Roman" panose="02020603050405020304"/>
              <a:cs typeface="Times New Roman" panose="02020603050405020304"/>
            </a:endParaRPr>
          </a:p>
          <a:p>
            <a:pPr marL="127000">
              <a:lnSpc>
                <a:spcPts val="1380"/>
              </a:lnSpc>
            </a:pPr>
            <a:r>
              <a:rPr sz="1200" spc="-10" dirty="0">
                <a:latin typeface="Times New Roman" panose="02020603050405020304"/>
                <a:cs typeface="Times New Roman" panose="02020603050405020304"/>
              </a:rPr>
              <a:t>quick_sort(a,j+1,high);</a:t>
            </a:r>
            <a:endParaRPr sz="1200">
              <a:latin typeface="Times New Roman" panose="02020603050405020304"/>
              <a:cs typeface="Times New Roman" panose="02020603050405020304"/>
            </a:endParaRPr>
          </a:p>
          <a:p>
            <a:pPr marL="165100">
              <a:lnSpc>
                <a:spcPts val="1410"/>
              </a:lnSpc>
              <a:spcBef>
                <a:spcPts val="1320"/>
              </a:spcBef>
            </a:pPr>
            <a:r>
              <a:rPr sz="1200" spc="-50" dirty="0">
                <a:latin typeface="Times New Roman" panose="02020603050405020304"/>
                <a:cs typeface="Times New Roman" panose="02020603050405020304"/>
              </a:rPr>
              <a:t>}</a:t>
            </a:r>
            <a:endParaRPr sz="1200">
              <a:latin typeface="Times New Roman" panose="02020603050405020304"/>
              <a:cs typeface="Times New Roman" panose="02020603050405020304"/>
            </a:endParaRPr>
          </a:p>
          <a:p>
            <a:pPr marL="12700">
              <a:lnSpc>
                <a:spcPts val="1390"/>
              </a:lnSpc>
            </a:pPr>
            <a:r>
              <a:rPr sz="1200" spc="-50" dirty="0">
                <a:latin typeface="Times New Roman" panose="02020603050405020304"/>
                <a:cs typeface="Times New Roman" panose="02020603050405020304"/>
              </a:rPr>
              <a:t>}</a:t>
            </a:r>
            <a:endParaRPr sz="1200">
              <a:latin typeface="Times New Roman" panose="02020603050405020304"/>
              <a:cs typeface="Times New Roman" panose="02020603050405020304"/>
            </a:endParaRPr>
          </a:p>
          <a:p>
            <a:pPr marL="12700">
              <a:lnSpc>
                <a:spcPts val="1380"/>
              </a:lnSpc>
            </a:pPr>
            <a:r>
              <a:rPr sz="1200" b="1" dirty="0">
                <a:latin typeface="Times New Roman" panose="02020603050405020304"/>
                <a:cs typeface="Times New Roman" panose="02020603050405020304"/>
              </a:rPr>
              <a:t>//Main</a:t>
            </a:r>
            <a:r>
              <a:rPr sz="1200" b="1" spc="-25" dirty="0">
                <a:latin typeface="Times New Roman" panose="02020603050405020304"/>
                <a:cs typeface="Times New Roman" panose="02020603050405020304"/>
              </a:rPr>
              <a:t> </a:t>
            </a:r>
            <a:r>
              <a:rPr sz="1200" b="1" spc="-10" dirty="0">
                <a:latin typeface="Times New Roman" panose="02020603050405020304"/>
                <a:cs typeface="Times New Roman" panose="02020603050405020304"/>
              </a:rPr>
              <a:t>Function</a:t>
            </a:r>
            <a:endParaRPr sz="1200">
              <a:latin typeface="Times New Roman" panose="02020603050405020304"/>
              <a:cs typeface="Times New Roman" panose="02020603050405020304"/>
            </a:endParaRPr>
          </a:p>
          <a:p>
            <a:pPr marL="12700">
              <a:lnSpc>
                <a:spcPts val="1370"/>
              </a:lnSpc>
            </a:pPr>
            <a:r>
              <a:rPr sz="1200" dirty="0">
                <a:latin typeface="Times New Roman" panose="02020603050405020304"/>
                <a:cs typeface="Times New Roman" panose="02020603050405020304"/>
              </a:rPr>
              <a:t>void</a:t>
            </a:r>
            <a:r>
              <a:rPr sz="1200" spc="-25" dirty="0">
                <a:latin typeface="Times New Roman" panose="02020603050405020304"/>
                <a:cs typeface="Times New Roman" panose="02020603050405020304"/>
              </a:rPr>
              <a:t> </a:t>
            </a:r>
            <a:r>
              <a:rPr sz="1200" spc="-10" dirty="0">
                <a:latin typeface="Times New Roman" panose="02020603050405020304"/>
                <a:cs typeface="Times New Roman" panose="02020603050405020304"/>
              </a:rPr>
              <a:t>main()</a:t>
            </a:r>
            <a:endParaRPr sz="1200">
              <a:latin typeface="Times New Roman" panose="02020603050405020304"/>
              <a:cs typeface="Times New Roman" panose="02020603050405020304"/>
            </a:endParaRPr>
          </a:p>
          <a:p>
            <a:pPr marL="12700">
              <a:lnSpc>
                <a:spcPts val="1380"/>
              </a:lnSpc>
            </a:pPr>
            <a:r>
              <a:rPr sz="1200" spc="-50" dirty="0">
                <a:latin typeface="Times New Roman" panose="02020603050405020304"/>
                <a:cs typeface="Times New Roman" panose="02020603050405020304"/>
              </a:rPr>
              <a:t>{</a:t>
            </a:r>
            <a:endParaRPr sz="1200">
              <a:latin typeface="Times New Roman" panose="02020603050405020304"/>
              <a:cs typeface="Times New Roman" panose="02020603050405020304"/>
            </a:endParaRPr>
          </a:p>
          <a:p>
            <a:pPr marL="165100">
              <a:lnSpc>
                <a:spcPts val="1380"/>
              </a:lnSpc>
            </a:pPr>
            <a:r>
              <a:rPr sz="1200" dirty="0">
                <a:latin typeface="Times New Roman" panose="02020603050405020304"/>
                <a:cs typeface="Times New Roman" panose="02020603050405020304"/>
              </a:rPr>
              <a:t>int</a:t>
            </a:r>
            <a:r>
              <a:rPr sz="1200" spc="-10" dirty="0">
                <a:latin typeface="Times New Roman" panose="02020603050405020304"/>
                <a:cs typeface="Times New Roman" panose="02020603050405020304"/>
              </a:rPr>
              <a:t> i,n,a[100];</a:t>
            </a:r>
            <a:endParaRPr sz="1200">
              <a:latin typeface="Times New Roman" panose="02020603050405020304"/>
              <a:cs typeface="Times New Roman" panose="02020603050405020304"/>
            </a:endParaRPr>
          </a:p>
          <a:p>
            <a:pPr marL="165100" marR="3606165">
              <a:lnSpc>
                <a:spcPts val="1380"/>
              </a:lnSpc>
              <a:spcBef>
                <a:spcPts val="65"/>
              </a:spcBef>
            </a:pPr>
            <a:r>
              <a:rPr sz="1200" spc="-10" dirty="0">
                <a:latin typeface="Times New Roman" panose="02020603050405020304"/>
                <a:cs typeface="Times New Roman" panose="02020603050405020304"/>
              </a:rPr>
              <a:t>printf("Enter</a:t>
            </a:r>
            <a:r>
              <a:rPr sz="1200" spc="-5" dirty="0">
                <a:latin typeface="Times New Roman" panose="02020603050405020304"/>
                <a:cs typeface="Times New Roman" panose="02020603050405020304"/>
              </a:rPr>
              <a:t> </a:t>
            </a:r>
            <a:r>
              <a:rPr sz="1200" dirty="0">
                <a:latin typeface="Times New Roman" panose="02020603050405020304"/>
                <a:cs typeface="Times New Roman" panose="02020603050405020304"/>
              </a:rPr>
              <a:t>the</a:t>
            </a:r>
            <a:r>
              <a:rPr sz="1200" spc="-10" dirty="0">
                <a:latin typeface="Times New Roman" panose="02020603050405020304"/>
                <a:cs typeface="Times New Roman" panose="02020603050405020304"/>
              </a:rPr>
              <a:t> </a:t>
            </a:r>
            <a:r>
              <a:rPr sz="1200" dirty="0">
                <a:latin typeface="Times New Roman" panose="02020603050405020304"/>
                <a:cs typeface="Times New Roman" panose="02020603050405020304"/>
              </a:rPr>
              <a:t>value</a:t>
            </a:r>
            <a:r>
              <a:rPr sz="1200" spc="5" dirty="0">
                <a:latin typeface="Times New Roman" panose="02020603050405020304"/>
                <a:cs typeface="Times New Roman" panose="02020603050405020304"/>
              </a:rPr>
              <a:t> </a:t>
            </a:r>
            <a:r>
              <a:rPr sz="1200" dirty="0">
                <a:latin typeface="Times New Roman" panose="02020603050405020304"/>
                <a:cs typeface="Times New Roman" panose="02020603050405020304"/>
              </a:rPr>
              <a:t>for</a:t>
            </a:r>
            <a:r>
              <a:rPr sz="1200" spc="-5" dirty="0">
                <a:latin typeface="Times New Roman" panose="02020603050405020304"/>
                <a:cs typeface="Times New Roman" panose="02020603050405020304"/>
              </a:rPr>
              <a:t> </a:t>
            </a:r>
            <a:r>
              <a:rPr sz="1200" spc="-10" dirty="0">
                <a:latin typeface="Times New Roman" panose="02020603050405020304"/>
                <a:cs typeface="Times New Roman" panose="02020603050405020304"/>
              </a:rPr>
              <a:t>n\n"); scanf("%d",&amp;n); for(i=0;i&lt;n;i++) scanf("%d",&amp;a[i]);</a:t>
            </a:r>
            <a:endParaRPr sz="1200">
              <a:latin typeface="Times New Roman" panose="02020603050405020304"/>
              <a:cs typeface="Times New Roman" panose="02020603050405020304"/>
            </a:endParaRPr>
          </a:p>
        </p:txBody>
      </p:sp>
      <p:sp>
        <p:nvSpPr>
          <p:cNvPr id="7" name="object 7"/>
          <p:cNvSpPr txBox="1">
            <a:spLocks noGrp="1"/>
          </p:cNvSpPr>
          <p:nvPr>
            <p:ph type="ftr" sz="quarter" idx="5"/>
          </p:nvPr>
        </p:nvSpPr>
        <p:spPr>
          <a:prstGeom prst="rect">
            <a:avLst/>
          </a:prstGeom>
        </p:spPr>
        <p:txBody>
          <a:bodyPr vert="horz" wrap="square" lIns="0" tIns="5080" rIns="0" bIns="0" rtlCol="0">
            <a:spAutoFit/>
          </a:bodyPr>
          <a:lstStyle/>
          <a:p>
            <a:pPr marL="279400">
              <a:lnSpc>
                <a:spcPct val="100000"/>
              </a:lnSpc>
              <a:spcBef>
                <a:spcPts val="40"/>
              </a:spcBef>
            </a:pPr>
            <a:r>
              <a:rPr dirty="0"/>
              <a:t>Dept.</a:t>
            </a:r>
            <a:r>
              <a:rPr spc="-15" dirty="0"/>
              <a:t> </a:t>
            </a:r>
            <a:r>
              <a:rPr dirty="0"/>
              <a:t>of</a:t>
            </a:r>
            <a:r>
              <a:rPr spc="-25" dirty="0"/>
              <a:t> ISE</a:t>
            </a:r>
            <a:endParaRPr spc="-25" dirty="0"/>
          </a:p>
        </p:txBody>
      </p:sp>
      <p:sp>
        <p:nvSpPr>
          <p:cNvPr id="8" name="object 8"/>
          <p:cNvSpPr txBox="1">
            <a:spLocks noGrp="1"/>
          </p:cNvSpPr>
          <p:nvPr>
            <p:ph type="sldNum" sz="quarter" idx="7"/>
          </p:nvPr>
        </p:nvSpPr>
        <p:spPr>
          <a:prstGeom prst="rect">
            <a:avLst/>
          </a:prstGeom>
        </p:spPr>
        <p:txBody>
          <a:bodyPr vert="horz" wrap="square" lIns="0" tIns="5080" rIns="0" bIns="0" rtlCol="0">
            <a:spAutoFit/>
          </a:bodyPr>
          <a:lstStyle/>
          <a:p>
            <a:pPr marL="52070">
              <a:lnSpc>
                <a:spcPct val="100000"/>
              </a:lnSpc>
              <a:spcBef>
                <a:spcPts val="40"/>
              </a:spcBef>
            </a:pPr>
            <a:r>
              <a:rPr dirty="0"/>
              <a:t>Page</a:t>
            </a:r>
            <a:r>
              <a:rPr spc="-30" dirty="0"/>
              <a:t> </a:t>
            </a:r>
            <a:r>
              <a:rPr spc="-25" dirty="0"/>
              <a:t>30</a:t>
            </a:r>
            <a:endParaRPr spc="-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2004" y="380491"/>
            <a:ext cx="140144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Cambria" panose="02040503050406030204"/>
                <a:cs typeface="Cambria" panose="02040503050406030204"/>
              </a:rPr>
              <a:t>Software</a:t>
            </a:r>
            <a:r>
              <a:rPr sz="1200" spc="-15" dirty="0">
                <a:latin typeface="Cambria" panose="02040503050406030204"/>
                <a:cs typeface="Cambria" panose="02040503050406030204"/>
              </a:rPr>
              <a:t> </a:t>
            </a:r>
            <a:r>
              <a:rPr sz="1200" dirty="0">
                <a:latin typeface="Cambria" panose="02040503050406030204"/>
                <a:cs typeface="Cambria" panose="02040503050406030204"/>
              </a:rPr>
              <a:t>Testing</a:t>
            </a:r>
            <a:r>
              <a:rPr sz="1200" spc="-15" dirty="0">
                <a:latin typeface="Cambria" panose="02040503050406030204"/>
                <a:cs typeface="Cambria" panose="02040503050406030204"/>
              </a:rPr>
              <a:t> </a:t>
            </a:r>
            <a:r>
              <a:rPr sz="1200" spc="-25" dirty="0">
                <a:latin typeface="Cambria" panose="02040503050406030204"/>
                <a:cs typeface="Cambria" panose="02040503050406030204"/>
              </a:rPr>
              <a:t>Lab</a:t>
            </a:r>
            <a:endParaRPr sz="1200">
              <a:latin typeface="Cambria" panose="02040503050406030204"/>
              <a:cs typeface="Cambria" panose="02040503050406030204"/>
            </a:endParaRPr>
          </a:p>
        </p:txBody>
      </p:sp>
      <p:sp>
        <p:nvSpPr>
          <p:cNvPr id="3" name="object 3"/>
          <p:cNvSpPr txBox="1"/>
          <p:nvPr/>
        </p:nvSpPr>
        <p:spPr>
          <a:xfrm>
            <a:off x="6412229" y="380491"/>
            <a:ext cx="289560"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Cambria" panose="02040503050406030204"/>
                <a:cs typeface="Cambria" panose="02040503050406030204"/>
              </a:rPr>
              <a:t>MIT</a:t>
            </a:r>
            <a:endParaRPr sz="1200">
              <a:latin typeface="Cambria" panose="02040503050406030204"/>
              <a:cs typeface="Cambria" panose="02040503050406030204"/>
            </a:endParaRPr>
          </a:p>
        </p:txBody>
      </p:sp>
      <p:sp>
        <p:nvSpPr>
          <p:cNvPr id="4" name="object 4"/>
          <p:cNvSpPr/>
          <p:nvPr/>
        </p:nvSpPr>
        <p:spPr>
          <a:xfrm>
            <a:off x="896416" y="620267"/>
            <a:ext cx="5769610" cy="56515"/>
          </a:xfrm>
          <a:custGeom>
            <a:avLst/>
            <a:gdLst/>
            <a:ahLst/>
            <a:cxnLst/>
            <a:rect l="l" t="t" r="r" b="b"/>
            <a:pathLst>
              <a:path w="5769609" h="56515">
                <a:moveTo>
                  <a:pt x="5769229" y="18288"/>
                </a:moveTo>
                <a:lnTo>
                  <a:pt x="0" y="18288"/>
                </a:lnTo>
                <a:lnTo>
                  <a:pt x="0" y="56388"/>
                </a:lnTo>
                <a:lnTo>
                  <a:pt x="5769229" y="56388"/>
                </a:lnTo>
                <a:lnTo>
                  <a:pt x="5769229" y="18288"/>
                </a:lnTo>
                <a:close/>
              </a:path>
              <a:path w="5769609" h="56515">
                <a:moveTo>
                  <a:pt x="5769229" y="0"/>
                </a:moveTo>
                <a:lnTo>
                  <a:pt x="0" y="0"/>
                </a:lnTo>
                <a:lnTo>
                  <a:pt x="0" y="9144"/>
                </a:lnTo>
                <a:lnTo>
                  <a:pt x="5769229" y="9144"/>
                </a:lnTo>
                <a:lnTo>
                  <a:pt x="5769229" y="0"/>
                </a:lnTo>
                <a:close/>
              </a:path>
            </a:pathLst>
          </a:custGeom>
          <a:solidFill>
            <a:srgbClr val="612322"/>
          </a:solidFill>
        </p:spPr>
        <p:txBody>
          <a:bodyPr wrap="square" lIns="0" tIns="0" rIns="0" bIns="0" rtlCol="0"/>
          <a:lstStyle/>
          <a:p/>
        </p:txBody>
      </p:sp>
      <p:sp>
        <p:nvSpPr>
          <p:cNvPr id="5" name="object 5"/>
          <p:cNvSpPr/>
          <p:nvPr/>
        </p:nvSpPr>
        <p:spPr>
          <a:xfrm>
            <a:off x="896416" y="9963911"/>
            <a:ext cx="5769610" cy="56515"/>
          </a:xfrm>
          <a:custGeom>
            <a:avLst/>
            <a:gdLst/>
            <a:ahLst/>
            <a:cxnLst/>
            <a:rect l="l" t="t" r="r" b="b"/>
            <a:pathLst>
              <a:path w="5769609" h="56515">
                <a:moveTo>
                  <a:pt x="5769229" y="47256"/>
                </a:moveTo>
                <a:lnTo>
                  <a:pt x="0" y="47256"/>
                </a:lnTo>
                <a:lnTo>
                  <a:pt x="0" y="56388"/>
                </a:lnTo>
                <a:lnTo>
                  <a:pt x="5769229" y="56388"/>
                </a:lnTo>
                <a:lnTo>
                  <a:pt x="5769229" y="47256"/>
                </a:lnTo>
                <a:close/>
              </a:path>
              <a:path w="5769609" h="56515">
                <a:moveTo>
                  <a:pt x="5769229" y="0"/>
                </a:moveTo>
                <a:lnTo>
                  <a:pt x="0" y="0"/>
                </a:lnTo>
                <a:lnTo>
                  <a:pt x="0" y="38100"/>
                </a:lnTo>
                <a:lnTo>
                  <a:pt x="5769229" y="38100"/>
                </a:lnTo>
                <a:lnTo>
                  <a:pt x="5769229" y="0"/>
                </a:lnTo>
                <a:close/>
              </a:path>
            </a:pathLst>
          </a:custGeom>
          <a:solidFill>
            <a:srgbClr val="612322"/>
          </a:solidFill>
        </p:spPr>
        <p:txBody>
          <a:bodyPr wrap="square" lIns="0" tIns="0" rIns="0" bIns="0" rtlCol="0"/>
          <a:lstStyle/>
          <a:p/>
        </p:txBody>
      </p:sp>
      <p:sp>
        <p:nvSpPr>
          <p:cNvPr id="6" name="object 6"/>
          <p:cNvSpPr txBox="1"/>
          <p:nvPr/>
        </p:nvSpPr>
        <p:spPr>
          <a:xfrm>
            <a:off x="902004" y="823976"/>
            <a:ext cx="4307205" cy="1795145"/>
          </a:xfrm>
          <a:prstGeom prst="rect">
            <a:avLst/>
          </a:prstGeom>
        </p:spPr>
        <p:txBody>
          <a:bodyPr vert="horz" wrap="square" lIns="0" tIns="20320" rIns="0" bIns="0" rtlCol="0">
            <a:spAutoFit/>
          </a:bodyPr>
          <a:lstStyle/>
          <a:p>
            <a:pPr marL="165100" marR="2270125">
              <a:lnSpc>
                <a:spcPct val="96000"/>
              </a:lnSpc>
              <a:spcBef>
                <a:spcPts val="160"/>
              </a:spcBef>
            </a:pPr>
            <a:r>
              <a:rPr sz="1200" spc="-10" dirty="0">
                <a:latin typeface="Times New Roman" panose="02020603050405020304"/>
                <a:cs typeface="Times New Roman" panose="02020603050405020304"/>
              </a:rPr>
              <a:t>quick_sort(a,0,n-</a:t>
            </a:r>
            <a:r>
              <a:rPr sz="1200" spc="-25" dirty="0">
                <a:latin typeface="Times New Roman" panose="02020603050405020304"/>
                <a:cs typeface="Times New Roman" panose="02020603050405020304"/>
              </a:rPr>
              <a:t>1); </a:t>
            </a:r>
            <a:r>
              <a:rPr sz="1200" dirty="0">
                <a:latin typeface="Times New Roman" panose="02020603050405020304"/>
                <a:cs typeface="Times New Roman" panose="02020603050405020304"/>
              </a:rPr>
              <a:t>printf("The</a:t>
            </a:r>
            <a:r>
              <a:rPr sz="1200" spc="-45" dirty="0">
                <a:latin typeface="Times New Roman" panose="02020603050405020304"/>
                <a:cs typeface="Times New Roman" panose="02020603050405020304"/>
              </a:rPr>
              <a:t> </a:t>
            </a:r>
            <a:r>
              <a:rPr sz="1200" dirty="0">
                <a:latin typeface="Times New Roman" panose="02020603050405020304"/>
                <a:cs typeface="Times New Roman" panose="02020603050405020304"/>
              </a:rPr>
              <a:t>sorted</a:t>
            </a:r>
            <a:r>
              <a:rPr sz="1200" spc="-30" dirty="0">
                <a:latin typeface="Times New Roman" panose="02020603050405020304"/>
                <a:cs typeface="Times New Roman" panose="02020603050405020304"/>
              </a:rPr>
              <a:t> </a:t>
            </a:r>
            <a:r>
              <a:rPr sz="1200" dirty="0">
                <a:latin typeface="Times New Roman" panose="02020603050405020304"/>
                <a:cs typeface="Times New Roman" panose="02020603050405020304"/>
              </a:rPr>
              <a:t>array</a:t>
            </a:r>
            <a:r>
              <a:rPr sz="1200" spc="-55" dirty="0">
                <a:latin typeface="Times New Roman" panose="02020603050405020304"/>
                <a:cs typeface="Times New Roman" panose="02020603050405020304"/>
              </a:rPr>
              <a:t> </a:t>
            </a:r>
            <a:r>
              <a:rPr sz="1200" spc="-10" dirty="0">
                <a:latin typeface="Times New Roman" panose="02020603050405020304"/>
                <a:cs typeface="Times New Roman" panose="02020603050405020304"/>
              </a:rPr>
              <a:t>is\n"); for(i=0;i&lt;n;i++) printf("%d\n",a[i]);</a:t>
            </a:r>
            <a:endParaRPr sz="1200">
              <a:latin typeface="Times New Roman" panose="02020603050405020304"/>
              <a:cs typeface="Times New Roman" panose="02020603050405020304"/>
            </a:endParaRPr>
          </a:p>
          <a:p>
            <a:pPr marL="12700">
              <a:lnSpc>
                <a:spcPts val="1380"/>
              </a:lnSpc>
            </a:pPr>
            <a:r>
              <a:rPr sz="1200" spc="-50" dirty="0">
                <a:latin typeface="Times New Roman" panose="02020603050405020304"/>
                <a:cs typeface="Times New Roman" panose="02020603050405020304"/>
              </a:rPr>
              <a:t>}</a:t>
            </a:r>
            <a:endParaRPr sz="1200">
              <a:latin typeface="Times New Roman" panose="02020603050405020304"/>
              <a:cs typeface="Times New Roman" panose="02020603050405020304"/>
            </a:endParaRPr>
          </a:p>
          <a:p>
            <a:pPr marL="1461770">
              <a:lnSpc>
                <a:spcPct val="100000"/>
              </a:lnSpc>
              <a:spcBef>
                <a:spcPts val="1335"/>
              </a:spcBef>
            </a:pPr>
            <a:r>
              <a:rPr sz="1400" b="1" dirty="0">
                <a:latin typeface="Times New Roman" panose="02020603050405020304"/>
                <a:cs typeface="Times New Roman" panose="02020603050405020304"/>
              </a:rPr>
              <a:t>Quick</a:t>
            </a:r>
            <a:r>
              <a:rPr sz="1400" b="1" spc="-35" dirty="0">
                <a:latin typeface="Times New Roman" panose="02020603050405020304"/>
                <a:cs typeface="Times New Roman" panose="02020603050405020304"/>
              </a:rPr>
              <a:t> </a:t>
            </a:r>
            <a:r>
              <a:rPr sz="1400" b="1" dirty="0">
                <a:latin typeface="Times New Roman" panose="02020603050405020304"/>
                <a:cs typeface="Times New Roman" panose="02020603050405020304"/>
              </a:rPr>
              <a:t>sort</a:t>
            </a:r>
            <a:r>
              <a:rPr sz="1400" b="1" spc="-10" dirty="0">
                <a:latin typeface="Times New Roman" panose="02020603050405020304"/>
                <a:cs typeface="Times New Roman" panose="02020603050405020304"/>
              </a:rPr>
              <a:t> </a:t>
            </a:r>
            <a:r>
              <a:rPr sz="1400" b="1" dirty="0">
                <a:latin typeface="Times New Roman" panose="02020603050405020304"/>
                <a:cs typeface="Times New Roman" panose="02020603050405020304"/>
              </a:rPr>
              <a:t>function</a:t>
            </a:r>
            <a:r>
              <a:rPr sz="1400" b="1" spc="-10" dirty="0">
                <a:latin typeface="Times New Roman" panose="02020603050405020304"/>
                <a:cs typeface="Times New Roman" panose="02020603050405020304"/>
              </a:rPr>
              <a:t> </a:t>
            </a:r>
            <a:r>
              <a:rPr sz="1400" b="1" dirty="0">
                <a:latin typeface="Times New Roman" panose="02020603050405020304"/>
                <a:cs typeface="Times New Roman" panose="02020603050405020304"/>
              </a:rPr>
              <a:t>with</a:t>
            </a:r>
            <a:r>
              <a:rPr sz="1400" b="1" spc="-5" dirty="0">
                <a:latin typeface="Times New Roman" panose="02020603050405020304"/>
                <a:cs typeface="Times New Roman" panose="02020603050405020304"/>
              </a:rPr>
              <a:t> </a:t>
            </a:r>
            <a:r>
              <a:rPr sz="1400" b="1" dirty="0">
                <a:latin typeface="Times New Roman" panose="02020603050405020304"/>
                <a:cs typeface="Times New Roman" panose="02020603050405020304"/>
              </a:rPr>
              <a:t>line</a:t>
            </a:r>
            <a:r>
              <a:rPr sz="1400" b="1" spc="-10" dirty="0">
                <a:latin typeface="Times New Roman" panose="02020603050405020304"/>
                <a:cs typeface="Times New Roman" panose="02020603050405020304"/>
              </a:rPr>
              <a:t> number</a:t>
            </a:r>
            <a:endParaRPr sz="1400">
              <a:latin typeface="Times New Roman" panose="02020603050405020304"/>
              <a:cs typeface="Times New Roman" panose="02020603050405020304"/>
            </a:endParaRPr>
          </a:p>
          <a:p>
            <a:pPr marL="12700">
              <a:lnSpc>
                <a:spcPts val="1410"/>
              </a:lnSpc>
              <a:spcBef>
                <a:spcPts val="1135"/>
              </a:spcBef>
            </a:pPr>
            <a:r>
              <a:rPr sz="1200" dirty="0">
                <a:latin typeface="Times New Roman" panose="02020603050405020304"/>
                <a:cs typeface="Times New Roman" panose="02020603050405020304"/>
              </a:rPr>
              <a:t>void</a:t>
            </a:r>
            <a:r>
              <a:rPr sz="1200" spc="-15" dirty="0">
                <a:latin typeface="Times New Roman" panose="02020603050405020304"/>
                <a:cs typeface="Times New Roman" panose="02020603050405020304"/>
              </a:rPr>
              <a:t> </a:t>
            </a:r>
            <a:r>
              <a:rPr sz="1200" spc="-10" dirty="0">
                <a:latin typeface="Times New Roman" panose="02020603050405020304"/>
                <a:cs typeface="Times New Roman" panose="02020603050405020304"/>
              </a:rPr>
              <a:t>quick_sort(int </a:t>
            </a:r>
            <a:r>
              <a:rPr sz="1200" dirty="0">
                <a:latin typeface="Times New Roman" panose="02020603050405020304"/>
                <a:cs typeface="Times New Roman" panose="02020603050405020304"/>
              </a:rPr>
              <a:t>a[100],int</a:t>
            </a:r>
            <a:r>
              <a:rPr sz="1200" spc="-15" dirty="0">
                <a:latin typeface="Times New Roman" panose="02020603050405020304"/>
                <a:cs typeface="Times New Roman" panose="02020603050405020304"/>
              </a:rPr>
              <a:t> </a:t>
            </a:r>
            <a:r>
              <a:rPr sz="1200" dirty="0">
                <a:latin typeface="Times New Roman" panose="02020603050405020304"/>
                <a:cs typeface="Times New Roman" panose="02020603050405020304"/>
              </a:rPr>
              <a:t>low,int</a:t>
            </a:r>
            <a:r>
              <a:rPr sz="1200" spc="-10" dirty="0">
                <a:latin typeface="Times New Roman" panose="02020603050405020304"/>
                <a:cs typeface="Times New Roman" panose="02020603050405020304"/>
              </a:rPr>
              <a:t> </a:t>
            </a:r>
            <a:r>
              <a:rPr sz="1200" spc="-20" dirty="0">
                <a:latin typeface="Times New Roman" panose="02020603050405020304"/>
                <a:cs typeface="Times New Roman" panose="02020603050405020304"/>
              </a:rPr>
              <a:t>high)</a:t>
            </a:r>
            <a:endParaRPr sz="1200">
              <a:latin typeface="Times New Roman" panose="02020603050405020304"/>
              <a:cs typeface="Times New Roman" panose="02020603050405020304"/>
            </a:endParaRPr>
          </a:p>
          <a:p>
            <a:pPr marL="12700">
              <a:lnSpc>
                <a:spcPts val="1410"/>
              </a:lnSpc>
            </a:pPr>
            <a:r>
              <a:rPr sz="1200" spc="-50" dirty="0">
                <a:latin typeface="Times New Roman" panose="02020603050405020304"/>
                <a:cs typeface="Times New Roman" panose="02020603050405020304"/>
              </a:rPr>
              <a:t>{</a:t>
            </a:r>
            <a:endParaRPr sz="1200">
              <a:latin typeface="Times New Roman" panose="02020603050405020304"/>
              <a:cs typeface="Times New Roman" panose="02020603050405020304"/>
            </a:endParaRPr>
          </a:p>
        </p:txBody>
      </p:sp>
      <p:sp>
        <p:nvSpPr>
          <p:cNvPr id="22" name="object 22"/>
          <p:cNvSpPr txBox="1">
            <a:spLocks noGrp="1"/>
          </p:cNvSpPr>
          <p:nvPr>
            <p:ph type="ftr" sz="quarter" idx="5"/>
          </p:nvPr>
        </p:nvSpPr>
        <p:spPr>
          <a:prstGeom prst="rect">
            <a:avLst/>
          </a:prstGeom>
        </p:spPr>
        <p:txBody>
          <a:bodyPr vert="horz" wrap="square" lIns="0" tIns="5080" rIns="0" bIns="0" rtlCol="0">
            <a:spAutoFit/>
          </a:bodyPr>
          <a:lstStyle/>
          <a:p>
            <a:pPr marL="279400">
              <a:lnSpc>
                <a:spcPct val="100000"/>
              </a:lnSpc>
              <a:spcBef>
                <a:spcPts val="40"/>
              </a:spcBef>
            </a:pPr>
            <a:r>
              <a:rPr dirty="0"/>
              <a:t>Dept.</a:t>
            </a:r>
            <a:r>
              <a:rPr spc="-15" dirty="0"/>
              <a:t> </a:t>
            </a:r>
            <a:r>
              <a:rPr dirty="0"/>
              <a:t>of</a:t>
            </a:r>
            <a:r>
              <a:rPr spc="-25" dirty="0"/>
              <a:t> ISE</a:t>
            </a:r>
            <a:endParaRPr spc="-25" dirty="0"/>
          </a:p>
        </p:txBody>
      </p:sp>
      <p:sp>
        <p:nvSpPr>
          <p:cNvPr id="23" name="object 23"/>
          <p:cNvSpPr txBox="1">
            <a:spLocks noGrp="1"/>
          </p:cNvSpPr>
          <p:nvPr>
            <p:ph type="sldNum" sz="quarter" idx="7"/>
          </p:nvPr>
        </p:nvSpPr>
        <p:spPr>
          <a:prstGeom prst="rect">
            <a:avLst/>
          </a:prstGeom>
        </p:spPr>
        <p:txBody>
          <a:bodyPr vert="horz" wrap="square" lIns="0" tIns="5080" rIns="0" bIns="0" rtlCol="0">
            <a:spAutoFit/>
          </a:bodyPr>
          <a:lstStyle/>
          <a:p>
            <a:pPr marL="52070">
              <a:lnSpc>
                <a:spcPct val="100000"/>
              </a:lnSpc>
              <a:spcBef>
                <a:spcPts val="40"/>
              </a:spcBef>
            </a:pPr>
            <a:r>
              <a:rPr dirty="0"/>
              <a:t>Page</a:t>
            </a:r>
            <a:r>
              <a:rPr spc="-30" dirty="0"/>
              <a:t> </a:t>
            </a:r>
            <a:r>
              <a:rPr spc="-25" dirty="0"/>
              <a:t>31</a:t>
            </a:r>
            <a:endParaRPr spc="-25" dirty="0"/>
          </a:p>
        </p:txBody>
      </p:sp>
      <p:sp>
        <p:nvSpPr>
          <p:cNvPr id="7" name="object 7"/>
          <p:cNvSpPr txBox="1"/>
          <p:nvPr/>
        </p:nvSpPr>
        <p:spPr>
          <a:xfrm>
            <a:off x="5017389" y="2585973"/>
            <a:ext cx="101600" cy="383540"/>
          </a:xfrm>
          <a:prstGeom prst="rect">
            <a:avLst/>
          </a:prstGeom>
        </p:spPr>
        <p:txBody>
          <a:bodyPr vert="horz" wrap="square" lIns="0" tIns="12700" rIns="0" bIns="0" rtlCol="0">
            <a:spAutoFit/>
          </a:bodyPr>
          <a:lstStyle/>
          <a:p>
            <a:pPr marL="12700">
              <a:lnSpc>
                <a:spcPts val="1410"/>
              </a:lnSpc>
              <a:spcBef>
                <a:spcPts val="100"/>
              </a:spcBef>
            </a:pPr>
            <a:r>
              <a:rPr sz="1200" spc="-50" dirty="0">
                <a:latin typeface="Times New Roman" panose="02020603050405020304"/>
                <a:cs typeface="Times New Roman" panose="02020603050405020304"/>
              </a:rPr>
              <a:t>1</a:t>
            </a:r>
            <a:endParaRPr sz="1200">
              <a:latin typeface="Times New Roman" panose="02020603050405020304"/>
              <a:cs typeface="Times New Roman" panose="02020603050405020304"/>
            </a:endParaRPr>
          </a:p>
          <a:p>
            <a:pPr marL="12700">
              <a:lnSpc>
                <a:spcPts val="1410"/>
              </a:lnSpc>
            </a:pPr>
            <a:r>
              <a:rPr sz="1200" spc="-50" dirty="0">
                <a:latin typeface="Times New Roman" panose="02020603050405020304"/>
                <a:cs typeface="Times New Roman" panose="02020603050405020304"/>
              </a:rPr>
              <a:t>2</a:t>
            </a:r>
            <a:endParaRPr sz="1200">
              <a:latin typeface="Times New Roman" panose="02020603050405020304"/>
              <a:cs typeface="Times New Roman" panose="02020603050405020304"/>
            </a:endParaRPr>
          </a:p>
        </p:txBody>
      </p:sp>
      <p:sp>
        <p:nvSpPr>
          <p:cNvPr id="8" name="object 8"/>
          <p:cNvSpPr txBox="1"/>
          <p:nvPr/>
        </p:nvSpPr>
        <p:spPr>
          <a:xfrm>
            <a:off x="1054404" y="2585973"/>
            <a:ext cx="1076325" cy="1085215"/>
          </a:xfrm>
          <a:prstGeom prst="rect">
            <a:avLst/>
          </a:prstGeom>
        </p:spPr>
        <p:txBody>
          <a:bodyPr vert="horz" wrap="square" lIns="0" tIns="24765" rIns="0" bIns="0" rtlCol="0">
            <a:spAutoFit/>
          </a:bodyPr>
          <a:lstStyle/>
          <a:p>
            <a:pPr marL="12700" marR="93345">
              <a:lnSpc>
                <a:spcPts val="1380"/>
              </a:lnSpc>
              <a:spcBef>
                <a:spcPts val="195"/>
              </a:spcBef>
            </a:pPr>
            <a:r>
              <a:rPr sz="1200" dirty="0">
                <a:latin typeface="Times New Roman" panose="02020603050405020304"/>
                <a:cs typeface="Times New Roman" panose="02020603050405020304"/>
              </a:rPr>
              <a:t>int</a:t>
            </a:r>
            <a:r>
              <a:rPr sz="1200" spc="-15" dirty="0">
                <a:latin typeface="Times New Roman" panose="02020603050405020304"/>
                <a:cs typeface="Times New Roman" panose="02020603050405020304"/>
              </a:rPr>
              <a:t> </a:t>
            </a:r>
            <a:r>
              <a:rPr sz="1200" spc="-10" dirty="0">
                <a:latin typeface="Times New Roman" panose="02020603050405020304"/>
                <a:cs typeface="Times New Roman" panose="02020603050405020304"/>
              </a:rPr>
              <a:t>i,j,temp,key; if(low&lt;high)</a:t>
            </a:r>
            <a:endParaRPr sz="1200">
              <a:latin typeface="Times New Roman" panose="02020603050405020304"/>
              <a:cs typeface="Times New Roman" panose="02020603050405020304"/>
            </a:endParaRPr>
          </a:p>
          <a:p>
            <a:pPr marL="12700">
              <a:lnSpc>
                <a:spcPts val="1315"/>
              </a:lnSpc>
            </a:pPr>
            <a:r>
              <a:rPr sz="1200" spc="-50" dirty="0">
                <a:latin typeface="Times New Roman" panose="02020603050405020304"/>
                <a:cs typeface="Times New Roman" panose="02020603050405020304"/>
              </a:rPr>
              <a:t>{</a:t>
            </a:r>
            <a:endParaRPr sz="1200">
              <a:latin typeface="Times New Roman" panose="02020603050405020304"/>
              <a:cs typeface="Times New Roman" panose="02020603050405020304"/>
            </a:endParaRPr>
          </a:p>
          <a:p>
            <a:pPr marL="316865" marR="5080">
              <a:lnSpc>
                <a:spcPts val="1380"/>
              </a:lnSpc>
              <a:spcBef>
                <a:spcPts val="65"/>
              </a:spcBef>
            </a:pPr>
            <a:r>
              <a:rPr sz="1200" spc="-10" dirty="0">
                <a:latin typeface="Times New Roman" panose="02020603050405020304"/>
                <a:cs typeface="Times New Roman" panose="02020603050405020304"/>
              </a:rPr>
              <a:t>key=a[low]; i=low; j=high;</a:t>
            </a:r>
            <a:endParaRPr sz="1200">
              <a:latin typeface="Times New Roman" panose="02020603050405020304"/>
              <a:cs typeface="Times New Roman" panose="02020603050405020304"/>
            </a:endParaRPr>
          </a:p>
        </p:txBody>
      </p:sp>
      <p:sp>
        <p:nvSpPr>
          <p:cNvPr id="9" name="object 9"/>
          <p:cNvSpPr txBox="1"/>
          <p:nvPr/>
        </p:nvSpPr>
        <p:spPr>
          <a:xfrm>
            <a:off x="5017389" y="3112134"/>
            <a:ext cx="101600" cy="558800"/>
          </a:xfrm>
          <a:prstGeom prst="rect">
            <a:avLst/>
          </a:prstGeom>
        </p:spPr>
        <p:txBody>
          <a:bodyPr vert="horz" wrap="square" lIns="0" tIns="12700" rIns="0" bIns="0" rtlCol="0">
            <a:spAutoFit/>
          </a:bodyPr>
          <a:lstStyle/>
          <a:p>
            <a:pPr marL="12700">
              <a:lnSpc>
                <a:spcPts val="1410"/>
              </a:lnSpc>
              <a:spcBef>
                <a:spcPts val="100"/>
              </a:spcBef>
            </a:pPr>
            <a:r>
              <a:rPr sz="1200" spc="-50" dirty="0">
                <a:latin typeface="Times New Roman" panose="02020603050405020304"/>
                <a:cs typeface="Times New Roman" panose="02020603050405020304"/>
              </a:rPr>
              <a:t>3</a:t>
            </a:r>
            <a:endParaRPr sz="1200">
              <a:latin typeface="Times New Roman" panose="02020603050405020304"/>
              <a:cs typeface="Times New Roman" panose="02020603050405020304"/>
            </a:endParaRPr>
          </a:p>
          <a:p>
            <a:pPr marL="12700">
              <a:lnSpc>
                <a:spcPts val="1380"/>
              </a:lnSpc>
            </a:pPr>
            <a:r>
              <a:rPr sz="1200" spc="-50" dirty="0">
                <a:latin typeface="Times New Roman" panose="02020603050405020304"/>
                <a:cs typeface="Times New Roman" panose="02020603050405020304"/>
              </a:rPr>
              <a:t>4</a:t>
            </a:r>
            <a:endParaRPr sz="1200">
              <a:latin typeface="Times New Roman" panose="02020603050405020304"/>
              <a:cs typeface="Times New Roman" panose="02020603050405020304"/>
            </a:endParaRPr>
          </a:p>
          <a:p>
            <a:pPr marL="12700">
              <a:lnSpc>
                <a:spcPts val="1410"/>
              </a:lnSpc>
            </a:pPr>
            <a:r>
              <a:rPr sz="1200" spc="-50" dirty="0">
                <a:latin typeface="Times New Roman" panose="02020603050405020304"/>
                <a:cs typeface="Times New Roman" panose="02020603050405020304"/>
              </a:rPr>
              <a:t>5</a:t>
            </a:r>
            <a:endParaRPr sz="1200">
              <a:latin typeface="Times New Roman" panose="02020603050405020304"/>
              <a:cs typeface="Times New Roman" panose="02020603050405020304"/>
            </a:endParaRPr>
          </a:p>
        </p:txBody>
      </p:sp>
      <p:sp>
        <p:nvSpPr>
          <p:cNvPr id="10" name="object 10"/>
          <p:cNvSpPr txBox="1"/>
          <p:nvPr/>
        </p:nvSpPr>
        <p:spPr>
          <a:xfrm>
            <a:off x="1054404" y="3991482"/>
            <a:ext cx="2281555" cy="2662555"/>
          </a:xfrm>
          <a:prstGeom prst="rect">
            <a:avLst/>
          </a:prstGeom>
        </p:spPr>
        <p:txBody>
          <a:bodyPr vert="horz" wrap="square" lIns="0" tIns="12700" rIns="0" bIns="0" rtlCol="0">
            <a:spAutoFit/>
          </a:bodyPr>
          <a:lstStyle/>
          <a:p>
            <a:pPr marL="12700">
              <a:lnSpc>
                <a:spcPts val="1400"/>
              </a:lnSpc>
              <a:spcBef>
                <a:spcPts val="100"/>
              </a:spcBef>
            </a:pPr>
            <a:r>
              <a:rPr sz="1200" b="1" dirty="0">
                <a:latin typeface="Times New Roman" panose="02020603050405020304"/>
                <a:cs typeface="Times New Roman" panose="02020603050405020304"/>
              </a:rPr>
              <a:t>//Partition</a:t>
            </a:r>
            <a:r>
              <a:rPr sz="1200" b="1" spc="-20"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the</a:t>
            </a:r>
            <a:r>
              <a:rPr sz="1200" b="1" spc="-25"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array</a:t>
            </a:r>
            <a:r>
              <a:rPr sz="1200" b="1" spc="-25"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into</a:t>
            </a:r>
            <a:r>
              <a:rPr sz="1200" b="1" spc="-20"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two</a:t>
            </a:r>
            <a:r>
              <a:rPr sz="1200" b="1" spc="-20" dirty="0">
                <a:latin typeface="Times New Roman" panose="02020603050405020304"/>
                <a:cs typeface="Times New Roman" panose="02020603050405020304"/>
              </a:rPr>
              <a:t> parts</a:t>
            </a:r>
            <a:endParaRPr sz="1200">
              <a:latin typeface="Times New Roman" panose="02020603050405020304"/>
              <a:cs typeface="Times New Roman" panose="02020603050405020304"/>
            </a:endParaRPr>
          </a:p>
          <a:p>
            <a:pPr marL="12700">
              <a:lnSpc>
                <a:spcPts val="1370"/>
              </a:lnSpc>
            </a:pPr>
            <a:r>
              <a:rPr sz="1200" spc="-10" dirty="0">
                <a:latin typeface="Times New Roman" panose="02020603050405020304"/>
                <a:cs typeface="Times New Roman" panose="02020603050405020304"/>
              </a:rPr>
              <a:t>while(i&lt;=j)</a:t>
            </a:r>
            <a:endParaRPr sz="1200">
              <a:latin typeface="Times New Roman" panose="02020603050405020304"/>
              <a:cs typeface="Times New Roman" panose="02020603050405020304"/>
            </a:endParaRPr>
          </a:p>
          <a:p>
            <a:pPr marL="12700">
              <a:lnSpc>
                <a:spcPts val="1380"/>
              </a:lnSpc>
            </a:pPr>
            <a:r>
              <a:rPr sz="1200" spc="-50" dirty="0">
                <a:latin typeface="Times New Roman" panose="02020603050405020304"/>
                <a:cs typeface="Times New Roman" panose="02020603050405020304"/>
              </a:rPr>
              <a:t>{</a:t>
            </a:r>
            <a:endParaRPr sz="1200">
              <a:latin typeface="Times New Roman" panose="02020603050405020304"/>
              <a:cs typeface="Times New Roman" panose="02020603050405020304"/>
            </a:endParaRPr>
          </a:p>
          <a:p>
            <a:pPr marL="316865" marR="912495">
              <a:lnSpc>
                <a:spcPts val="1380"/>
              </a:lnSpc>
              <a:spcBef>
                <a:spcPts val="65"/>
              </a:spcBef>
            </a:pPr>
            <a:r>
              <a:rPr sz="1200" spc="-10" dirty="0">
                <a:latin typeface="Times New Roman" panose="02020603050405020304"/>
                <a:cs typeface="Times New Roman" panose="02020603050405020304"/>
              </a:rPr>
              <a:t>while(key&gt;=a[i]) </a:t>
            </a:r>
            <a:r>
              <a:rPr sz="1200" spc="-20" dirty="0">
                <a:latin typeface="Times New Roman" panose="02020603050405020304"/>
                <a:cs typeface="Times New Roman" panose="02020603050405020304"/>
              </a:rPr>
              <a:t>i++;</a:t>
            </a:r>
            <a:endParaRPr sz="1200">
              <a:latin typeface="Times New Roman" panose="02020603050405020304"/>
              <a:cs typeface="Times New Roman" panose="02020603050405020304"/>
            </a:endParaRPr>
          </a:p>
          <a:p>
            <a:pPr marL="316865" marR="997585">
              <a:lnSpc>
                <a:spcPts val="1380"/>
              </a:lnSpc>
            </a:pPr>
            <a:r>
              <a:rPr sz="1200" spc="-10" dirty="0">
                <a:latin typeface="Times New Roman" panose="02020603050405020304"/>
                <a:cs typeface="Times New Roman" panose="02020603050405020304"/>
              </a:rPr>
              <a:t>while(key&lt;a[j]) j--</a:t>
            </a:r>
            <a:r>
              <a:rPr sz="1200" spc="-50" dirty="0">
                <a:latin typeface="Times New Roman" panose="02020603050405020304"/>
                <a:cs typeface="Times New Roman" panose="02020603050405020304"/>
              </a:rPr>
              <a:t>;</a:t>
            </a:r>
            <a:endParaRPr sz="1200">
              <a:latin typeface="Times New Roman" panose="02020603050405020304"/>
              <a:cs typeface="Times New Roman" panose="02020603050405020304"/>
            </a:endParaRPr>
          </a:p>
          <a:p>
            <a:pPr marL="316865">
              <a:lnSpc>
                <a:spcPts val="1315"/>
              </a:lnSpc>
            </a:pPr>
            <a:r>
              <a:rPr sz="1200" spc="-10" dirty="0">
                <a:latin typeface="Times New Roman" panose="02020603050405020304"/>
                <a:cs typeface="Times New Roman" panose="02020603050405020304"/>
              </a:rPr>
              <a:t>if(i&lt;j)</a:t>
            </a:r>
            <a:endParaRPr sz="1200">
              <a:latin typeface="Times New Roman" panose="02020603050405020304"/>
              <a:cs typeface="Times New Roman" panose="02020603050405020304"/>
            </a:endParaRPr>
          </a:p>
          <a:p>
            <a:pPr marL="316865">
              <a:lnSpc>
                <a:spcPts val="1380"/>
              </a:lnSpc>
            </a:pPr>
            <a:r>
              <a:rPr sz="1200" spc="-50" dirty="0">
                <a:latin typeface="Times New Roman" panose="02020603050405020304"/>
                <a:cs typeface="Times New Roman" panose="02020603050405020304"/>
              </a:rPr>
              <a:t>{</a:t>
            </a:r>
            <a:endParaRPr sz="1200">
              <a:latin typeface="Times New Roman" panose="02020603050405020304"/>
              <a:cs typeface="Times New Roman" panose="02020603050405020304"/>
            </a:endParaRPr>
          </a:p>
          <a:p>
            <a:pPr marL="774065" marR="853440">
              <a:lnSpc>
                <a:spcPts val="1380"/>
              </a:lnSpc>
              <a:spcBef>
                <a:spcPts val="65"/>
              </a:spcBef>
            </a:pPr>
            <a:r>
              <a:rPr sz="1200" spc="-10" dirty="0">
                <a:latin typeface="Times New Roman" panose="02020603050405020304"/>
                <a:cs typeface="Times New Roman" panose="02020603050405020304"/>
              </a:rPr>
              <a:t>temp=a[i]; a[i]=a[j]; a[j]=temp;</a:t>
            </a:r>
            <a:endParaRPr sz="1200">
              <a:latin typeface="Times New Roman" panose="02020603050405020304"/>
              <a:cs typeface="Times New Roman" panose="02020603050405020304"/>
            </a:endParaRPr>
          </a:p>
          <a:p>
            <a:pPr marL="316865">
              <a:lnSpc>
                <a:spcPts val="1315"/>
              </a:lnSpc>
            </a:pPr>
            <a:r>
              <a:rPr sz="1200" spc="-50" dirty="0">
                <a:latin typeface="Times New Roman" panose="02020603050405020304"/>
                <a:cs typeface="Times New Roman" panose="02020603050405020304"/>
              </a:rPr>
              <a:t>}</a:t>
            </a:r>
            <a:endParaRPr sz="1200">
              <a:latin typeface="Times New Roman" panose="02020603050405020304"/>
              <a:cs typeface="Times New Roman" panose="02020603050405020304"/>
            </a:endParaRPr>
          </a:p>
          <a:p>
            <a:pPr marL="12700">
              <a:lnSpc>
                <a:spcPts val="1390"/>
              </a:lnSpc>
            </a:pPr>
            <a:r>
              <a:rPr sz="1200" spc="-50" dirty="0">
                <a:latin typeface="Times New Roman" panose="02020603050405020304"/>
                <a:cs typeface="Times New Roman" panose="02020603050405020304"/>
              </a:rPr>
              <a:t>}</a:t>
            </a:r>
            <a:endParaRPr sz="1200">
              <a:latin typeface="Times New Roman" panose="02020603050405020304"/>
              <a:cs typeface="Times New Roman" panose="02020603050405020304"/>
            </a:endParaRPr>
          </a:p>
          <a:p>
            <a:pPr marL="12700">
              <a:lnSpc>
                <a:spcPts val="1420"/>
              </a:lnSpc>
            </a:pPr>
            <a:r>
              <a:rPr sz="1200" b="1" dirty="0">
                <a:latin typeface="Times New Roman" panose="02020603050405020304"/>
                <a:cs typeface="Times New Roman" panose="02020603050405020304"/>
              </a:rPr>
              <a:t>//partition</a:t>
            </a:r>
            <a:r>
              <a:rPr sz="1200" b="1" spc="-45" dirty="0">
                <a:latin typeface="Times New Roman" panose="02020603050405020304"/>
                <a:cs typeface="Times New Roman" panose="02020603050405020304"/>
              </a:rPr>
              <a:t> </a:t>
            </a:r>
            <a:r>
              <a:rPr sz="1200" b="1" spc="-10" dirty="0">
                <a:latin typeface="Times New Roman" panose="02020603050405020304"/>
                <a:cs typeface="Times New Roman" panose="02020603050405020304"/>
              </a:rPr>
              <a:t>completed</a:t>
            </a:r>
            <a:endParaRPr sz="1200">
              <a:latin typeface="Times New Roman" panose="02020603050405020304"/>
              <a:cs typeface="Times New Roman" panose="02020603050405020304"/>
            </a:endParaRPr>
          </a:p>
        </p:txBody>
      </p:sp>
      <p:sp>
        <p:nvSpPr>
          <p:cNvPr id="11" name="object 11"/>
          <p:cNvSpPr txBox="1"/>
          <p:nvPr/>
        </p:nvSpPr>
        <p:spPr>
          <a:xfrm>
            <a:off x="5017389" y="4163694"/>
            <a:ext cx="101600" cy="208279"/>
          </a:xfrm>
          <a:prstGeom prst="rect">
            <a:avLst/>
          </a:prstGeom>
        </p:spPr>
        <p:txBody>
          <a:bodyPr vert="horz" wrap="square" lIns="0" tIns="12700" rIns="0" bIns="0" rtlCol="0">
            <a:spAutoFit/>
          </a:bodyPr>
          <a:lstStyle/>
          <a:p>
            <a:pPr marL="12700">
              <a:lnSpc>
                <a:spcPct val="100000"/>
              </a:lnSpc>
              <a:spcBef>
                <a:spcPts val="100"/>
              </a:spcBef>
            </a:pPr>
            <a:r>
              <a:rPr sz="1200" spc="-50" dirty="0">
                <a:latin typeface="Times New Roman" panose="02020603050405020304"/>
                <a:cs typeface="Times New Roman" panose="02020603050405020304"/>
              </a:rPr>
              <a:t>6</a:t>
            </a:r>
            <a:endParaRPr sz="1200">
              <a:latin typeface="Times New Roman" panose="02020603050405020304"/>
              <a:cs typeface="Times New Roman" panose="02020603050405020304"/>
            </a:endParaRPr>
          </a:p>
        </p:txBody>
      </p:sp>
      <p:sp>
        <p:nvSpPr>
          <p:cNvPr id="12" name="object 12"/>
          <p:cNvSpPr txBox="1"/>
          <p:nvPr/>
        </p:nvSpPr>
        <p:spPr>
          <a:xfrm>
            <a:off x="5017389" y="4514214"/>
            <a:ext cx="177800" cy="909955"/>
          </a:xfrm>
          <a:prstGeom prst="rect">
            <a:avLst/>
          </a:prstGeom>
        </p:spPr>
        <p:txBody>
          <a:bodyPr vert="horz" wrap="square" lIns="0" tIns="12700" rIns="0" bIns="0" rtlCol="0">
            <a:spAutoFit/>
          </a:bodyPr>
          <a:lstStyle/>
          <a:p>
            <a:pPr marL="12700">
              <a:lnSpc>
                <a:spcPts val="1410"/>
              </a:lnSpc>
              <a:spcBef>
                <a:spcPts val="100"/>
              </a:spcBef>
            </a:pPr>
            <a:r>
              <a:rPr sz="1200" spc="-50" dirty="0">
                <a:latin typeface="Times New Roman" panose="02020603050405020304"/>
                <a:cs typeface="Times New Roman" panose="02020603050405020304"/>
              </a:rPr>
              <a:t>7</a:t>
            </a:r>
            <a:endParaRPr sz="1200">
              <a:latin typeface="Times New Roman" panose="02020603050405020304"/>
              <a:cs typeface="Times New Roman" panose="02020603050405020304"/>
            </a:endParaRPr>
          </a:p>
          <a:p>
            <a:pPr marL="12700">
              <a:lnSpc>
                <a:spcPts val="1380"/>
              </a:lnSpc>
            </a:pPr>
            <a:r>
              <a:rPr sz="1200" spc="-50" dirty="0">
                <a:latin typeface="Times New Roman" panose="02020603050405020304"/>
                <a:cs typeface="Times New Roman" panose="02020603050405020304"/>
              </a:rPr>
              <a:t>8</a:t>
            </a:r>
            <a:endParaRPr sz="1200">
              <a:latin typeface="Times New Roman" panose="02020603050405020304"/>
              <a:cs typeface="Times New Roman" panose="02020603050405020304"/>
            </a:endParaRPr>
          </a:p>
          <a:p>
            <a:pPr marL="12700">
              <a:lnSpc>
                <a:spcPts val="1380"/>
              </a:lnSpc>
            </a:pPr>
            <a:r>
              <a:rPr sz="1200" spc="-50" dirty="0">
                <a:latin typeface="Times New Roman" panose="02020603050405020304"/>
                <a:cs typeface="Times New Roman" panose="02020603050405020304"/>
              </a:rPr>
              <a:t>9</a:t>
            </a:r>
            <a:endParaRPr sz="1200">
              <a:latin typeface="Times New Roman" panose="02020603050405020304"/>
              <a:cs typeface="Times New Roman" panose="02020603050405020304"/>
            </a:endParaRPr>
          </a:p>
          <a:p>
            <a:pPr marL="12700">
              <a:lnSpc>
                <a:spcPts val="1380"/>
              </a:lnSpc>
            </a:pPr>
            <a:r>
              <a:rPr sz="1200" spc="-25" dirty="0">
                <a:latin typeface="Times New Roman" panose="02020603050405020304"/>
                <a:cs typeface="Times New Roman" panose="02020603050405020304"/>
              </a:rPr>
              <a:t>10</a:t>
            </a:r>
            <a:endParaRPr sz="1200">
              <a:latin typeface="Times New Roman" panose="02020603050405020304"/>
              <a:cs typeface="Times New Roman" panose="02020603050405020304"/>
            </a:endParaRPr>
          </a:p>
          <a:p>
            <a:pPr marL="12700">
              <a:lnSpc>
                <a:spcPts val="1410"/>
              </a:lnSpc>
            </a:pPr>
            <a:r>
              <a:rPr sz="1200" spc="-25" dirty="0">
                <a:latin typeface="Times New Roman" panose="02020603050405020304"/>
                <a:cs typeface="Times New Roman" panose="02020603050405020304"/>
              </a:rPr>
              <a:t>11</a:t>
            </a:r>
            <a:endParaRPr sz="1200">
              <a:latin typeface="Times New Roman" panose="02020603050405020304"/>
              <a:cs typeface="Times New Roman" panose="02020603050405020304"/>
            </a:endParaRPr>
          </a:p>
        </p:txBody>
      </p:sp>
      <p:sp>
        <p:nvSpPr>
          <p:cNvPr id="13" name="object 13"/>
          <p:cNvSpPr txBox="1"/>
          <p:nvPr/>
        </p:nvSpPr>
        <p:spPr>
          <a:xfrm>
            <a:off x="5017389" y="5566028"/>
            <a:ext cx="177800" cy="558800"/>
          </a:xfrm>
          <a:prstGeom prst="rect">
            <a:avLst/>
          </a:prstGeom>
        </p:spPr>
        <p:txBody>
          <a:bodyPr vert="horz" wrap="square" lIns="0" tIns="12700" rIns="0" bIns="0" rtlCol="0">
            <a:spAutoFit/>
          </a:bodyPr>
          <a:lstStyle/>
          <a:p>
            <a:pPr marL="12700">
              <a:lnSpc>
                <a:spcPts val="1410"/>
              </a:lnSpc>
              <a:spcBef>
                <a:spcPts val="100"/>
              </a:spcBef>
            </a:pPr>
            <a:r>
              <a:rPr sz="1200" spc="-25" dirty="0">
                <a:latin typeface="Times New Roman" panose="02020603050405020304"/>
                <a:cs typeface="Times New Roman" panose="02020603050405020304"/>
              </a:rPr>
              <a:t>12</a:t>
            </a:r>
            <a:endParaRPr sz="1200">
              <a:latin typeface="Times New Roman" panose="02020603050405020304"/>
              <a:cs typeface="Times New Roman" panose="02020603050405020304"/>
            </a:endParaRPr>
          </a:p>
          <a:p>
            <a:pPr marL="12700">
              <a:lnSpc>
                <a:spcPts val="1380"/>
              </a:lnSpc>
            </a:pPr>
            <a:r>
              <a:rPr sz="1200" spc="-25" dirty="0">
                <a:latin typeface="Times New Roman" panose="02020603050405020304"/>
                <a:cs typeface="Times New Roman" panose="02020603050405020304"/>
              </a:rPr>
              <a:t>13</a:t>
            </a:r>
            <a:endParaRPr sz="1200">
              <a:latin typeface="Times New Roman" panose="02020603050405020304"/>
              <a:cs typeface="Times New Roman" panose="02020603050405020304"/>
            </a:endParaRPr>
          </a:p>
          <a:p>
            <a:pPr marL="12700">
              <a:lnSpc>
                <a:spcPts val="1410"/>
              </a:lnSpc>
            </a:pPr>
            <a:r>
              <a:rPr sz="1200" spc="-25" dirty="0">
                <a:latin typeface="Times New Roman" panose="02020603050405020304"/>
                <a:cs typeface="Times New Roman" panose="02020603050405020304"/>
              </a:rPr>
              <a:t>14</a:t>
            </a:r>
            <a:endParaRPr sz="1200">
              <a:latin typeface="Times New Roman" panose="02020603050405020304"/>
              <a:cs typeface="Times New Roman" panose="02020603050405020304"/>
            </a:endParaRPr>
          </a:p>
        </p:txBody>
      </p:sp>
      <p:sp>
        <p:nvSpPr>
          <p:cNvPr id="14" name="object 14"/>
          <p:cNvSpPr txBox="1"/>
          <p:nvPr/>
        </p:nvSpPr>
        <p:spPr>
          <a:xfrm>
            <a:off x="1016304" y="6792848"/>
            <a:ext cx="857250" cy="559435"/>
          </a:xfrm>
          <a:prstGeom prst="rect">
            <a:avLst/>
          </a:prstGeom>
        </p:spPr>
        <p:txBody>
          <a:bodyPr vert="horz" wrap="square" lIns="0" tIns="20320" rIns="0" bIns="0" rtlCol="0">
            <a:spAutoFit/>
          </a:bodyPr>
          <a:lstStyle/>
          <a:p>
            <a:pPr marL="12700" marR="5080">
              <a:lnSpc>
                <a:spcPct val="96000"/>
              </a:lnSpc>
              <a:spcBef>
                <a:spcPts val="160"/>
              </a:spcBef>
            </a:pPr>
            <a:r>
              <a:rPr sz="1200" spc="-10" dirty="0">
                <a:latin typeface="Times New Roman" panose="02020603050405020304"/>
                <a:cs typeface="Times New Roman" panose="02020603050405020304"/>
              </a:rPr>
              <a:t>temp=a[low]; a[low]=a[j]; a[j]=temp;</a:t>
            </a:r>
            <a:endParaRPr sz="1200">
              <a:latin typeface="Times New Roman" panose="02020603050405020304"/>
              <a:cs typeface="Times New Roman" panose="02020603050405020304"/>
            </a:endParaRPr>
          </a:p>
        </p:txBody>
      </p:sp>
      <p:sp>
        <p:nvSpPr>
          <p:cNvPr id="15" name="object 15"/>
          <p:cNvSpPr txBox="1"/>
          <p:nvPr/>
        </p:nvSpPr>
        <p:spPr>
          <a:xfrm>
            <a:off x="5017389" y="6792848"/>
            <a:ext cx="177800" cy="559435"/>
          </a:xfrm>
          <a:prstGeom prst="rect">
            <a:avLst/>
          </a:prstGeom>
        </p:spPr>
        <p:txBody>
          <a:bodyPr vert="horz" wrap="square" lIns="0" tIns="12700" rIns="0" bIns="0" rtlCol="0">
            <a:spAutoFit/>
          </a:bodyPr>
          <a:lstStyle/>
          <a:p>
            <a:pPr marL="12700">
              <a:lnSpc>
                <a:spcPts val="1410"/>
              </a:lnSpc>
              <a:spcBef>
                <a:spcPts val="100"/>
              </a:spcBef>
            </a:pPr>
            <a:r>
              <a:rPr sz="1200" spc="-25" dirty="0">
                <a:latin typeface="Times New Roman" panose="02020603050405020304"/>
                <a:cs typeface="Times New Roman" panose="02020603050405020304"/>
              </a:rPr>
              <a:t>15</a:t>
            </a:r>
            <a:endParaRPr sz="1200">
              <a:latin typeface="Times New Roman" panose="02020603050405020304"/>
              <a:cs typeface="Times New Roman" panose="02020603050405020304"/>
            </a:endParaRPr>
          </a:p>
          <a:p>
            <a:pPr marL="12700">
              <a:lnSpc>
                <a:spcPts val="1380"/>
              </a:lnSpc>
            </a:pPr>
            <a:r>
              <a:rPr sz="1200" spc="-25" dirty="0">
                <a:latin typeface="Times New Roman" panose="02020603050405020304"/>
                <a:cs typeface="Times New Roman" panose="02020603050405020304"/>
              </a:rPr>
              <a:t>16</a:t>
            </a:r>
            <a:endParaRPr sz="1200">
              <a:latin typeface="Times New Roman" panose="02020603050405020304"/>
              <a:cs typeface="Times New Roman" panose="02020603050405020304"/>
            </a:endParaRPr>
          </a:p>
          <a:p>
            <a:pPr marL="12700">
              <a:lnSpc>
                <a:spcPts val="1410"/>
              </a:lnSpc>
            </a:pPr>
            <a:r>
              <a:rPr sz="1200" spc="-25" dirty="0">
                <a:latin typeface="Times New Roman" panose="02020603050405020304"/>
                <a:cs typeface="Times New Roman" panose="02020603050405020304"/>
              </a:rPr>
              <a:t>17</a:t>
            </a:r>
            <a:endParaRPr sz="1200">
              <a:latin typeface="Times New Roman" panose="02020603050405020304"/>
              <a:cs typeface="Times New Roman" panose="02020603050405020304"/>
            </a:endParaRPr>
          </a:p>
        </p:txBody>
      </p:sp>
      <p:sp>
        <p:nvSpPr>
          <p:cNvPr id="16" name="object 16"/>
          <p:cNvSpPr txBox="1"/>
          <p:nvPr/>
        </p:nvSpPr>
        <p:spPr>
          <a:xfrm>
            <a:off x="1016304" y="7494269"/>
            <a:ext cx="283464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panose="02020603050405020304"/>
                <a:cs typeface="Times New Roman" panose="02020603050405020304"/>
              </a:rPr>
              <a:t>//Consider</a:t>
            </a:r>
            <a:r>
              <a:rPr sz="1200" spc="-25" dirty="0">
                <a:latin typeface="Times New Roman" panose="02020603050405020304"/>
                <a:cs typeface="Times New Roman" panose="02020603050405020304"/>
              </a:rPr>
              <a:t> </a:t>
            </a:r>
            <a:r>
              <a:rPr sz="1200" dirty="0">
                <a:latin typeface="Times New Roman" panose="02020603050405020304"/>
                <a:cs typeface="Times New Roman" panose="02020603050405020304"/>
              </a:rPr>
              <a:t>j</a:t>
            </a:r>
            <a:r>
              <a:rPr sz="1200" spc="-25" dirty="0">
                <a:latin typeface="Times New Roman" panose="02020603050405020304"/>
                <a:cs typeface="Times New Roman" panose="02020603050405020304"/>
              </a:rPr>
              <a:t> </a:t>
            </a:r>
            <a:r>
              <a:rPr sz="1200" dirty="0">
                <a:latin typeface="Times New Roman" panose="02020603050405020304"/>
                <a:cs typeface="Times New Roman" panose="02020603050405020304"/>
              </a:rPr>
              <a:t>as</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mid</a:t>
            </a:r>
            <a:r>
              <a:rPr sz="1200" spc="-25" dirty="0">
                <a:latin typeface="Times New Roman" panose="02020603050405020304"/>
                <a:cs typeface="Times New Roman" panose="02020603050405020304"/>
              </a:rPr>
              <a:t> </a:t>
            </a:r>
            <a:r>
              <a:rPr sz="1200" dirty="0">
                <a:latin typeface="Times New Roman" panose="02020603050405020304"/>
                <a:cs typeface="Times New Roman" panose="02020603050405020304"/>
              </a:rPr>
              <a:t>and</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cal</a:t>
            </a:r>
            <a:r>
              <a:rPr sz="1200" spc="-25" dirty="0">
                <a:latin typeface="Times New Roman" panose="02020603050405020304"/>
                <a:cs typeface="Times New Roman" panose="02020603050405020304"/>
              </a:rPr>
              <a:t> </a:t>
            </a:r>
            <a:r>
              <a:rPr sz="1200" dirty="0">
                <a:latin typeface="Times New Roman" panose="02020603050405020304"/>
                <a:cs typeface="Times New Roman" panose="02020603050405020304"/>
              </a:rPr>
              <a:t>recursive</a:t>
            </a:r>
            <a:r>
              <a:rPr sz="1200" spc="-25" dirty="0">
                <a:latin typeface="Times New Roman" panose="02020603050405020304"/>
                <a:cs typeface="Times New Roman" panose="02020603050405020304"/>
              </a:rPr>
              <a:t> </a:t>
            </a:r>
            <a:r>
              <a:rPr sz="1200" spc="-10" dirty="0">
                <a:latin typeface="Times New Roman" panose="02020603050405020304"/>
                <a:cs typeface="Times New Roman" panose="02020603050405020304"/>
              </a:rPr>
              <a:t>function.</a:t>
            </a:r>
            <a:endParaRPr sz="1200">
              <a:latin typeface="Times New Roman" panose="02020603050405020304"/>
              <a:cs typeface="Times New Roman" panose="02020603050405020304"/>
            </a:endParaRPr>
          </a:p>
        </p:txBody>
      </p:sp>
      <p:sp>
        <p:nvSpPr>
          <p:cNvPr id="17" name="object 17"/>
          <p:cNvSpPr txBox="1"/>
          <p:nvPr/>
        </p:nvSpPr>
        <p:spPr>
          <a:xfrm>
            <a:off x="1016304" y="7844789"/>
            <a:ext cx="1430020" cy="383540"/>
          </a:xfrm>
          <a:prstGeom prst="rect">
            <a:avLst/>
          </a:prstGeom>
        </p:spPr>
        <p:txBody>
          <a:bodyPr vert="horz" wrap="square" lIns="0" tIns="24765" rIns="0" bIns="0" rtlCol="0">
            <a:spAutoFit/>
          </a:bodyPr>
          <a:lstStyle/>
          <a:p>
            <a:pPr marL="12700" marR="5080">
              <a:lnSpc>
                <a:spcPts val="1380"/>
              </a:lnSpc>
              <a:spcBef>
                <a:spcPts val="195"/>
              </a:spcBef>
            </a:pPr>
            <a:r>
              <a:rPr sz="1200" spc="-10" dirty="0">
                <a:latin typeface="Times New Roman" panose="02020603050405020304"/>
                <a:cs typeface="Times New Roman" panose="02020603050405020304"/>
              </a:rPr>
              <a:t>quick_sort(a,low,j-</a:t>
            </a:r>
            <a:r>
              <a:rPr sz="1200" spc="-25" dirty="0">
                <a:latin typeface="Times New Roman" panose="02020603050405020304"/>
                <a:cs typeface="Times New Roman" panose="02020603050405020304"/>
              </a:rPr>
              <a:t>1); </a:t>
            </a:r>
            <a:r>
              <a:rPr sz="1200" spc="-10" dirty="0">
                <a:latin typeface="Times New Roman" panose="02020603050405020304"/>
                <a:cs typeface="Times New Roman" panose="02020603050405020304"/>
              </a:rPr>
              <a:t>quick_sort(a,j+1,high);</a:t>
            </a:r>
            <a:endParaRPr sz="1200">
              <a:latin typeface="Times New Roman" panose="02020603050405020304"/>
              <a:cs typeface="Times New Roman" panose="02020603050405020304"/>
            </a:endParaRPr>
          </a:p>
        </p:txBody>
      </p:sp>
      <p:sp>
        <p:nvSpPr>
          <p:cNvPr id="18" name="object 18"/>
          <p:cNvSpPr txBox="1"/>
          <p:nvPr/>
        </p:nvSpPr>
        <p:spPr>
          <a:xfrm>
            <a:off x="5017389" y="7844789"/>
            <a:ext cx="177800" cy="383540"/>
          </a:xfrm>
          <a:prstGeom prst="rect">
            <a:avLst/>
          </a:prstGeom>
        </p:spPr>
        <p:txBody>
          <a:bodyPr vert="horz" wrap="square" lIns="0" tIns="12700" rIns="0" bIns="0" rtlCol="0">
            <a:spAutoFit/>
          </a:bodyPr>
          <a:lstStyle/>
          <a:p>
            <a:pPr marL="12700">
              <a:lnSpc>
                <a:spcPts val="1410"/>
              </a:lnSpc>
              <a:spcBef>
                <a:spcPts val="100"/>
              </a:spcBef>
            </a:pPr>
            <a:r>
              <a:rPr sz="1200" spc="-25" dirty="0">
                <a:latin typeface="Times New Roman" panose="02020603050405020304"/>
                <a:cs typeface="Times New Roman" panose="02020603050405020304"/>
              </a:rPr>
              <a:t>18</a:t>
            </a:r>
            <a:endParaRPr sz="1200">
              <a:latin typeface="Times New Roman" panose="02020603050405020304"/>
              <a:cs typeface="Times New Roman" panose="02020603050405020304"/>
            </a:endParaRPr>
          </a:p>
          <a:p>
            <a:pPr marL="12700">
              <a:lnSpc>
                <a:spcPts val="1410"/>
              </a:lnSpc>
            </a:pPr>
            <a:r>
              <a:rPr sz="1200" spc="-25" dirty="0">
                <a:latin typeface="Times New Roman" panose="02020603050405020304"/>
                <a:cs typeface="Times New Roman" panose="02020603050405020304"/>
              </a:rPr>
              <a:t>19</a:t>
            </a:r>
            <a:endParaRPr sz="1200">
              <a:latin typeface="Times New Roman" panose="02020603050405020304"/>
              <a:cs typeface="Times New Roman" panose="02020603050405020304"/>
            </a:endParaRPr>
          </a:p>
        </p:txBody>
      </p:sp>
      <p:sp>
        <p:nvSpPr>
          <p:cNvPr id="19" name="object 19"/>
          <p:cNvSpPr txBox="1"/>
          <p:nvPr/>
        </p:nvSpPr>
        <p:spPr>
          <a:xfrm>
            <a:off x="1054404" y="8370569"/>
            <a:ext cx="99060" cy="208279"/>
          </a:xfrm>
          <a:prstGeom prst="rect">
            <a:avLst/>
          </a:prstGeom>
        </p:spPr>
        <p:txBody>
          <a:bodyPr vert="horz" wrap="square" lIns="0" tIns="12700" rIns="0" bIns="0" rtlCol="0">
            <a:spAutoFit/>
          </a:bodyPr>
          <a:lstStyle/>
          <a:p>
            <a:pPr marL="12700">
              <a:lnSpc>
                <a:spcPct val="100000"/>
              </a:lnSpc>
              <a:spcBef>
                <a:spcPts val="100"/>
              </a:spcBef>
            </a:pPr>
            <a:r>
              <a:rPr sz="1200" spc="-50" dirty="0">
                <a:latin typeface="Times New Roman" panose="02020603050405020304"/>
                <a:cs typeface="Times New Roman" panose="02020603050405020304"/>
              </a:rPr>
              <a:t>}</a:t>
            </a:r>
            <a:endParaRPr sz="1200">
              <a:latin typeface="Times New Roman" panose="02020603050405020304"/>
              <a:cs typeface="Times New Roman" panose="02020603050405020304"/>
            </a:endParaRPr>
          </a:p>
        </p:txBody>
      </p:sp>
      <p:sp>
        <p:nvSpPr>
          <p:cNvPr id="20" name="object 20"/>
          <p:cNvSpPr txBox="1"/>
          <p:nvPr/>
        </p:nvSpPr>
        <p:spPr>
          <a:xfrm>
            <a:off x="5055489" y="8370569"/>
            <a:ext cx="177800"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Times New Roman" panose="02020603050405020304"/>
                <a:cs typeface="Times New Roman" panose="02020603050405020304"/>
              </a:rPr>
              <a:t>20</a:t>
            </a:r>
            <a:endParaRPr sz="1200">
              <a:latin typeface="Times New Roman" panose="02020603050405020304"/>
              <a:cs typeface="Times New Roman" panose="02020603050405020304"/>
            </a:endParaRPr>
          </a:p>
        </p:txBody>
      </p:sp>
      <p:sp>
        <p:nvSpPr>
          <p:cNvPr id="21" name="object 21"/>
          <p:cNvSpPr txBox="1"/>
          <p:nvPr/>
        </p:nvSpPr>
        <p:spPr>
          <a:xfrm>
            <a:off x="902004" y="8545829"/>
            <a:ext cx="99060" cy="208279"/>
          </a:xfrm>
          <a:prstGeom prst="rect">
            <a:avLst/>
          </a:prstGeom>
        </p:spPr>
        <p:txBody>
          <a:bodyPr vert="horz" wrap="square" lIns="0" tIns="12700" rIns="0" bIns="0" rtlCol="0">
            <a:spAutoFit/>
          </a:bodyPr>
          <a:lstStyle/>
          <a:p>
            <a:pPr marL="12700">
              <a:lnSpc>
                <a:spcPct val="100000"/>
              </a:lnSpc>
              <a:spcBef>
                <a:spcPts val="100"/>
              </a:spcBef>
            </a:pPr>
            <a:r>
              <a:rPr sz="1200" spc="-50" dirty="0">
                <a:latin typeface="Times New Roman" panose="02020603050405020304"/>
                <a:cs typeface="Times New Roman" panose="02020603050405020304"/>
              </a:rPr>
              <a:t>}</a:t>
            </a:r>
            <a:endParaRPr sz="1200">
              <a:latin typeface="Times New Roman" panose="02020603050405020304"/>
              <a:cs typeface="Times New Roman"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2004" y="380491"/>
            <a:ext cx="140144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Cambria" panose="02040503050406030204"/>
                <a:cs typeface="Cambria" panose="02040503050406030204"/>
              </a:rPr>
              <a:t>Software</a:t>
            </a:r>
            <a:r>
              <a:rPr sz="1200" spc="-15" dirty="0">
                <a:latin typeface="Cambria" panose="02040503050406030204"/>
                <a:cs typeface="Cambria" panose="02040503050406030204"/>
              </a:rPr>
              <a:t> </a:t>
            </a:r>
            <a:r>
              <a:rPr sz="1200" dirty="0">
                <a:latin typeface="Cambria" panose="02040503050406030204"/>
                <a:cs typeface="Cambria" panose="02040503050406030204"/>
              </a:rPr>
              <a:t>Testing</a:t>
            </a:r>
            <a:r>
              <a:rPr sz="1200" spc="-15" dirty="0">
                <a:latin typeface="Cambria" panose="02040503050406030204"/>
                <a:cs typeface="Cambria" panose="02040503050406030204"/>
              </a:rPr>
              <a:t> </a:t>
            </a:r>
            <a:r>
              <a:rPr sz="1200" spc="-25" dirty="0">
                <a:latin typeface="Cambria" panose="02040503050406030204"/>
                <a:cs typeface="Cambria" panose="02040503050406030204"/>
              </a:rPr>
              <a:t>Lab</a:t>
            </a:r>
            <a:endParaRPr sz="1200">
              <a:latin typeface="Cambria" panose="02040503050406030204"/>
              <a:cs typeface="Cambria" panose="02040503050406030204"/>
            </a:endParaRPr>
          </a:p>
        </p:txBody>
      </p:sp>
      <p:sp>
        <p:nvSpPr>
          <p:cNvPr id="3" name="object 3"/>
          <p:cNvSpPr txBox="1"/>
          <p:nvPr/>
        </p:nvSpPr>
        <p:spPr>
          <a:xfrm>
            <a:off x="6412229" y="380491"/>
            <a:ext cx="289560"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Cambria" panose="02040503050406030204"/>
                <a:cs typeface="Cambria" panose="02040503050406030204"/>
              </a:rPr>
              <a:t>MIT</a:t>
            </a:r>
            <a:endParaRPr sz="1200">
              <a:latin typeface="Cambria" panose="02040503050406030204"/>
              <a:cs typeface="Cambria" panose="02040503050406030204"/>
            </a:endParaRPr>
          </a:p>
        </p:txBody>
      </p:sp>
      <p:sp>
        <p:nvSpPr>
          <p:cNvPr id="4" name="object 4"/>
          <p:cNvSpPr/>
          <p:nvPr/>
        </p:nvSpPr>
        <p:spPr>
          <a:xfrm>
            <a:off x="896416" y="620267"/>
            <a:ext cx="5769610" cy="56515"/>
          </a:xfrm>
          <a:custGeom>
            <a:avLst/>
            <a:gdLst/>
            <a:ahLst/>
            <a:cxnLst/>
            <a:rect l="l" t="t" r="r" b="b"/>
            <a:pathLst>
              <a:path w="5769609" h="56515">
                <a:moveTo>
                  <a:pt x="5769229" y="18288"/>
                </a:moveTo>
                <a:lnTo>
                  <a:pt x="0" y="18288"/>
                </a:lnTo>
                <a:lnTo>
                  <a:pt x="0" y="56388"/>
                </a:lnTo>
                <a:lnTo>
                  <a:pt x="5769229" y="56388"/>
                </a:lnTo>
                <a:lnTo>
                  <a:pt x="5769229" y="18288"/>
                </a:lnTo>
                <a:close/>
              </a:path>
              <a:path w="5769609" h="56515">
                <a:moveTo>
                  <a:pt x="5769229" y="0"/>
                </a:moveTo>
                <a:lnTo>
                  <a:pt x="0" y="0"/>
                </a:lnTo>
                <a:lnTo>
                  <a:pt x="0" y="9144"/>
                </a:lnTo>
                <a:lnTo>
                  <a:pt x="5769229" y="9144"/>
                </a:lnTo>
                <a:lnTo>
                  <a:pt x="5769229" y="0"/>
                </a:lnTo>
                <a:close/>
              </a:path>
            </a:pathLst>
          </a:custGeom>
          <a:solidFill>
            <a:srgbClr val="612322"/>
          </a:solidFill>
        </p:spPr>
        <p:txBody>
          <a:bodyPr wrap="square" lIns="0" tIns="0" rIns="0" bIns="0" rtlCol="0"/>
          <a:lstStyle/>
          <a:p/>
        </p:txBody>
      </p:sp>
      <p:sp>
        <p:nvSpPr>
          <p:cNvPr id="5" name="object 5"/>
          <p:cNvSpPr/>
          <p:nvPr/>
        </p:nvSpPr>
        <p:spPr>
          <a:xfrm>
            <a:off x="896416" y="9963911"/>
            <a:ext cx="5769610" cy="56515"/>
          </a:xfrm>
          <a:custGeom>
            <a:avLst/>
            <a:gdLst/>
            <a:ahLst/>
            <a:cxnLst/>
            <a:rect l="l" t="t" r="r" b="b"/>
            <a:pathLst>
              <a:path w="5769609" h="56515">
                <a:moveTo>
                  <a:pt x="5769229" y="47256"/>
                </a:moveTo>
                <a:lnTo>
                  <a:pt x="0" y="47256"/>
                </a:lnTo>
                <a:lnTo>
                  <a:pt x="0" y="56388"/>
                </a:lnTo>
                <a:lnTo>
                  <a:pt x="5769229" y="56388"/>
                </a:lnTo>
                <a:lnTo>
                  <a:pt x="5769229" y="47256"/>
                </a:lnTo>
                <a:close/>
              </a:path>
              <a:path w="5769609" h="56515">
                <a:moveTo>
                  <a:pt x="5769229" y="0"/>
                </a:moveTo>
                <a:lnTo>
                  <a:pt x="0" y="0"/>
                </a:lnTo>
                <a:lnTo>
                  <a:pt x="0" y="38100"/>
                </a:lnTo>
                <a:lnTo>
                  <a:pt x="5769229" y="38100"/>
                </a:lnTo>
                <a:lnTo>
                  <a:pt x="5769229" y="0"/>
                </a:lnTo>
                <a:close/>
              </a:path>
            </a:pathLst>
          </a:custGeom>
          <a:solidFill>
            <a:srgbClr val="612322"/>
          </a:solidFill>
        </p:spPr>
        <p:txBody>
          <a:bodyPr wrap="square" lIns="0" tIns="0" rIns="0" bIns="0" rtlCol="0"/>
          <a:lstStyle/>
          <a:p/>
        </p:txBody>
      </p:sp>
      <p:sp>
        <p:nvSpPr>
          <p:cNvPr id="6" name="object 6"/>
          <p:cNvSpPr txBox="1"/>
          <p:nvPr/>
        </p:nvSpPr>
        <p:spPr>
          <a:xfrm>
            <a:off x="2647314" y="854709"/>
            <a:ext cx="2266950" cy="239395"/>
          </a:xfrm>
          <a:prstGeom prst="rect">
            <a:avLst/>
          </a:prstGeom>
        </p:spPr>
        <p:txBody>
          <a:bodyPr vert="horz" wrap="square" lIns="0" tIns="12700" rIns="0" bIns="0" rtlCol="0">
            <a:spAutoFit/>
          </a:bodyPr>
          <a:lstStyle/>
          <a:p>
            <a:pPr marL="12700">
              <a:lnSpc>
                <a:spcPct val="100000"/>
              </a:lnSpc>
              <a:spcBef>
                <a:spcPts val="100"/>
              </a:spcBef>
            </a:pPr>
            <a:r>
              <a:rPr sz="1400" b="1" dirty="0">
                <a:latin typeface="Times New Roman" panose="02020603050405020304"/>
                <a:cs typeface="Times New Roman" panose="02020603050405020304"/>
              </a:rPr>
              <a:t>Program</a:t>
            </a:r>
            <a:r>
              <a:rPr sz="1400" b="1" spc="-35" dirty="0">
                <a:latin typeface="Times New Roman" panose="02020603050405020304"/>
                <a:cs typeface="Times New Roman" panose="02020603050405020304"/>
              </a:rPr>
              <a:t> </a:t>
            </a:r>
            <a:r>
              <a:rPr sz="1400" b="1" dirty="0">
                <a:latin typeface="Times New Roman" panose="02020603050405020304"/>
                <a:cs typeface="Times New Roman" panose="02020603050405020304"/>
              </a:rPr>
              <a:t>Graph</a:t>
            </a:r>
            <a:r>
              <a:rPr sz="1400" b="1" spc="-20" dirty="0">
                <a:latin typeface="Times New Roman" panose="02020603050405020304"/>
                <a:cs typeface="Times New Roman" panose="02020603050405020304"/>
              </a:rPr>
              <a:t> </a:t>
            </a:r>
            <a:r>
              <a:rPr sz="1400" b="1" dirty="0">
                <a:latin typeface="Times New Roman" panose="02020603050405020304"/>
                <a:cs typeface="Times New Roman" panose="02020603050405020304"/>
              </a:rPr>
              <a:t>–</a:t>
            </a:r>
            <a:r>
              <a:rPr sz="1400" b="1" spc="-10" dirty="0">
                <a:latin typeface="Times New Roman" panose="02020603050405020304"/>
                <a:cs typeface="Times New Roman" panose="02020603050405020304"/>
              </a:rPr>
              <a:t> </a:t>
            </a:r>
            <a:r>
              <a:rPr sz="1400" b="1" dirty="0">
                <a:latin typeface="Times New Roman" panose="02020603050405020304"/>
                <a:cs typeface="Times New Roman" panose="02020603050405020304"/>
              </a:rPr>
              <a:t>Quick</a:t>
            </a:r>
            <a:r>
              <a:rPr sz="1400" b="1" spc="-35" dirty="0">
                <a:latin typeface="Times New Roman" panose="02020603050405020304"/>
                <a:cs typeface="Times New Roman" panose="02020603050405020304"/>
              </a:rPr>
              <a:t> </a:t>
            </a:r>
            <a:r>
              <a:rPr sz="1400" b="1" spc="-20" dirty="0">
                <a:latin typeface="Times New Roman" panose="02020603050405020304"/>
                <a:cs typeface="Times New Roman" panose="02020603050405020304"/>
              </a:rPr>
              <a:t>Sort</a:t>
            </a:r>
            <a:endParaRPr sz="1400">
              <a:latin typeface="Times New Roman" panose="02020603050405020304"/>
              <a:cs typeface="Times New Roman" panose="02020603050405020304"/>
            </a:endParaRPr>
          </a:p>
        </p:txBody>
      </p:sp>
      <p:sp>
        <p:nvSpPr>
          <p:cNvPr id="7" name="object 7"/>
          <p:cNvSpPr txBox="1"/>
          <p:nvPr/>
        </p:nvSpPr>
        <p:spPr>
          <a:xfrm>
            <a:off x="902004" y="6387464"/>
            <a:ext cx="2421255" cy="1926589"/>
          </a:xfrm>
          <a:prstGeom prst="rect">
            <a:avLst/>
          </a:prstGeom>
        </p:spPr>
        <p:txBody>
          <a:bodyPr vert="horz" wrap="square" lIns="0" tIns="12700" rIns="0" bIns="0" rtlCol="0">
            <a:spAutoFit/>
          </a:bodyPr>
          <a:lstStyle/>
          <a:p>
            <a:pPr marL="256540">
              <a:lnSpc>
                <a:spcPct val="100000"/>
              </a:lnSpc>
              <a:spcBef>
                <a:spcPts val="100"/>
              </a:spcBef>
            </a:pPr>
            <a:r>
              <a:rPr sz="1800" b="1" dirty="0">
                <a:solidFill>
                  <a:srgbClr val="2228E9"/>
                </a:solidFill>
                <a:latin typeface="Calibri" panose="020F0502020204030204"/>
                <a:cs typeface="Calibri" panose="020F0502020204030204"/>
              </a:rPr>
              <a:t>Recursive</a:t>
            </a:r>
            <a:r>
              <a:rPr sz="1800" b="1" spc="-90" dirty="0">
                <a:solidFill>
                  <a:srgbClr val="2228E9"/>
                </a:solidFill>
                <a:latin typeface="Calibri" panose="020F0502020204030204"/>
                <a:cs typeface="Calibri" panose="020F0502020204030204"/>
              </a:rPr>
              <a:t> </a:t>
            </a:r>
            <a:r>
              <a:rPr sz="1800" b="1" spc="-10" dirty="0">
                <a:solidFill>
                  <a:srgbClr val="2228E9"/>
                </a:solidFill>
                <a:latin typeface="Calibri" panose="020F0502020204030204"/>
                <a:cs typeface="Calibri" panose="020F0502020204030204"/>
              </a:rPr>
              <a:t>Calls</a:t>
            </a:r>
            <a:endParaRPr sz="1800">
              <a:latin typeface="Calibri" panose="020F0502020204030204"/>
              <a:cs typeface="Calibri" panose="020F0502020204030204"/>
            </a:endParaRPr>
          </a:p>
          <a:p>
            <a:pPr marL="12700">
              <a:lnSpc>
                <a:spcPct val="100000"/>
              </a:lnSpc>
              <a:spcBef>
                <a:spcPts val="1255"/>
              </a:spcBef>
            </a:pPr>
            <a:r>
              <a:rPr sz="1400" b="1" dirty="0">
                <a:latin typeface="Times New Roman" panose="02020603050405020304"/>
                <a:cs typeface="Times New Roman" panose="02020603050405020304"/>
              </a:rPr>
              <a:t>Independent</a:t>
            </a:r>
            <a:r>
              <a:rPr sz="1400" b="1" spc="-20" dirty="0">
                <a:latin typeface="Times New Roman" panose="02020603050405020304"/>
                <a:cs typeface="Times New Roman" panose="02020603050405020304"/>
              </a:rPr>
              <a:t> </a:t>
            </a:r>
            <a:r>
              <a:rPr sz="1400" b="1" dirty="0">
                <a:latin typeface="Times New Roman" panose="02020603050405020304"/>
                <a:cs typeface="Times New Roman" panose="02020603050405020304"/>
              </a:rPr>
              <a:t>Paths–</a:t>
            </a:r>
            <a:r>
              <a:rPr sz="1400" b="1" spc="-25" dirty="0">
                <a:latin typeface="Times New Roman" panose="02020603050405020304"/>
                <a:cs typeface="Times New Roman" panose="02020603050405020304"/>
              </a:rPr>
              <a:t> </a:t>
            </a:r>
            <a:r>
              <a:rPr sz="1400" b="1" dirty="0">
                <a:latin typeface="Times New Roman" panose="02020603050405020304"/>
                <a:cs typeface="Times New Roman" panose="02020603050405020304"/>
              </a:rPr>
              <a:t>Quick</a:t>
            </a:r>
            <a:r>
              <a:rPr sz="1400" b="1" spc="-45" dirty="0">
                <a:latin typeface="Times New Roman" panose="02020603050405020304"/>
                <a:cs typeface="Times New Roman" panose="02020603050405020304"/>
              </a:rPr>
              <a:t> </a:t>
            </a:r>
            <a:r>
              <a:rPr sz="1400" b="1" spc="-20" dirty="0">
                <a:latin typeface="Times New Roman" panose="02020603050405020304"/>
                <a:cs typeface="Times New Roman" panose="02020603050405020304"/>
              </a:rPr>
              <a:t>Sort</a:t>
            </a:r>
            <a:endParaRPr sz="1400">
              <a:latin typeface="Times New Roman" panose="02020603050405020304"/>
              <a:cs typeface="Times New Roman" panose="02020603050405020304"/>
            </a:endParaRPr>
          </a:p>
          <a:p>
            <a:pPr marL="12700">
              <a:lnSpc>
                <a:spcPts val="1410"/>
              </a:lnSpc>
              <a:spcBef>
                <a:spcPts val="150"/>
              </a:spcBef>
            </a:pPr>
            <a:r>
              <a:rPr sz="1200" b="1" dirty="0">
                <a:latin typeface="Times New Roman" panose="02020603050405020304"/>
                <a:cs typeface="Times New Roman" panose="02020603050405020304"/>
              </a:rPr>
              <a:t>P1</a:t>
            </a:r>
            <a:r>
              <a:rPr sz="1200" dirty="0">
                <a:latin typeface="Times New Roman" panose="02020603050405020304"/>
                <a:cs typeface="Times New Roman" panose="02020603050405020304"/>
              </a:rPr>
              <a:t>:</a:t>
            </a:r>
            <a:r>
              <a:rPr sz="1200" spc="-10" dirty="0">
                <a:latin typeface="Times New Roman" panose="02020603050405020304"/>
                <a:cs typeface="Times New Roman" panose="02020603050405020304"/>
              </a:rPr>
              <a:t> A-B-</a:t>
            </a:r>
            <a:r>
              <a:rPr sz="1200" spc="-50" dirty="0">
                <a:latin typeface="Times New Roman" panose="02020603050405020304"/>
                <a:cs typeface="Times New Roman" panose="02020603050405020304"/>
              </a:rPr>
              <a:t>N</a:t>
            </a:r>
            <a:endParaRPr sz="1200">
              <a:latin typeface="Times New Roman" panose="02020603050405020304"/>
              <a:cs typeface="Times New Roman" panose="02020603050405020304"/>
            </a:endParaRPr>
          </a:p>
          <a:p>
            <a:pPr marL="12700">
              <a:lnSpc>
                <a:spcPts val="1380"/>
              </a:lnSpc>
            </a:pPr>
            <a:r>
              <a:rPr sz="1200" b="1" dirty="0">
                <a:latin typeface="Times New Roman" panose="02020603050405020304"/>
                <a:cs typeface="Times New Roman" panose="02020603050405020304"/>
              </a:rPr>
              <a:t>P2</a:t>
            </a:r>
            <a:r>
              <a:rPr sz="1200" dirty="0">
                <a:latin typeface="Times New Roman" panose="02020603050405020304"/>
                <a:cs typeface="Times New Roman" panose="02020603050405020304"/>
              </a:rPr>
              <a:t>:</a:t>
            </a:r>
            <a:r>
              <a:rPr sz="1200" spc="5" dirty="0">
                <a:latin typeface="Times New Roman" panose="02020603050405020304"/>
                <a:cs typeface="Times New Roman" panose="02020603050405020304"/>
              </a:rPr>
              <a:t> </a:t>
            </a:r>
            <a:r>
              <a:rPr sz="1200" spc="-10" dirty="0">
                <a:latin typeface="Times New Roman" panose="02020603050405020304"/>
                <a:cs typeface="Times New Roman" panose="02020603050405020304"/>
              </a:rPr>
              <a:t>A-B-C-</a:t>
            </a:r>
            <a:r>
              <a:rPr sz="1200" dirty="0">
                <a:latin typeface="Times New Roman" panose="02020603050405020304"/>
                <a:cs typeface="Times New Roman" panose="02020603050405020304"/>
              </a:rPr>
              <a:t>J-</a:t>
            </a:r>
            <a:r>
              <a:rPr sz="1200" spc="-10" dirty="0">
                <a:latin typeface="Times New Roman" panose="02020603050405020304"/>
                <a:cs typeface="Times New Roman" panose="02020603050405020304"/>
              </a:rPr>
              <a:t>K-</a:t>
            </a:r>
            <a:r>
              <a:rPr sz="1200" spc="-50" dirty="0">
                <a:latin typeface="Times New Roman" panose="02020603050405020304"/>
                <a:cs typeface="Times New Roman" panose="02020603050405020304"/>
              </a:rPr>
              <a:t>B</a:t>
            </a:r>
            <a:endParaRPr sz="1200">
              <a:latin typeface="Times New Roman" panose="02020603050405020304"/>
              <a:cs typeface="Times New Roman" panose="02020603050405020304"/>
            </a:endParaRPr>
          </a:p>
          <a:p>
            <a:pPr marL="12700">
              <a:lnSpc>
                <a:spcPts val="1380"/>
              </a:lnSpc>
            </a:pPr>
            <a:r>
              <a:rPr sz="1200" b="1" dirty="0">
                <a:latin typeface="Times New Roman" panose="02020603050405020304"/>
                <a:cs typeface="Times New Roman" panose="02020603050405020304"/>
              </a:rPr>
              <a:t>P3</a:t>
            </a:r>
            <a:r>
              <a:rPr sz="1200" dirty="0">
                <a:latin typeface="Times New Roman" panose="02020603050405020304"/>
                <a:cs typeface="Times New Roman" panose="02020603050405020304"/>
              </a:rPr>
              <a:t>: </a:t>
            </a:r>
            <a:r>
              <a:rPr sz="1200" spc="-10" dirty="0">
                <a:latin typeface="Times New Roman" panose="02020603050405020304"/>
                <a:cs typeface="Times New Roman" panose="02020603050405020304"/>
              </a:rPr>
              <a:t>A-B-C-</a:t>
            </a:r>
            <a:r>
              <a:rPr sz="1200" dirty="0">
                <a:latin typeface="Times New Roman" panose="02020603050405020304"/>
                <a:cs typeface="Times New Roman" panose="02020603050405020304"/>
              </a:rPr>
              <a:t>J-</a:t>
            </a:r>
            <a:r>
              <a:rPr sz="1200" spc="-10" dirty="0">
                <a:latin typeface="Times New Roman" panose="02020603050405020304"/>
                <a:cs typeface="Times New Roman" panose="02020603050405020304"/>
              </a:rPr>
              <a:t>K-</a:t>
            </a:r>
            <a:r>
              <a:rPr sz="1200" dirty="0">
                <a:latin typeface="Times New Roman" panose="02020603050405020304"/>
                <a:cs typeface="Times New Roman" panose="02020603050405020304"/>
              </a:rPr>
              <a:t>M-</a:t>
            </a:r>
            <a:r>
              <a:rPr sz="1200" spc="-50" dirty="0">
                <a:latin typeface="Times New Roman" panose="02020603050405020304"/>
                <a:cs typeface="Times New Roman" panose="02020603050405020304"/>
              </a:rPr>
              <a:t>B</a:t>
            </a:r>
            <a:endParaRPr sz="1200">
              <a:latin typeface="Times New Roman" panose="02020603050405020304"/>
              <a:cs typeface="Times New Roman" panose="02020603050405020304"/>
            </a:endParaRPr>
          </a:p>
          <a:p>
            <a:pPr marL="12700">
              <a:lnSpc>
                <a:spcPts val="1380"/>
              </a:lnSpc>
            </a:pPr>
            <a:r>
              <a:rPr sz="1200" b="1" dirty="0">
                <a:latin typeface="Times New Roman" panose="02020603050405020304"/>
                <a:cs typeface="Times New Roman" panose="02020603050405020304"/>
              </a:rPr>
              <a:t>P4</a:t>
            </a:r>
            <a:r>
              <a:rPr sz="1200" dirty="0">
                <a:latin typeface="Times New Roman" panose="02020603050405020304"/>
                <a:cs typeface="Times New Roman" panose="02020603050405020304"/>
              </a:rPr>
              <a:t>:</a:t>
            </a:r>
            <a:r>
              <a:rPr sz="1200" spc="5" dirty="0">
                <a:latin typeface="Times New Roman" panose="02020603050405020304"/>
                <a:cs typeface="Times New Roman" panose="02020603050405020304"/>
              </a:rPr>
              <a:t> </a:t>
            </a:r>
            <a:r>
              <a:rPr sz="1200" spc="-10" dirty="0">
                <a:latin typeface="Times New Roman" panose="02020603050405020304"/>
                <a:cs typeface="Times New Roman" panose="02020603050405020304"/>
              </a:rPr>
              <a:t>A-B-</a:t>
            </a:r>
            <a:r>
              <a:rPr sz="1200" dirty="0">
                <a:latin typeface="Times New Roman" panose="02020603050405020304"/>
                <a:cs typeface="Times New Roman" panose="02020603050405020304"/>
              </a:rPr>
              <a:t>C-</a:t>
            </a:r>
            <a:r>
              <a:rPr sz="1200" spc="-10" dirty="0">
                <a:latin typeface="Times New Roman" panose="02020603050405020304"/>
                <a:cs typeface="Times New Roman" panose="02020603050405020304"/>
              </a:rPr>
              <a:t>D-F-H-</a:t>
            </a:r>
            <a:r>
              <a:rPr sz="1200" spc="-50" dirty="0">
                <a:latin typeface="Times New Roman" panose="02020603050405020304"/>
                <a:cs typeface="Times New Roman" panose="02020603050405020304"/>
              </a:rPr>
              <a:t>C</a:t>
            </a:r>
            <a:endParaRPr sz="1200">
              <a:latin typeface="Times New Roman" panose="02020603050405020304"/>
              <a:cs typeface="Times New Roman" panose="02020603050405020304"/>
            </a:endParaRPr>
          </a:p>
          <a:p>
            <a:pPr marL="12700">
              <a:lnSpc>
                <a:spcPts val="1380"/>
              </a:lnSpc>
            </a:pPr>
            <a:r>
              <a:rPr sz="1200" b="1" dirty="0">
                <a:latin typeface="Times New Roman" panose="02020603050405020304"/>
                <a:cs typeface="Times New Roman" panose="02020603050405020304"/>
              </a:rPr>
              <a:t>P5</a:t>
            </a:r>
            <a:r>
              <a:rPr sz="1200" dirty="0">
                <a:latin typeface="Times New Roman" panose="02020603050405020304"/>
                <a:cs typeface="Times New Roman" panose="02020603050405020304"/>
              </a:rPr>
              <a:t>:</a:t>
            </a:r>
            <a:r>
              <a:rPr sz="1200" spc="25" dirty="0">
                <a:latin typeface="Times New Roman" panose="02020603050405020304"/>
                <a:cs typeface="Times New Roman" panose="02020603050405020304"/>
              </a:rPr>
              <a:t> </a:t>
            </a:r>
            <a:r>
              <a:rPr sz="1200" spc="-10" dirty="0">
                <a:latin typeface="Times New Roman" panose="02020603050405020304"/>
                <a:cs typeface="Times New Roman" panose="02020603050405020304"/>
              </a:rPr>
              <a:t>A-B-</a:t>
            </a:r>
            <a:r>
              <a:rPr sz="1200" dirty="0">
                <a:latin typeface="Times New Roman" panose="02020603050405020304"/>
                <a:cs typeface="Times New Roman" panose="02020603050405020304"/>
              </a:rPr>
              <a:t>C-</a:t>
            </a:r>
            <a:r>
              <a:rPr sz="1200" spc="-10" dirty="0">
                <a:latin typeface="Times New Roman" panose="02020603050405020304"/>
                <a:cs typeface="Times New Roman" panose="02020603050405020304"/>
              </a:rPr>
              <a:t>D-F-</a:t>
            </a:r>
            <a:r>
              <a:rPr sz="1200" dirty="0">
                <a:latin typeface="Times New Roman" panose="02020603050405020304"/>
                <a:cs typeface="Times New Roman" panose="02020603050405020304"/>
              </a:rPr>
              <a:t>H-</a:t>
            </a:r>
            <a:r>
              <a:rPr sz="1200" spc="-25" dirty="0">
                <a:latin typeface="Times New Roman" panose="02020603050405020304"/>
                <a:cs typeface="Times New Roman" panose="02020603050405020304"/>
              </a:rPr>
              <a:t>I-</a:t>
            </a:r>
            <a:r>
              <a:rPr sz="1200" spc="-50" dirty="0">
                <a:latin typeface="Times New Roman" panose="02020603050405020304"/>
                <a:cs typeface="Times New Roman" panose="02020603050405020304"/>
              </a:rPr>
              <a:t>C</a:t>
            </a:r>
            <a:endParaRPr sz="1200">
              <a:latin typeface="Times New Roman" panose="02020603050405020304"/>
              <a:cs typeface="Times New Roman" panose="02020603050405020304"/>
            </a:endParaRPr>
          </a:p>
          <a:p>
            <a:pPr marL="12700">
              <a:lnSpc>
                <a:spcPts val="1380"/>
              </a:lnSpc>
            </a:pPr>
            <a:r>
              <a:rPr sz="1200" b="1" dirty="0">
                <a:latin typeface="Times New Roman" panose="02020603050405020304"/>
                <a:cs typeface="Times New Roman" panose="02020603050405020304"/>
              </a:rPr>
              <a:t>P6</a:t>
            </a:r>
            <a:r>
              <a:rPr sz="1200" dirty="0">
                <a:latin typeface="Times New Roman" panose="02020603050405020304"/>
                <a:cs typeface="Times New Roman" panose="02020603050405020304"/>
              </a:rPr>
              <a:t>:</a:t>
            </a:r>
            <a:r>
              <a:rPr sz="1200" spc="10" dirty="0">
                <a:latin typeface="Times New Roman" panose="02020603050405020304"/>
                <a:cs typeface="Times New Roman" panose="02020603050405020304"/>
              </a:rPr>
              <a:t> </a:t>
            </a:r>
            <a:r>
              <a:rPr sz="1200" spc="-10" dirty="0">
                <a:latin typeface="Times New Roman" panose="02020603050405020304"/>
                <a:cs typeface="Times New Roman" panose="02020603050405020304"/>
              </a:rPr>
              <a:t>A-B-</a:t>
            </a:r>
            <a:r>
              <a:rPr sz="1200" dirty="0">
                <a:latin typeface="Times New Roman" panose="02020603050405020304"/>
                <a:cs typeface="Times New Roman" panose="02020603050405020304"/>
              </a:rPr>
              <a:t>C-</a:t>
            </a:r>
            <a:r>
              <a:rPr sz="1200" spc="-10" dirty="0">
                <a:latin typeface="Times New Roman" panose="02020603050405020304"/>
                <a:cs typeface="Times New Roman" panose="02020603050405020304"/>
              </a:rPr>
              <a:t>D-E-D-F-</a:t>
            </a:r>
            <a:r>
              <a:rPr sz="1200" spc="-50" dirty="0">
                <a:latin typeface="Times New Roman" panose="02020603050405020304"/>
                <a:cs typeface="Times New Roman" panose="02020603050405020304"/>
              </a:rPr>
              <a:t>H</a:t>
            </a:r>
            <a:endParaRPr sz="1200">
              <a:latin typeface="Times New Roman" panose="02020603050405020304"/>
              <a:cs typeface="Times New Roman" panose="02020603050405020304"/>
            </a:endParaRPr>
          </a:p>
          <a:p>
            <a:pPr marL="12700">
              <a:lnSpc>
                <a:spcPts val="1410"/>
              </a:lnSpc>
            </a:pPr>
            <a:r>
              <a:rPr sz="1200" b="1" dirty="0">
                <a:latin typeface="Times New Roman" panose="02020603050405020304"/>
                <a:cs typeface="Times New Roman" panose="02020603050405020304"/>
              </a:rPr>
              <a:t>P7</a:t>
            </a:r>
            <a:r>
              <a:rPr sz="1200" dirty="0">
                <a:latin typeface="Times New Roman" panose="02020603050405020304"/>
                <a:cs typeface="Times New Roman" panose="02020603050405020304"/>
              </a:rPr>
              <a:t>:</a:t>
            </a:r>
            <a:r>
              <a:rPr sz="1200" spc="25" dirty="0">
                <a:latin typeface="Times New Roman" panose="02020603050405020304"/>
                <a:cs typeface="Times New Roman" panose="02020603050405020304"/>
              </a:rPr>
              <a:t> </a:t>
            </a:r>
            <a:r>
              <a:rPr sz="1200" spc="-10" dirty="0">
                <a:latin typeface="Times New Roman" panose="02020603050405020304"/>
                <a:cs typeface="Times New Roman" panose="02020603050405020304"/>
              </a:rPr>
              <a:t>A-B-</a:t>
            </a:r>
            <a:r>
              <a:rPr sz="1200" dirty="0">
                <a:latin typeface="Times New Roman" panose="02020603050405020304"/>
                <a:cs typeface="Times New Roman" panose="02020603050405020304"/>
              </a:rPr>
              <a:t>C-</a:t>
            </a:r>
            <a:r>
              <a:rPr sz="1200" spc="-10" dirty="0">
                <a:latin typeface="Times New Roman" panose="02020603050405020304"/>
                <a:cs typeface="Times New Roman" panose="02020603050405020304"/>
              </a:rPr>
              <a:t>D-F-G-F-</a:t>
            </a:r>
            <a:r>
              <a:rPr sz="1200" spc="-50" dirty="0">
                <a:latin typeface="Times New Roman" panose="02020603050405020304"/>
                <a:cs typeface="Times New Roman" panose="02020603050405020304"/>
              </a:rPr>
              <a:t>H</a:t>
            </a:r>
            <a:endParaRPr sz="1200">
              <a:latin typeface="Times New Roman" panose="02020603050405020304"/>
              <a:cs typeface="Times New Roman" panose="02020603050405020304"/>
            </a:endParaRPr>
          </a:p>
        </p:txBody>
      </p:sp>
      <p:sp>
        <p:nvSpPr>
          <p:cNvPr id="8" name="object 8"/>
          <p:cNvSpPr txBox="1"/>
          <p:nvPr/>
        </p:nvSpPr>
        <p:spPr>
          <a:xfrm>
            <a:off x="3355975" y="7226045"/>
            <a:ext cx="3505200" cy="1169035"/>
          </a:xfrm>
          <a:prstGeom prst="rect">
            <a:avLst/>
          </a:prstGeom>
        </p:spPr>
        <p:txBody>
          <a:bodyPr vert="horz" wrap="square" lIns="0" tIns="3175" rIns="0" bIns="0" rtlCol="0">
            <a:spAutoFit/>
          </a:bodyPr>
          <a:lstStyle/>
          <a:p>
            <a:pPr marL="12700" marR="5080">
              <a:lnSpc>
                <a:spcPct val="102000"/>
              </a:lnSpc>
              <a:spcBef>
                <a:spcPts val="25"/>
              </a:spcBef>
            </a:pPr>
            <a:r>
              <a:rPr sz="2800" b="1" spc="-10" dirty="0">
                <a:solidFill>
                  <a:srgbClr val="C00000"/>
                </a:solidFill>
                <a:latin typeface="Calibri" panose="020F0502020204030204"/>
                <a:cs typeface="Calibri" panose="020F0502020204030204"/>
              </a:rPr>
              <a:t>Independent</a:t>
            </a:r>
            <a:r>
              <a:rPr sz="2800" b="1" spc="-70" dirty="0">
                <a:solidFill>
                  <a:srgbClr val="C00000"/>
                </a:solidFill>
                <a:latin typeface="Calibri" panose="020F0502020204030204"/>
                <a:cs typeface="Calibri" panose="020F0502020204030204"/>
              </a:rPr>
              <a:t> </a:t>
            </a:r>
            <a:r>
              <a:rPr sz="2800" b="1" spc="-10" dirty="0">
                <a:solidFill>
                  <a:srgbClr val="C00000"/>
                </a:solidFill>
                <a:latin typeface="Calibri" panose="020F0502020204030204"/>
                <a:cs typeface="Calibri" panose="020F0502020204030204"/>
              </a:rPr>
              <a:t>Paths: </a:t>
            </a:r>
            <a:r>
              <a:rPr sz="2300" spc="-10" dirty="0">
                <a:latin typeface="Calibri" panose="020F0502020204030204"/>
                <a:cs typeface="Calibri" panose="020F0502020204030204"/>
              </a:rPr>
              <a:t>#Edges=18,</a:t>
            </a:r>
            <a:r>
              <a:rPr sz="2300" spc="-95" dirty="0">
                <a:latin typeface="Calibri" panose="020F0502020204030204"/>
                <a:cs typeface="Calibri" panose="020F0502020204030204"/>
              </a:rPr>
              <a:t> </a:t>
            </a:r>
            <a:r>
              <a:rPr sz="2300" dirty="0">
                <a:latin typeface="Calibri" panose="020F0502020204030204"/>
                <a:cs typeface="Calibri" panose="020F0502020204030204"/>
              </a:rPr>
              <a:t>#Nodes=13,</a:t>
            </a:r>
            <a:r>
              <a:rPr sz="2300" spc="-90" dirty="0">
                <a:latin typeface="Calibri" panose="020F0502020204030204"/>
                <a:cs typeface="Calibri" panose="020F0502020204030204"/>
              </a:rPr>
              <a:t> </a:t>
            </a:r>
            <a:r>
              <a:rPr sz="2300" spc="-20" dirty="0">
                <a:latin typeface="Calibri" panose="020F0502020204030204"/>
                <a:cs typeface="Calibri" panose="020F0502020204030204"/>
              </a:rPr>
              <a:t>#P=1 </a:t>
            </a:r>
            <a:r>
              <a:rPr sz="2300" b="1" dirty="0">
                <a:solidFill>
                  <a:srgbClr val="C00000"/>
                </a:solidFill>
                <a:latin typeface="Calibri" panose="020F0502020204030204"/>
                <a:cs typeface="Calibri" panose="020F0502020204030204"/>
              </a:rPr>
              <a:t>V(G)</a:t>
            </a:r>
            <a:r>
              <a:rPr sz="2300" dirty="0">
                <a:latin typeface="Calibri" panose="020F0502020204030204"/>
                <a:cs typeface="Calibri" panose="020F0502020204030204"/>
              </a:rPr>
              <a:t>=</a:t>
            </a:r>
            <a:r>
              <a:rPr sz="2300" spc="-10" dirty="0">
                <a:latin typeface="Calibri" panose="020F0502020204030204"/>
                <a:cs typeface="Calibri" panose="020F0502020204030204"/>
              </a:rPr>
              <a:t> </a:t>
            </a:r>
            <a:r>
              <a:rPr sz="2300" spc="-25" dirty="0">
                <a:latin typeface="Calibri" panose="020F0502020204030204"/>
                <a:cs typeface="Calibri" panose="020F0502020204030204"/>
              </a:rPr>
              <a:t>E-</a:t>
            </a:r>
            <a:r>
              <a:rPr sz="2300" dirty="0">
                <a:latin typeface="Calibri" panose="020F0502020204030204"/>
                <a:cs typeface="Calibri" panose="020F0502020204030204"/>
              </a:rPr>
              <a:t>N+2P</a:t>
            </a:r>
            <a:r>
              <a:rPr sz="2300" spc="-15" dirty="0">
                <a:latin typeface="Calibri" panose="020F0502020204030204"/>
                <a:cs typeface="Calibri" panose="020F0502020204030204"/>
              </a:rPr>
              <a:t> </a:t>
            </a:r>
            <a:r>
              <a:rPr sz="2300" dirty="0">
                <a:latin typeface="Calibri" panose="020F0502020204030204"/>
                <a:cs typeface="Calibri" panose="020F0502020204030204"/>
              </a:rPr>
              <a:t>=</a:t>
            </a:r>
            <a:r>
              <a:rPr sz="2300" spc="-10" dirty="0">
                <a:latin typeface="Calibri" panose="020F0502020204030204"/>
                <a:cs typeface="Calibri" panose="020F0502020204030204"/>
              </a:rPr>
              <a:t> 18-</a:t>
            </a:r>
            <a:r>
              <a:rPr sz="2300" dirty="0">
                <a:latin typeface="Calibri" panose="020F0502020204030204"/>
                <a:cs typeface="Calibri" panose="020F0502020204030204"/>
              </a:rPr>
              <a:t>13+2</a:t>
            </a:r>
            <a:r>
              <a:rPr sz="2300" spc="-5" dirty="0">
                <a:latin typeface="Calibri" panose="020F0502020204030204"/>
                <a:cs typeface="Calibri" panose="020F0502020204030204"/>
              </a:rPr>
              <a:t> </a:t>
            </a:r>
            <a:r>
              <a:rPr sz="2300" dirty="0">
                <a:latin typeface="Calibri" panose="020F0502020204030204"/>
                <a:cs typeface="Calibri" panose="020F0502020204030204"/>
              </a:rPr>
              <a:t>=</a:t>
            </a:r>
            <a:r>
              <a:rPr sz="2300" spc="-10" dirty="0">
                <a:latin typeface="Calibri" panose="020F0502020204030204"/>
                <a:cs typeface="Calibri" panose="020F0502020204030204"/>
              </a:rPr>
              <a:t> </a:t>
            </a:r>
            <a:r>
              <a:rPr sz="2300" b="1" spc="-60" dirty="0">
                <a:solidFill>
                  <a:srgbClr val="2228E9"/>
                </a:solidFill>
                <a:latin typeface="Calibri" panose="020F0502020204030204"/>
                <a:cs typeface="Calibri" panose="020F0502020204030204"/>
              </a:rPr>
              <a:t>7</a:t>
            </a:r>
            <a:endParaRPr sz="2300">
              <a:latin typeface="Calibri" panose="020F0502020204030204"/>
              <a:cs typeface="Calibri" panose="020F0502020204030204"/>
            </a:endParaRPr>
          </a:p>
        </p:txBody>
      </p:sp>
      <p:sp>
        <p:nvSpPr>
          <p:cNvPr id="9" name="object 9"/>
          <p:cNvSpPr/>
          <p:nvPr/>
        </p:nvSpPr>
        <p:spPr>
          <a:xfrm>
            <a:off x="2133600" y="1261109"/>
            <a:ext cx="609600" cy="609600"/>
          </a:xfrm>
          <a:custGeom>
            <a:avLst/>
            <a:gdLst/>
            <a:ahLst/>
            <a:cxnLst/>
            <a:rect l="l" t="t" r="r" b="b"/>
            <a:pathLst>
              <a:path w="609600" h="609600">
                <a:moveTo>
                  <a:pt x="304800" y="0"/>
                </a:moveTo>
                <a:lnTo>
                  <a:pt x="255343" y="3987"/>
                </a:lnTo>
                <a:lnTo>
                  <a:pt x="208434" y="15532"/>
                </a:lnTo>
                <a:lnTo>
                  <a:pt x="164697" y="34008"/>
                </a:lnTo>
                <a:lnTo>
                  <a:pt x="124760" y="58789"/>
                </a:lnTo>
                <a:lnTo>
                  <a:pt x="89249" y="89249"/>
                </a:lnTo>
                <a:lnTo>
                  <a:pt x="58789" y="124760"/>
                </a:lnTo>
                <a:lnTo>
                  <a:pt x="34008" y="164697"/>
                </a:lnTo>
                <a:lnTo>
                  <a:pt x="15532" y="208434"/>
                </a:lnTo>
                <a:lnTo>
                  <a:pt x="3987" y="255343"/>
                </a:lnTo>
                <a:lnTo>
                  <a:pt x="0" y="304800"/>
                </a:lnTo>
                <a:lnTo>
                  <a:pt x="3987" y="354256"/>
                </a:lnTo>
                <a:lnTo>
                  <a:pt x="15532" y="401165"/>
                </a:lnTo>
                <a:lnTo>
                  <a:pt x="34008" y="444902"/>
                </a:lnTo>
                <a:lnTo>
                  <a:pt x="58789" y="484839"/>
                </a:lnTo>
                <a:lnTo>
                  <a:pt x="89249" y="520350"/>
                </a:lnTo>
                <a:lnTo>
                  <a:pt x="124760" y="550810"/>
                </a:lnTo>
                <a:lnTo>
                  <a:pt x="164697" y="575591"/>
                </a:lnTo>
                <a:lnTo>
                  <a:pt x="208434" y="594067"/>
                </a:lnTo>
                <a:lnTo>
                  <a:pt x="255343" y="605612"/>
                </a:lnTo>
                <a:lnTo>
                  <a:pt x="304800" y="609600"/>
                </a:lnTo>
                <a:lnTo>
                  <a:pt x="354256" y="605612"/>
                </a:lnTo>
                <a:lnTo>
                  <a:pt x="401165" y="594067"/>
                </a:lnTo>
                <a:lnTo>
                  <a:pt x="444902" y="575591"/>
                </a:lnTo>
                <a:lnTo>
                  <a:pt x="484839" y="550810"/>
                </a:lnTo>
                <a:lnTo>
                  <a:pt x="520350" y="520350"/>
                </a:lnTo>
                <a:lnTo>
                  <a:pt x="550810" y="484839"/>
                </a:lnTo>
                <a:lnTo>
                  <a:pt x="575591" y="444902"/>
                </a:lnTo>
                <a:lnTo>
                  <a:pt x="594067" y="401165"/>
                </a:lnTo>
                <a:lnTo>
                  <a:pt x="605612" y="354256"/>
                </a:lnTo>
                <a:lnTo>
                  <a:pt x="609600" y="304800"/>
                </a:lnTo>
                <a:lnTo>
                  <a:pt x="605612" y="255343"/>
                </a:lnTo>
                <a:lnTo>
                  <a:pt x="594067" y="208434"/>
                </a:lnTo>
                <a:lnTo>
                  <a:pt x="575591" y="164697"/>
                </a:lnTo>
                <a:lnTo>
                  <a:pt x="550810" y="124760"/>
                </a:lnTo>
                <a:lnTo>
                  <a:pt x="520350" y="89249"/>
                </a:lnTo>
                <a:lnTo>
                  <a:pt x="484839" y="58789"/>
                </a:lnTo>
                <a:lnTo>
                  <a:pt x="444902" y="34008"/>
                </a:lnTo>
                <a:lnTo>
                  <a:pt x="401165" y="15532"/>
                </a:lnTo>
                <a:lnTo>
                  <a:pt x="354256" y="3987"/>
                </a:lnTo>
                <a:lnTo>
                  <a:pt x="304800" y="0"/>
                </a:lnTo>
                <a:close/>
              </a:path>
            </a:pathLst>
          </a:custGeom>
          <a:solidFill>
            <a:srgbClr val="FFC000"/>
          </a:solidFill>
        </p:spPr>
        <p:txBody>
          <a:bodyPr wrap="square" lIns="0" tIns="0" rIns="0" bIns="0" rtlCol="0"/>
          <a:lstStyle/>
          <a:p/>
        </p:txBody>
      </p:sp>
      <p:sp>
        <p:nvSpPr>
          <p:cNvPr id="10" name="object 10"/>
          <p:cNvSpPr txBox="1"/>
          <p:nvPr/>
        </p:nvSpPr>
        <p:spPr>
          <a:xfrm>
            <a:off x="2356230" y="1357629"/>
            <a:ext cx="164465" cy="299720"/>
          </a:xfrm>
          <a:prstGeom prst="rect">
            <a:avLst/>
          </a:prstGeom>
        </p:spPr>
        <p:txBody>
          <a:bodyPr vert="horz" wrap="square" lIns="0" tIns="12700" rIns="0" bIns="0" rtlCol="0">
            <a:spAutoFit/>
          </a:bodyPr>
          <a:lstStyle/>
          <a:p>
            <a:pPr marL="12700">
              <a:lnSpc>
                <a:spcPct val="100000"/>
              </a:lnSpc>
              <a:spcBef>
                <a:spcPts val="100"/>
              </a:spcBef>
            </a:pPr>
            <a:r>
              <a:rPr sz="1800" b="1" spc="-50" dirty="0">
                <a:solidFill>
                  <a:srgbClr val="001F5F"/>
                </a:solidFill>
                <a:latin typeface="Calibri" panose="020F0502020204030204"/>
                <a:cs typeface="Calibri" panose="020F0502020204030204"/>
              </a:rPr>
              <a:t>A</a:t>
            </a:r>
            <a:endParaRPr sz="1800">
              <a:latin typeface="Calibri" panose="020F0502020204030204"/>
              <a:cs typeface="Calibri" panose="020F0502020204030204"/>
            </a:endParaRPr>
          </a:p>
        </p:txBody>
      </p:sp>
      <p:sp>
        <p:nvSpPr>
          <p:cNvPr id="11" name="object 11"/>
          <p:cNvSpPr/>
          <p:nvPr/>
        </p:nvSpPr>
        <p:spPr>
          <a:xfrm>
            <a:off x="2133600" y="3166109"/>
            <a:ext cx="609600" cy="609600"/>
          </a:xfrm>
          <a:custGeom>
            <a:avLst/>
            <a:gdLst/>
            <a:ahLst/>
            <a:cxnLst/>
            <a:rect l="l" t="t" r="r" b="b"/>
            <a:pathLst>
              <a:path w="609600" h="609600">
                <a:moveTo>
                  <a:pt x="304800" y="0"/>
                </a:moveTo>
                <a:lnTo>
                  <a:pt x="255343" y="3987"/>
                </a:lnTo>
                <a:lnTo>
                  <a:pt x="208434" y="15532"/>
                </a:lnTo>
                <a:lnTo>
                  <a:pt x="164697" y="34008"/>
                </a:lnTo>
                <a:lnTo>
                  <a:pt x="124760" y="58789"/>
                </a:lnTo>
                <a:lnTo>
                  <a:pt x="89249" y="89249"/>
                </a:lnTo>
                <a:lnTo>
                  <a:pt x="58789" y="124760"/>
                </a:lnTo>
                <a:lnTo>
                  <a:pt x="34008" y="164697"/>
                </a:lnTo>
                <a:lnTo>
                  <a:pt x="15532" y="208434"/>
                </a:lnTo>
                <a:lnTo>
                  <a:pt x="3987" y="255343"/>
                </a:lnTo>
                <a:lnTo>
                  <a:pt x="0" y="304800"/>
                </a:lnTo>
                <a:lnTo>
                  <a:pt x="3987" y="354256"/>
                </a:lnTo>
                <a:lnTo>
                  <a:pt x="15532" y="401165"/>
                </a:lnTo>
                <a:lnTo>
                  <a:pt x="34008" y="444902"/>
                </a:lnTo>
                <a:lnTo>
                  <a:pt x="58789" y="484839"/>
                </a:lnTo>
                <a:lnTo>
                  <a:pt x="89249" y="520350"/>
                </a:lnTo>
                <a:lnTo>
                  <a:pt x="124760" y="550810"/>
                </a:lnTo>
                <a:lnTo>
                  <a:pt x="164697" y="575591"/>
                </a:lnTo>
                <a:lnTo>
                  <a:pt x="208434" y="594067"/>
                </a:lnTo>
                <a:lnTo>
                  <a:pt x="255343" y="605612"/>
                </a:lnTo>
                <a:lnTo>
                  <a:pt x="304800" y="609600"/>
                </a:lnTo>
                <a:lnTo>
                  <a:pt x="354256" y="605612"/>
                </a:lnTo>
                <a:lnTo>
                  <a:pt x="401165" y="594067"/>
                </a:lnTo>
                <a:lnTo>
                  <a:pt x="444902" y="575591"/>
                </a:lnTo>
                <a:lnTo>
                  <a:pt x="484839" y="550810"/>
                </a:lnTo>
                <a:lnTo>
                  <a:pt x="520350" y="520350"/>
                </a:lnTo>
                <a:lnTo>
                  <a:pt x="550810" y="484839"/>
                </a:lnTo>
                <a:lnTo>
                  <a:pt x="575591" y="444902"/>
                </a:lnTo>
                <a:lnTo>
                  <a:pt x="594067" y="401165"/>
                </a:lnTo>
                <a:lnTo>
                  <a:pt x="605612" y="354256"/>
                </a:lnTo>
                <a:lnTo>
                  <a:pt x="609600" y="304800"/>
                </a:lnTo>
                <a:lnTo>
                  <a:pt x="605612" y="255343"/>
                </a:lnTo>
                <a:lnTo>
                  <a:pt x="594067" y="208434"/>
                </a:lnTo>
                <a:lnTo>
                  <a:pt x="575591" y="164697"/>
                </a:lnTo>
                <a:lnTo>
                  <a:pt x="550810" y="124760"/>
                </a:lnTo>
                <a:lnTo>
                  <a:pt x="520350" y="89249"/>
                </a:lnTo>
                <a:lnTo>
                  <a:pt x="484839" y="58789"/>
                </a:lnTo>
                <a:lnTo>
                  <a:pt x="444902" y="34008"/>
                </a:lnTo>
                <a:lnTo>
                  <a:pt x="401165" y="15532"/>
                </a:lnTo>
                <a:lnTo>
                  <a:pt x="354256" y="3987"/>
                </a:lnTo>
                <a:lnTo>
                  <a:pt x="304800" y="0"/>
                </a:lnTo>
                <a:close/>
              </a:path>
            </a:pathLst>
          </a:custGeom>
          <a:solidFill>
            <a:srgbClr val="FFC000"/>
          </a:solidFill>
        </p:spPr>
        <p:txBody>
          <a:bodyPr wrap="square" lIns="0" tIns="0" rIns="0" bIns="0" rtlCol="0"/>
          <a:lstStyle/>
          <a:p/>
        </p:txBody>
      </p:sp>
      <p:sp>
        <p:nvSpPr>
          <p:cNvPr id="12" name="object 12"/>
          <p:cNvSpPr txBox="1"/>
          <p:nvPr/>
        </p:nvSpPr>
        <p:spPr>
          <a:xfrm>
            <a:off x="2365375" y="3263010"/>
            <a:ext cx="146685" cy="299720"/>
          </a:xfrm>
          <a:prstGeom prst="rect">
            <a:avLst/>
          </a:prstGeom>
        </p:spPr>
        <p:txBody>
          <a:bodyPr vert="horz" wrap="square" lIns="0" tIns="12700" rIns="0" bIns="0" rtlCol="0">
            <a:spAutoFit/>
          </a:bodyPr>
          <a:lstStyle/>
          <a:p>
            <a:pPr marL="12700">
              <a:lnSpc>
                <a:spcPct val="100000"/>
              </a:lnSpc>
              <a:spcBef>
                <a:spcPts val="100"/>
              </a:spcBef>
            </a:pPr>
            <a:r>
              <a:rPr sz="1800" b="1" spc="-50" dirty="0">
                <a:solidFill>
                  <a:srgbClr val="001F5F"/>
                </a:solidFill>
                <a:latin typeface="Calibri" panose="020F0502020204030204"/>
                <a:cs typeface="Calibri" panose="020F0502020204030204"/>
              </a:rPr>
              <a:t>C</a:t>
            </a:r>
            <a:endParaRPr sz="1800">
              <a:latin typeface="Calibri" panose="020F0502020204030204"/>
              <a:cs typeface="Calibri" panose="020F0502020204030204"/>
            </a:endParaRPr>
          </a:p>
        </p:txBody>
      </p:sp>
      <p:sp>
        <p:nvSpPr>
          <p:cNvPr id="13" name="object 13"/>
          <p:cNvSpPr/>
          <p:nvPr/>
        </p:nvSpPr>
        <p:spPr>
          <a:xfrm>
            <a:off x="3352800" y="3775709"/>
            <a:ext cx="609600" cy="609600"/>
          </a:xfrm>
          <a:custGeom>
            <a:avLst/>
            <a:gdLst/>
            <a:ahLst/>
            <a:cxnLst/>
            <a:rect l="l" t="t" r="r" b="b"/>
            <a:pathLst>
              <a:path w="609600" h="609600">
                <a:moveTo>
                  <a:pt x="304800" y="0"/>
                </a:moveTo>
                <a:lnTo>
                  <a:pt x="255343" y="3987"/>
                </a:lnTo>
                <a:lnTo>
                  <a:pt x="208434" y="15532"/>
                </a:lnTo>
                <a:lnTo>
                  <a:pt x="164697" y="34008"/>
                </a:lnTo>
                <a:lnTo>
                  <a:pt x="124760" y="58789"/>
                </a:lnTo>
                <a:lnTo>
                  <a:pt x="89249" y="89249"/>
                </a:lnTo>
                <a:lnTo>
                  <a:pt x="58789" y="124760"/>
                </a:lnTo>
                <a:lnTo>
                  <a:pt x="34008" y="164697"/>
                </a:lnTo>
                <a:lnTo>
                  <a:pt x="15532" y="208434"/>
                </a:lnTo>
                <a:lnTo>
                  <a:pt x="3987" y="255343"/>
                </a:lnTo>
                <a:lnTo>
                  <a:pt x="0" y="304800"/>
                </a:lnTo>
                <a:lnTo>
                  <a:pt x="3987" y="354256"/>
                </a:lnTo>
                <a:lnTo>
                  <a:pt x="15532" y="401165"/>
                </a:lnTo>
                <a:lnTo>
                  <a:pt x="34008" y="444902"/>
                </a:lnTo>
                <a:lnTo>
                  <a:pt x="58789" y="484839"/>
                </a:lnTo>
                <a:lnTo>
                  <a:pt x="89249" y="520350"/>
                </a:lnTo>
                <a:lnTo>
                  <a:pt x="124760" y="550810"/>
                </a:lnTo>
                <a:lnTo>
                  <a:pt x="164697" y="575591"/>
                </a:lnTo>
                <a:lnTo>
                  <a:pt x="208434" y="594067"/>
                </a:lnTo>
                <a:lnTo>
                  <a:pt x="255343" y="605612"/>
                </a:lnTo>
                <a:lnTo>
                  <a:pt x="304800" y="609600"/>
                </a:lnTo>
                <a:lnTo>
                  <a:pt x="354256" y="605612"/>
                </a:lnTo>
                <a:lnTo>
                  <a:pt x="401165" y="594067"/>
                </a:lnTo>
                <a:lnTo>
                  <a:pt x="444902" y="575591"/>
                </a:lnTo>
                <a:lnTo>
                  <a:pt x="484839" y="550810"/>
                </a:lnTo>
                <a:lnTo>
                  <a:pt x="520350" y="520350"/>
                </a:lnTo>
                <a:lnTo>
                  <a:pt x="550810" y="484839"/>
                </a:lnTo>
                <a:lnTo>
                  <a:pt x="575591" y="444902"/>
                </a:lnTo>
                <a:lnTo>
                  <a:pt x="594067" y="401165"/>
                </a:lnTo>
                <a:lnTo>
                  <a:pt x="605612" y="354256"/>
                </a:lnTo>
                <a:lnTo>
                  <a:pt x="609600" y="304800"/>
                </a:lnTo>
                <a:lnTo>
                  <a:pt x="605612" y="255343"/>
                </a:lnTo>
                <a:lnTo>
                  <a:pt x="594067" y="208434"/>
                </a:lnTo>
                <a:lnTo>
                  <a:pt x="575591" y="164697"/>
                </a:lnTo>
                <a:lnTo>
                  <a:pt x="550810" y="124760"/>
                </a:lnTo>
                <a:lnTo>
                  <a:pt x="520350" y="89249"/>
                </a:lnTo>
                <a:lnTo>
                  <a:pt x="484839" y="58789"/>
                </a:lnTo>
                <a:lnTo>
                  <a:pt x="444902" y="34008"/>
                </a:lnTo>
                <a:lnTo>
                  <a:pt x="401165" y="15532"/>
                </a:lnTo>
                <a:lnTo>
                  <a:pt x="354256" y="3987"/>
                </a:lnTo>
                <a:lnTo>
                  <a:pt x="304800" y="0"/>
                </a:lnTo>
                <a:close/>
              </a:path>
            </a:pathLst>
          </a:custGeom>
          <a:solidFill>
            <a:srgbClr val="FFC000"/>
          </a:solidFill>
        </p:spPr>
        <p:txBody>
          <a:bodyPr wrap="square" lIns="0" tIns="0" rIns="0" bIns="0" rtlCol="0"/>
          <a:lstStyle/>
          <a:p/>
        </p:txBody>
      </p:sp>
      <p:sp>
        <p:nvSpPr>
          <p:cNvPr id="14" name="object 14"/>
          <p:cNvSpPr txBox="1"/>
          <p:nvPr/>
        </p:nvSpPr>
        <p:spPr>
          <a:xfrm>
            <a:off x="3572383" y="3872610"/>
            <a:ext cx="169545" cy="299720"/>
          </a:xfrm>
          <a:prstGeom prst="rect">
            <a:avLst/>
          </a:prstGeom>
        </p:spPr>
        <p:txBody>
          <a:bodyPr vert="horz" wrap="square" lIns="0" tIns="12700" rIns="0" bIns="0" rtlCol="0">
            <a:spAutoFit/>
          </a:bodyPr>
          <a:lstStyle/>
          <a:p>
            <a:pPr marL="12700">
              <a:lnSpc>
                <a:spcPct val="100000"/>
              </a:lnSpc>
              <a:spcBef>
                <a:spcPts val="100"/>
              </a:spcBef>
            </a:pPr>
            <a:r>
              <a:rPr sz="1800" b="1" spc="-50" dirty="0">
                <a:solidFill>
                  <a:srgbClr val="001F5F"/>
                </a:solidFill>
                <a:latin typeface="Calibri" panose="020F0502020204030204"/>
                <a:cs typeface="Calibri" panose="020F0502020204030204"/>
              </a:rPr>
              <a:t>D</a:t>
            </a:r>
            <a:endParaRPr sz="1800">
              <a:latin typeface="Calibri" panose="020F0502020204030204"/>
              <a:cs typeface="Calibri" panose="020F0502020204030204"/>
            </a:endParaRPr>
          </a:p>
        </p:txBody>
      </p:sp>
      <p:sp>
        <p:nvSpPr>
          <p:cNvPr id="15" name="object 15"/>
          <p:cNvSpPr/>
          <p:nvPr/>
        </p:nvSpPr>
        <p:spPr>
          <a:xfrm>
            <a:off x="2133600" y="2251709"/>
            <a:ext cx="990600" cy="2971800"/>
          </a:xfrm>
          <a:custGeom>
            <a:avLst/>
            <a:gdLst/>
            <a:ahLst/>
            <a:cxnLst/>
            <a:rect l="l" t="t" r="r" b="b"/>
            <a:pathLst>
              <a:path w="990600" h="2971800">
                <a:moveTo>
                  <a:pt x="609600" y="304800"/>
                </a:moveTo>
                <a:lnTo>
                  <a:pt x="605612" y="255346"/>
                </a:lnTo>
                <a:lnTo>
                  <a:pt x="594055" y="208445"/>
                </a:lnTo>
                <a:lnTo>
                  <a:pt x="575589" y="164706"/>
                </a:lnTo>
                <a:lnTo>
                  <a:pt x="550799" y="124764"/>
                </a:lnTo>
                <a:lnTo>
                  <a:pt x="520344" y="89255"/>
                </a:lnTo>
                <a:lnTo>
                  <a:pt x="484835" y="58801"/>
                </a:lnTo>
                <a:lnTo>
                  <a:pt x="444893" y="34010"/>
                </a:lnTo>
                <a:lnTo>
                  <a:pt x="401154" y="15544"/>
                </a:lnTo>
                <a:lnTo>
                  <a:pt x="354253" y="3987"/>
                </a:lnTo>
                <a:lnTo>
                  <a:pt x="304800" y="0"/>
                </a:lnTo>
                <a:lnTo>
                  <a:pt x="255333" y="3987"/>
                </a:lnTo>
                <a:lnTo>
                  <a:pt x="208432" y="15544"/>
                </a:lnTo>
                <a:lnTo>
                  <a:pt x="164693" y="34010"/>
                </a:lnTo>
                <a:lnTo>
                  <a:pt x="124752" y="58801"/>
                </a:lnTo>
                <a:lnTo>
                  <a:pt x="89242" y="89255"/>
                </a:lnTo>
                <a:lnTo>
                  <a:pt x="58788" y="124764"/>
                </a:lnTo>
                <a:lnTo>
                  <a:pt x="33997" y="164706"/>
                </a:lnTo>
                <a:lnTo>
                  <a:pt x="15532" y="208445"/>
                </a:lnTo>
                <a:lnTo>
                  <a:pt x="3975" y="255346"/>
                </a:lnTo>
                <a:lnTo>
                  <a:pt x="0" y="304800"/>
                </a:lnTo>
                <a:lnTo>
                  <a:pt x="3975" y="354266"/>
                </a:lnTo>
                <a:lnTo>
                  <a:pt x="15532" y="401167"/>
                </a:lnTo>
                <a:lnTo>
                  <a:pt x="33997" y="444906"/>
                </a:lnTo>
                <a:lnTo>
                  <a:pt x="58788" y="484847"/>
                </a:lnTo>
                <a:lnTo>
                  <a:pt x="89242" y="520357"/>
                </a:lnTo>
                <a:lnTo>
                  <a:pt x="124752" y="550811"/>
                </a:lnTo>
                <a:lnTo>
                  <a:pt x="164693" y="575602"/>
                </a:lnTo>
                <a:lnTo>
                  <a:pt x="208432" y="594067"/>
                </a:lnTo>
                <a:lnTo>
                  <a:pt x="255333" y="605624"/>
                </a:lnTo>
                <a:lnTo>
                  <a:pt x="304800" y="609600"/>
                </a:lnTo>
                <a:lnTo>
                  <a:pt x="354253" y="605624"/>
                </a:lnTo>
                <a:lnTo>
                  <a:pt x="401154" y="594067"/>
                </a:lnTo>
                <a:lnTo>
                  <a:pt x="444893" y="575602"/>
                </a:lnTo>
                <a:lnTo>
                  <a:pt x="484835" y="550811"/>
                </a:lnTo>
                <a:lnTo>
                  <a:pt x="520344" y="520357"/>
                </a:lnTo>
                <a:lnTo>
                  <a:pt x="550799" y="484847"/>
                </a:lnTo>
                <a:lnTo>
                  <a:pt x="575589" y="444906"/>
                </a:lnTo>
                <a:lnTo>
                  <a:pt x="594055" y="401167"/>
                </a:lnTo>
                <a:lnTo>
                  <a:pt x="605612" y="354266"/>
                </a:lnTo>
                <a:lnTo>
                  <a:pt x="609600" y="304800"/>
                </a:lnTo>
                <a:close/>
              </a:path>
              <a:path w="990600" h="2971800">
                <a:moveTo>
                  <a:pt x="990600" y="2667000"/>
                </a:moveTo>
                <a:lnTo>
                  <a:pt x="986612" y="2617546"/>
                </a:lnTo>
                <a:lnTo>
                  <a:pt x="975055" y="2570645"/>
                </a:lnTo>
                <a:lnTo>
                  <a:pt x="956589" y="2526906"/>
                </a:lnTo>
                <a:lnTo>
                  <a:pt x="931799" y="2486964"/>
                </a:lnTo>
                <a:lnTo>
                  <a:pt x="901344" y="2451455"/>
                </a:lnTo>
                <a:lnTo>
                  <a:pt x="865835" y="2421001"/>
                </a:lnTo>
                <a:lnTo>
                  <a:pt x="825893" y="2396210"/>
                </a:lnTo>
                <a:lnTo>
                  <a:pt x="782154" y="2377744"/>
                </a:lnTo>
                <a:lnTo>
                  <a:pt x="735253" y="2366187"/>
                </a:lnTo>
                <a:lnTo>
                  <a:pt x="685800" y="2362200"/>
                </a:lnTo>
                <a:lnTo>
                  <a:pt x="636333" y="2366187"/>
                </a:lnTo>
                <a:lnTo>
                  <a:pt x="589432" y="2377744"/>
                </a:lnTo>
                <a:lnTo>
                  <a:pt x="545693" y="2396210"/>
                </a:lnTo>
                <a:lnTo>
                  <a:pt x="505752" y="2421001"/>
                </a:lnTo>
                <a:lnTo>
                  <a:pt x="470242" y="2451455"/>
                </a:lnTo>
                <a:lnTo>
                  <a:pt x="439788" y="2486964"/>
                </a:lnTo>
                <a:lnTo>
                  <a:pt x="414997" y="2526906"/>
                </a:lnTo>
                <a:lnTo>
                  <a:pt x="396532" y="2570645"/>
                </a:lnTo>
                <a:lnTo>
                  <a:pt x="384975" y="2617546"/>
                </a:lnTo>
                <a:lnTo>
                  <a:pt x="381000" y="2667000"/>
                </a:lnTo>
                <a:lnTo>
                  <a:pt x="384975" y="2716466"/>
                </a:lnTo>
                <a:lnTo>
                  <a:pt x="396532" y="2763367"/>
                </a:lnTo>
                <a:lnTo>
                  <a:pt x="414997" y="2807106"/>
                </a:lnTo>
                <a:lnTo>
                  <a:pt x="439788" y="2847048"/>
                </a:lnTo>
                <a:lnTo>
                  <a:pt x="470242" y="2882557"/>
                </a:lnTo>
                <a:lnTo>
                  <a:pt x="505752" y="2913011"/>
                </a:lnTo>
                <a:lnTo>
                  <a:pt x="545693" y="2937802"/>
                </a:lnTo>
                <a:lnTo>
                  <a:pt x="589432" y="2956268"/>
                </a:lnTo>
                <a:lnTo>
                  <a:pt x="636333" y="2967825"/>
                </a:lnTo>
                <a:lnTo>
                  <a:pt x="685800" y="2971800"/>
                </a:lnTo>
                <a:lnTo>
                  <a:pt x="735253" y="2967825"/>
                </a:lnTo>
                <a:lnTo>
                  <a:pt x="782154" y="2956268"/>
                </a:lnTo>
                <a:lnTo>
                  <a:pt x="825893" y="2937802"/>
                </a:lnTo>
                <a:lnTo>
                  <a:pt x="865835" y="2913011"/>
                </a:lnTo>
                <a:lnTo>
                  <a:pt x="901344" y="2882557"/>
                </a:lnTo>
                <a:lnTo>
                  <a:pt x="931799" y="2847048"/>
                </a:lnTo>
                <a:lnTo>
                  <a:pt x="956589" y="2807106"/>
                </a:lnTo>
                <a:lnTo>
                  <a:pt x="975055" y="2763367"/>
                </a:lnTo>
                <a:lnTo>
                  <a:pt x="986612" y="2716466"/>
                </a:lnTo>
                <a:lnTo>
                  <a:pt x="990600" y="2667000"/>
                </a:lnTo>
                <a:close/>
              </a:path>
            </a:pathLst>
          </a:custGeom>
          <a:solidFill>
            <a:srgbClr val="FFC000"/>
          </a:solidFill>
        </p:spPr>
        <p:txBody>
          <a:bodyPr wrap="square" lIns="0" tIns="0" rIns="0" bIns="0" rtlCol="0"/>
          <a:lstStyle/>
          <a:p/>
        </p:txBody>
      </p:sp>
      <p:sp>
        <p:nvSpPr>
          <p:cNvPr id="16" name="object 16"/>
          <p:cNvSpPr txBox="1"/>
          <p:nvPr/>
        </p:nvSpPr>
        <p:spPr>
          <a:xfrm>
            <a:off x="2750947" y="4710810"/>
            <a:ext cx="137160" cy="299720"/>
          </a:xfrm>
          <a:prstGeom prst="rect">
            <a:avLst/>
          </a:prstGeom>
        </p:spPr>
        <p:txBody>
          <a:bodyPr vert="horz" wrap="square" lIns="0" tIns="12700" rIns="0" bIns="0" rtlCol="0">
            <a:spAutoFit/>
          </a:bodyPr>
          <a:lstStyle/>
          <a:p>
            <a:pPr marL="12700">
              <a:lnSpc>
                <a:spcPct val="100000"/>
              </a:lnSpc>
              <a:spcBef>
                <a:spcPts val="100"/>
              </a:spcBef>
            </a:pPr>
            <a:r>
              <a:rPr sz="1800" b="1" spc="-50" dirty="0">
                <a:solidFill>
                  <a:srgbClr val="001F5F"/>
                </a:solidFill>
                <a:latin typeface="Calibri" panose="020F0502020204030204"/>
                <a:cs typeface="Calibri" panose="020F0502020204030204"/>
              </a:rPr>
              <a:t>E</a:t>
            </a:r>
            <a:endParaRPr sz="1800">
              <a:latin typeface="Calibri" panose="020F0502020204030204"/>
              <a:cs typeface="Calibri" panose="020F0502020204030204"/>
            </a:endParaRPr>
          </a:p>
        </p:txBody>
      </p:sp>
      <p:sp>
        <p:nvSpPr>
          <p:cNvPr id="17" name="object 17"/>
          <p:cNvSpPr/>
          <p:nvPr/>
        </p:nvSpPr>
        <p:spPr>
          <a:xfrm>
            <a:off x="4191000" y="4613909"/>
            <a:ext cx="609600" cy="609600"/>
          </a:xfrm>
          <a:custGeom>
            <a:avLst/>
            <a:gdLst/>
            <a:ahLst/>
            <a:cxnLst/>
            <a:rect l="l" t="t" r="r" b="b"/>
            <a:pathLst>
              <a:path w="609600" h="609600">
                <a:moveTo>
                  <a:pt x="304800" y="0"/>
                </a:moveTo>
                <a:lnTo>
                  <a:pt x="255343" y="3987"/>
                </a:lnTo>
                <a:lnTo>
                  <a:pt x="208434" y="15532"/>
                </a:lnTo>
                <a:lnTo>
                  <a:pt x="164697" y="34008"/>
                </a:lnTo>
                <a:lnTo>
                  <a:pt x="124760" y="58789"/>
                </a:lnTo>
                <a:lnTo>
                  <a:pt x="89249" y="89249"/>
                </a:lnTo>
                <a:lnTo>
                  <a:pt x="58789" y="124760"/>
                </a:lnTo>
                <a:lnTo>
                  <a:pt x="34008" y="164697"/>
                </a:lnTo>
                <a:lnTo>
                  <a:pt x="15532" y="208434"/>
                </a:lnTo>
                <a:lnTo>
                  <a:pt x="3987" y="255343"/>
                </a:lnTo>
                <a:lnTo>
                  <a:pt x="0" y="304800"/>
                </a:lnTo>
                <a:lnTo>
                  <a:pt x="3987" y="354256"/>
                </a:lnTo>
                <a:lnTo>
                  <a:pt x="15532" y="401165"/>
                </a:lnTo>
                <a:lnTo>
                  <a:pt x="34008" y="444902"/>
                </a:lnTo>
                <a:lnTo>
                  <a:pt x="58789" y="484839"/>
                </a:lnTo>
                <a:lnTo>
                  <a:pt x="89249" y="520350"/>
                </a:lnTo>
                <a:lnTo>
                  <a:pt x="124760" y="550810"/>
                </a:lnTo>
                <a:lnTo>
                  <a:pt x="164697" y="575591"/>
                </a:lnTo>
                <a:lnTo>
                  <a:pt x="208434" y="594067"/>
                </a:lnTo>
                <a:lnTo>
                  <a:pt x="255343" y="605612"/>
                </a:lnTo>
                <a:lnTo>
                  <a:pt x="304800" y="609600"/>
                </a:lnTo>
                <a:lnTo>
                  <a:pt x="354256" y="605612"/>
                </a:lnTo>
                <a:lnTo>
                  <a:pt x="401165" y="594067"/>
                </a:lnTo>
                <a:lnTo>
                  <a:pt x="444902" y="575591"/>
                </a:lnTo>
                <a:lnTo>
                  <a:pt x="484839" y="550810"/>
                </a:lnTo>
                <a:lnTo>
                  <a:pt x="520350" y="520350"/>
                </a:lnTo>
                <a:lnTo>
                  <a:pt x="550810" y="484839"/>
                </a:lnTo>
                <a:lnTo>
                  <a:pt x="575591" y="444902"/>
                </a:lnTo>
                <a:lnTo>
                  <a:pt x="594067" y="401165"/>
                </a:lnTo>
                <a:lnTo>
                  <a:pt x="605612" y="354256"/>
                </a:lnTo>
                <a:lnTo>
                  <a:pt x="609600" y="304800"/>
                </a:lnTo>
                <a:lnTo>
                  <a:pt x="605612" y="255343"/>
                </a:lnTo>
                <a:lnTo>
                  <a:pt x="594067" y="208434"/>
                </a:lnTo>
                <a:lnTo>
                  <a:pt x="575591" y="164697"/>
                </a:lnTo>
                <a:lnTo>
                  <a:pt x="550810" y="124760"/>
                </a:lnTo>
                <a:lnTo>
                  <a:pt x="520350" y="89249"/>
                </a:lnTo>
                <a:lnTo>
                  <a:pt x="484839" y="58789"/>
                </a:lnTo>
                <a:lnTo>
                  <a:pt x="444902" y="34008"/>
                </a:lnTo>
                <a:lnTo>
                  <a:pt x="401165" y="15532"/>
                </a:lnTo>
                <a:lnTo>
                  <a:pt x="354256" y="3987"/>
                </a:lnTo>
                <a:lnTo>
                  <a:pt x="304800" y="0"/>
                </a:lnTo>
                <a:close/>
              </a:path>
            </a:pathLst>
          </a:custGeom>
          <a:solidFill>
            <a:srgbClr val="FFC000"/>
          </a:solidFill>
        </p:spPr>
        <p:txBody>
          <a:bodyPr wrap="square" lIns="0" tIns="0" rIns="0" bIns="0" rtlCol="0"/>
          <a:lstStyle/>
          <a:p/>
        </p:txBody>
      </p:sp>
      <p:sp>
        <p:nvSpPr>
          <p:cNvPr id="18" name="object 18"/>
          <p:cNvSpPr txBox="1"/>
          <p:nvPr/>
        </p:nvSpPr>
        <p:spPr>
          <a:xfrm>
            <a:off x="4430648" y="4710810"/>
            <a:ext cx="130810" cy="299720"/>
          </a:xfrm>
          <a:prstGeom prst="rect">
            <a:avLst/>
          </a:prstGeom>
        </p:spPr>
        <p:txBody>
          <a:bodyPr vert="horz" wrap="square" lIns="0" tIns="12700" rIns="0" bIns="0" rtlCol="0">
            <a:spAutoFit/>
          </a:bodyPr>
          <a:lstStyle/>
          <a:p>
            <a:pPr marL="12700">
              <a:lnSpc>
                <a:spcPct val="100000"/>
              </a:lnSpc>
              <a:spcBef>
                <a:spcPts val="100"/>
              </a:spcBef>
            </a:pPr>
            <a:r>
              <a:rPr sz="1800" b="1" spc="-50" dirty="0">
                <a:solidFill>
                  <a:srgbClr val="001F5F"/>
                </a:solidFill>
                <a:latin typeface="Calibri" panose="020F0502020204030204"/>
                <a:cs typeface="Calibri" panose="020F0502020204030204"/>
              </a:rPr>
              <a:t>F</a:t>
            </a:r>
            <a:endParaRPr sz="1800">
              <a:latin typeface="Calibri" panose="020F0502020204030204"/>
              <a:cs typeface="Calibri" panose="020F0502020204030204"/>
            </a:endParaRPr>
          </a:p>
        </p:txBody>
      </p:sp>
      <p:sp>
        <p:nvSpPr>
          <p:cNvPr id="19" name="object 19"/>
          <p:cNvSpPr/>
          <p:nvPr/>
        </p:nvSpPr>
        <p:spPr>
          <a:xfrm>
            <a:off x="3276600" y="5528309"/>
            <a:ext cx="609600" cy="609600"/>
          </a:xfrm>
          <a:custGeom>
            <a:avLst/>
            <a:gdLst/>
            <a:ahLst/>
            <a:cxnLst/>
            <a:rect l="l" t="t" r="r" b="b"/>
            <a:pathLst>
              <a:path w="609600" h="609600">
                <a:moveTo>
                  <a:pt x="304800" y="0"/>
                </a:moveTo>
                <a:lnTo>
                  <a:pt x="255343" y="3987"/>
                </a:lnTo>
                <a:lnTo>
                  <a:pt x="208434" y="15532"/>
                </a:lnTo>
                <a:lnTo>
                  <a:pt x="164697" y="34008"/>
                </a:lnTo>
                <a:lnTo>
                  <a:pt x="124760" y="58789"/>
                </a:lnTo>
                <a:lnTo>
                  <a:pt x="89249" y="89249"/>
                </a:lnTo>
                <a:lnTo>
                  <a:pt x="58789" y="124760"/>
                </a:lnTo>
                <a:lnTo>
                  <a:pt x="34008" y="164697"/>
                </a:lnTo>
                <a:lnTo>
                  <a:pt x="15532" y="208434"/>
                </a:lnTo>
                <a:lnTo>
                  <a:pt x="3987" y="255343"/>
                </a:lnTo>
                <a:lnTo>
                  <a:pt x="0" y="304800"/>
                </a:lnTo>
                <a:lnTo>
                  <a:pt x="3987" y="354256"/>
                </a:lnTo>
                <a:lnTo>
                  <a:pt x="15532" y="401165"/>
                </a:lnTo>
                <a:lnTo>
                  <a:pt x="34008" y="444902"/>
                </a:lnTo>
                <a:lnTo>
                  <a:pt x="58789" y="484839"/>
                </a:lnTo>
                <a:lnTo>
                  <a:pt x="89249" y="520350"/>
                </a:lnTo>
                <a:lnTo>
                  <a:pt x="124760" y="550810"/>
                </a:lnTo>
                <a:lnTo>
                  <a:pt x="164697" y="575591"/>
                </a:lnTo>
                <a:lnTo>
                  <a:pt x="208434" y="594067"/>
                </a:lnTo>
                <a:lnTo>
                  <a:pt x="255343" y="605612"/>
                </a:lnTo>
                <a:lnTo>
                  <a:pt x="304800" y="609600"/>
                </a:lnTo>
                <a:lnTo>
                  <a:pt x="354256" y="605612"/>
                </a:lnTo>
                <a:lnTo>
                  <a:pt x="401165" y="594067"/>
                </a:lnTo>
                <a:lnTo>
                  <a:pt x="444902" y="575591"/>
                </a:lnTo>
                <a:lnTo>
                  <a:pt x="484839" y="550810"/>
                </a:lnTo>
                <a:lnTo>
                  <a:pt x="520350" y="520350"/>
                </a:lnTo>
                <a:lnTo>
                  <a:pt x="550810" y="484839"/>
                </a:lnTo>
                <a:lnTo>
                  <a:pt x="575591" y="444902"/>
                </a:lnTo>
                <a:lnTo>
                  <a:pt x="594067" y="401165"/>
                </a:lnTo>
                <a:lnTo>
                  <a:pt x="605612" y="354256"/>
                </a:lnTo>
                <a:lnTo>
                  <a:pt x="609600" y="304800"/>
                </a:lnTo>
                <a:lnTo>
                  <a:pt x="605612" y="255343"/>
                </a:lnTo>
                <a:lnTo>
                  <a:pt x="594067" y="208434"/>
                </a:lnTo>
                <a:lnTo>
                  <a:pt x="575591" y="164697"/>
                </a:lnTo>
                <a:lnTo>
                  <a:pt x="550810" y="124760"/>
                </a:lnTo>
                <a:lnTo>
                  <a:pt x="520350" y="89249"/>
                </a:lnTo>
                <a:lnTo>
                  <a:pt x="484839" y="58789"/>
                </a:lnTo>
                <a:lnTo>
                  <a:pt x="444902" y="34008"/>
                </a:lnTo>
                <a:lnTo>
                  <a:pt x="401165" y="15532"/>
                </a:lnTo>
                <a:lnTo>
                  <a:pt x="354256" y="3987"/>
                </a:lnTo>
                <a:lnTo>
                  <a:pt x="304800" y="0"/>
                </a:lnTo>
                <a:close/>
              </a:path>
            </a:pathLst>
          </a:custGeom>
          <a:solidFill>
            <a:srgbClr val="FFC000"/>
          </a:solidFill>
        </p:spPr>
        <p:txBody>
          <a:bodyPr wrap="square" lIns="0" tIns="0" rIns="0" bIns="0" rtlCol="0"/>
          <a:lstStyle/>
          <a:p/>
        </p:txBody>
      </p:sp>
      <p:sp>
        <p:nvSpPr>
          <p:cNvPr id="20" name="object 20"/>
          <p:cNvSpPr txBox="1"/>
          <p:nvPr/>
        </p:nvSpPr>
        <p:spPr>
          <a:xfrm>
            <a:off x="3496183" y="5625464"/>
            <a:ext cx="171450" cy="299720"/>
          </a:xfrm>
          <a:prstGeom prst="rect">
            <a:avLst/>
          </a:prstGeom>
        </p:spPr>
        <p:txBody>
          <a:bodyPr vert="horz" wrap="square" lIns="0" tIns="12700" rIns="0" bIns="0" rtlCol="0">
            <a:spAutoFit/>
          </a:bodyPr>
          <a:lstStyle/>
          <a:p>
            <a:pPr marL="12700">
              <a:lnSpc>
                <a:spcPct val="100000"/>
              </a:lnSpc>
              <a:spcBef>
                <a:spcPts val="100"/>
              </a:spcBef>
            </a:pPr>
            <a:r>
              <a:rPr sz="1800" b="1" spc="-50" dirty="0">
                <a:solidFill>
                  <a:srgbClr val="001F5F"/>
                </a:solidFill>
                <a:latin typeface="Calibri" panose="020F0502020204030204"/>
                <a:cs typeface="Calibri" panose="020F0502020204030204"/>
              </a:rPr>
              <a:t>G</a:t>
            </a:r>
            <a:endParaRPr sz="1800">
              <a:latin typeface="Calibri" panose="020F0502020204030204"/>
              <a:cs typeface="Calibri" panose="020F0502020204030204"/>
            </a:endParaRPr>
          </a:p>
        </p:txBody>
      </p:sp>
      <p:sp>
        <p:nvSpPr>
          <p:cNvPr id="21" name="object 21"/>
          <p:cNvSpPr/>
          <p:nvPr/>
        </p:nvSpPr>
        <p:spPr>
          <a:xfrm>
            <a:off x="914400" y="3775709"/>
            <a:ext cx="609600" cy="609600"/>
          </a:xfrm>
          <a:custGeom>
            <a:avLst/>
            <a:gdLst/>
            <a:ahLst/>
            <a:cxnLst/>
            <a:rect l="l" t="t" r="r" b="b"/>
            <a:pathLst>
              <a:path w="609600" h="609600">
                <a:moveTo>
                  <a:pt x="304800" y="0"/>
                </a:moveTo>
                <a:lnTo>
                  <a:pt x="255356" y="3987"/>
                </a:lnTo>
                <a:lnTo>
                  <a:pt x="208453" y="15532"/>
                </a:lnTo>
                <a:lnTo>
                  <a:pt x="164720" y="34008"/>
                </a:lnTo>
                <a:lnTo>
                  <a:pt x="124782" y="58789"/>
                </a:lnTo>
                <a:lnTo>
                  <a:pt x="89268" y="89249"/>
                </a:lnTo>
                <a:lnTo>
                  <a:pt x="58804" y="124760"/>
                </a:lnTo>
                <a:lnTo>
                  <a:pt x="34018" y="164697"/>
                </a:lnTo>
                <a:lnTo>
                  <a:pt x="15537" y="208434"/>
                </a:lnTo>
                <a:lnTo>
                  <a:pt x="3988" y="255343"/>
                </a:lnTo>
                <a:lnTo>
                  <a:pt x="0" y="304800"/>
                </a:lnTo>
                <a:lnTo>
                  <a:pt x="3988" y="354256"/>
                </a:lnTo>
                <a:lnTo>
                  <a:pt x="15537" y="401165"/>
                </a:lnTo>
                <a:lnTo>
                  <a:pt x="34018" y="444902"/>
                </a:lnTo>
                <a:lnTo>
                  <a:pt x="58804" y="484839"/>
                </a:lnTo>
                <a:lnTo>
                  <a:pt x="89268" y="520350"/>
                </a:lnTo>
                <a:lnTo>
                  <a:pt x="124782" y="550810"/>
                </a:lnTo>
                <a:lnTo>
                  <a:pt x="164720" y="575591"/>
                </a:lnTo>
                <a:lnTo>
                  <a:pt x="208453" y="594067"/>
                </a:lnTo>
                <a:lnTo>
                  <a:pt x="255356" y="605612"/>
                </a:lnTo>
                <a:lnTo>
                  <a:pt x="304800" y="609600"/>
                </a:lnTo>
                <a:lnTo>
                  <a:pt x="354256" y="605612"/>
                </a:lnTo>
                <a:lnTo>
                  <a:pt x="401165" y="594067"/>
                </a:lnTo>
                <a:lnTo>
                  <a:pt x="444902" y="575591"/>
                </a:lnTo>
                <a:lnTo>
                  <a:pt x="484839" y="550810"/>
                </a:lnTo>
                <a:lnTo>
                  <a:pt x="520350" y="520350"/>
                </a:lnTo>
                <a:lnTo>
                  <a:pt x="550810" y="484839"/>
                </a:lnTo>
                <a:lnTo>
                  <a:pt x="575591" y="444902"/>
                </a:lnTo>
                <a:lnTo>
                  <a:pt x="594067" y="401165"/>
                </a:lnTo>
                <a:lnTo>
                  <a:pt x="605612" y="354256"/>
                </a:lnTo>
                <a:lnTo>
                  <a:pt x="609600" y="304800"/>
                </a:lnTo>
                <a:lnTo>
                  <a:pt x="605612" y="255343"/>
                </a:lnTo>
                <a:lnTo>
                  <a:pt x="594067" y="208434"/>
                </a:lnTo>
                <a:lnTo>
                  <a:pt x="575591" y="164697"/>
                </a:lnTo>
                <a:lnTo>
                  <a:pt x="550810" y="124760"/>
                </a:lnTo>
                <a:lnTo>
                  <a:pt x="520350" y="89249"/>
                </a:lnTo>
                <a:lnTo>
                  <a:pt x="484839" y="58789"/>
                </a:lnTo>
                <a:lnTo>
                  <a:pt x="444902" y="34008"/>
                </a:lnTo>
                <a:lnTo>
                  <a:pt x="401165" y="15532"/>
                </a:lnTo>
                <a:lnTo>
                  <a:pt x="354256" y="3987"/>
                </a:lnTo>
                <a:lnTo>
                  <a:pt x="304800" y="0"/>
                </a:lnTo>
                <a:close/>
              </a:path>
            </a:pathLst>
          </a:custGeom>
          <a:solidFill>
            <a:srgbClr val="FFC000"/>
          </a:solidFill>
        </p:spPr>
        <p:txBody>
          <a:bodyPr wrap="square" lIns="0" tIns="0" rIns="0" bIns="0" rtlCol="0"/>
          <a:lstStyle/>
          <a:p/>
        </p:txBody>
      </p:sp>
      <p:sp>
        <p:nvSpPr>
          <p:cNvPr id="22" name="object 22"/>
          <p:cNvSpPr txBox="1"/>
          <p:nvPr/>
        </p:nvSpPr>
        <p:spPr>
          <a:xfrm>
            <a:off x="1130604" y="3872610"/>
            <a:ext cx="176530" cy="299720"/>
          </a:xfrm>
          <a:prstGeom prst="rect">
            <a:avLst/>
          </a:prstGeom>
        </p:spPr>
        <p:txBody>
          <a:bodyPr vert="horz" wrap="square" lIns="0" tIns="12700" rIns="0" bIns="0" rtlCol="0">
            <a:spAutoFit/>
          </a:bodyPr>
          <a:lstStyle/>
          <a:p>
            <a:pPr marL="12700">
              <a:lnSpc>
                <a:spcPct val="100000"/>
              </a:lnSpc>
              <a:spcBef>
                <a:spcPts val="100"/>
              </a:spcBef>
            </a:pPr>
            <a:r>
              <a:rPr sz="1800" b="1" spc="-50" dirty="0">
                <a:solidFill>
                  <a:srgbClr val="001F5F"/>
                </a:solidFill>
                <a:latin typeface="Calibri" panose="020F0502020204030204"/>
                <a:cs typeface="Calibri" panose="020F0502020204030204"/>
              </a:rPr>
              <a:t>N</a:t>
            </a:r>
            <a:endParaRPr sz="1800">
              <a:latin typeface="Calibri" panose="020F0502020204030204"/>
              <a:cs typeface="Calibri" panose="020F0502020204030204"/>
            </a:endParaRPr>
          </a:p>
        </p:txBody>
      </p:sp>
      <p:sp>
        <p:nvSpPr>
          <p:cNvPr id="23" name="object 23"/>
          <p:cNvSpPr/>
          <p:nvPr/>
        </p:nvSpPr>
        <p:spPr>
          <a:xfrm>
            <a:off x="1524000" y="4080509"/>
            <a:ext cx="609600" cy="609600"/>
          </a:xfrm>
          <a:custGeom>
            <a:avLst/>
            <a:gdLst/>
            <a:ahLst/>
            <a:cxnLst/>
            <a:rect l="l" t="t" r="r" b="b"/>
            <a:pathLst>
              <a:path w="609600" h="609600">
                <a:moveTo>
                  <a:pt x="304800" y="0"/>
                </a:moveTo>
                <a:lnTo>
                  <a:pt x="255343" y="3987"/>
                </a:lnTo>
                <a:lnTo>
                  <a:pt x="208434" y="15532"/>
                </a:lnTo>
                <a:lnTo>
                  <a:pt x="164697" y="34008"/>
                </a:lnTo>
                <a:lnTo>
                  <a:pt x="124760" y="58789"/>
                </a:lnTo>
                <a:lnTo>
                  <a:pt x="89249" y="89249"/>
                </a:lnTo>
                <a:lnTo>
                  <a:pt x="58789" y="124760"/>
                </a:lnTo>
                <a:lnTo>
                  <a:pt x="34008" y="164697"/>
                </a:lnTo>
                <a:lnTo>
                  <a:pt x="15532" y="208434"/>
                </a:lnTo>
                <a:lnTo>
                  <a:pt x="3987" y="255343"/>
                </a:lnTo>
                <a:lnTo>
                  <a:pt x="0" y="304800"/>
                </a:lnTo>
                <a:lnTo>
                  <a:pt x="3987" y="354256"/>
                </a:lnTo>
                <a:lnTo>
                  <a:pt x="15532" y="401165"/>
                </a:lnTo>
                <a:lnTo>
                  <a:pt x="34008" y="444902"/>
                </a:lnTo>
                <a:lnTo>
                  <a:pt x="58789" y="484839"/>
                </a:lnTo>
                <a:lnTo>
                  <a:pt x="89249" y="520350"/>
                </a:lnTo>
                <a:lnTo>
                  <a:pt x="124760" y="550810"/>
                </a:lnTo>
                <a:lnTo>
                  <a:pt x="164697" y="575591"/>
                </a:lnTo>
                <a:lnTo>
                  <a:pt x="208434" y="594067"/>
                </a:lnTo>
                <a:lnTo>
                  <a:pt x="255343" y="605612"/>
                </a:lnTo>
                <a:lnTo>
                  <a:pt x="304800" y="609600"/>
                </a:lnTo>
                <a:lnTo>
                  <a:pt x="354256" y="605612"/>
                </a:lnTo>
                <a:lnTo>
                  <a:pt x="401165" y="594067"/>
                </a:lnTo>
                <a:lnTo>
                  <a:pt x="444902" y="575591"/>
                </a:lnTo>
                <a:lnTo>
                  <a:pt x="484839" y="550810"/>
                </a:lnTo>
                <a:lnTo>
                  <a:pt x="520350" y="520350"/>
                </a:lnTo>
                <a:lnTo>
                  <a:pt x="550810" y="484839"/>
                </a:lnTo>
                <a:lnTo>
                  <a:pt x="575591" y="444902"/>
                </a:lnTo>
                <a:lnTo>
                  <a:pt x="594067" y="401165"/>
                </a:lnTo>
                <a:lnTo>
                  <a:pt x="605612" y="354256"/>
                </a:lnTo>
                <a:lnTo>
                  <a:pt x="609600" y="304800"/>
                </a:lnTo>
                <a:lnTo>
                  <a:pt x="605612" y="255343"/>
                </a:lnTo>
                <a:lnTo>
                  <a:pt x="594067" y="208434"/>
                </a:lnTo>
                <a:lnTo>
                  <a:pt x="575591" y="164697"/>
                </a:lnTo>
                <a:lnTo>
                  <a:pt x="550810" y="124760"/>
                </a:lnTo>
                <a:lnTo>
                  <a:pt x="520350" y="89249"/>
                </a:lnTo>
                <a:lnTo>
                  <a:pt x="484839" y="58789"/>
                </a:lnTo>
                <a:lnTo>
                  <a:pt x="444902" y="34008"/>
                </a:lnTo>
                <a:lnTo>
                  <a:pt x="401165" y="15532"/>
                </a:lnTo>
                <a:lnTo>
                  <a:pt x="354256" y="3987"/>
                </a:lnTo>
                <a:lnTo>
                  <a:pt x="304800" y="0"/>
                </a:lnTo>
                <a:close/>
              </a:path>
            </a:pathLst>
          </a:custGeom>
          <a:solidFill>
            <a:srgbClr val="FFC000"/>
          </a:solidFill>
        </p:spPr>
        <p:txBody>
          <a:bodyPr wrap="square" lIns="0" tIns="0" rIns="0" bIns="0" rtlCol="0"/>
          <a:lstStyle/>
          <a:p/>
        </p:txBody>
      </p:sp>
      <p:sp>
        <p:nvSpPr>
          <p:cNvPr id="24" name="object 24"/>
          <p:cNvSpPr txBox="1"/>
          <p:nvPr/>
        </p:nvSpPr>
        <p:spPr>
          <a:xfrm>
            <a:off x="1778254" y="4177410"/>
            <a:ext cx="101600" cy="299720"/>
          </a:xfrm>
          <a:prstGeom prst="rect">
            <a:avLst/>
          </a:prstGeom>
        </p:spPr>
        <p:txBody>
          <a:bodyPr vert="horz" wrap="square" lIns="0" tIns="12700" rIns="0" bIns="0" rtlCol="0">
            <a:spAutoFit/>
          </a:bodyPr>
          <a:lstStyle/>
          <a:p>
            <a:pPr marL="12700">
              <a:lnSpc>
                <a:spcPct val="100000"/>
              </a:lnSpc>
              <a:spcBef>
                <a:spcPts val="100"/>
              </a:spcBef>
            </a:pPr>
            <a:r>
              <a:rPr sz="1800" b="1" spc="-50" dirty="0">
                <a:solidFill>
                  <a:srgbClr val="001F5F"/>
                </a:solidFill>
                <a:latin typeface="Calibri" panose="020F0502020204030204"/>
                <a:cs typeface="Calibri" panose="020F0502020204030204"/>
              </a:rPr>
              <a:t>J</a:t>
            </a:r>
            <a:endParaRPr sz="1800">
              <a:latin typeface="Calibri" panose="020F0502020204030204"/>
              <a:cs typeface="Calibri" panose="020F0502020204030204"/>
            </a:endParaRPr>
          </a:p>
        </p:txBody>
      </p:sp>
      <p:sp>
        <p:nvSpPr>
          <p:cNvPr id="25" name="object 25"/>
          <p:cNvSpPr/>
          <p:nvPr/>
        </p:nvSpPr>
        <p:spPr>
          <a:xfrm>
            <a:off x="1152880" y="1870709"/>
            <a:ext cx="5109845" cy="4030345"/>
          </a:xfrm>
          <a:custGeom>
            <a:avLst/>
            <a:gdLst/>
            <a:ahLst/>
            <a:cxnLst/>
            <a:rect l="l" t="t" r="r" b="b"/>
            <a:pathLst>
              <a:path w="5109845" h="4030345">
                <a:moveTo>
                  <a:pt x="1081430" y="1824482"/>
                </a:moveTo>
                <a:lnTo>
                  <a:pt x="1059078" y="1806448"/>
                </a:lnTo>
                <a:lnTo>
                  <a:pt x="792086" y="2137499"/>
                </a:lnTo>
                <a:lnTo>
                  <a:pt x="799109" y="2091563"/>
                </a:lnTo>
                <a:lnTo>
                  <a:pt x="800252" y="2083816"/>
                </a:lnTo>
                <a:lnTo>
                  <a:pt x="794918" y="2076450"/>
                </a:lnTo>
                <a:lnTo>
                  <a:pt x="779297" y="2074164"/>
                </a:lnTo>
                <a:lnTo>
                  <a:pt x="772058" y="2079498"/>
                </a:lnTo>
                <a:lnTo>
                  <a:pt x="770788" y="2087245"/>
                </a:lnTo>
                <a:lnTo>
                  <a:pt x="752246" y="2209673"/>
                </a:lnTo>
                <a:lnTo>
                  <a:pt x="786587" y="2196604"/>
                </a:lnTo>
                <a:lnTo>
                  <a:pt x="875309" y="2162810"/>
                </a:lnTo>
                <a:lnTo>
                  <a:pt x="878992" y="2154555"/>
                </a:lnTo>
                <a:lnTo>
                  <a:pt x="873404" y="2139823"/>
                </a:lnTo>
                <a:lnTo>
                  <a:pt x="865149" y="2136140"/>
                </a:lnTo>
                <a:lnTo>
                  <a:pt x="814400" y="2155444"/>
                </a:lnTo>
                <a:lnTo>
                  <a:pt x="806196" y="2158568"/>
                </a:lnTo>
                <a:lnTo>
                  <a:pt x="806196" y="2165604"/>
                </a:lnTo>
                <a:lnTo>
                  <a:pt x="781202" y="2196604"/>
                </a:lnTo>
                <a:lnTo>
                  <a:pt x="786726" y="2189734"/>
                </a:lnTo>
                <a:lnTo>
                  <a:pt x="806196" y="2165604"/>
                </a:lnTo>
                <a:lnTo>
                  <a:pt x="806196" y="2158568"/>
                </a:lnTo>
                <a:lnTo>
                  <a:pt x="787806" y="2165566"/>
                </a:lnTo>
                <a:lnTo>
                  <a:pt x="787679" y="2165604"/>
                </a:lnTo>
                <a:lnTo>
                  <a:pt x="764946" y="2174252"/>
                </a:lnTo>
                <a:lnTo>
                  <a:pt x="787654" y="2165604"/>
                </a:lnTo>
                <a:lnTo>
                  <a:pt x="787806" y="2165553"/>
                </a:lnTo>
                <a:lnTo>
                  <a:pt x="814400" y="2155444"/>
                </a:lnTo>
                <a:lnTo>
                  <a:pt x="1081430" y="1824482"/>
                </a:lnTo>
                <a:close/>
              </a:path>
              <a:path w="5109845" h="4030345">
                <a:moveTo>
                  <a:pt x="1084478" y="878967"/>
                </a:moveTo>
                <a:lnTo>
                  <a:pt x="52031" y="878967"/>
                </a:lnTo>
                <a:lnTo>
                  <a:pt x="52031" y="1823542"/>
                </a:lnTo>
                <a:lnTo>
                  <a:pt x="28651" y="1783461"/>
                </a:lnTo>
                <a:lnTo>
                  <a:pt x="24676" y="1776730"/>
                </a:lnTo>
                <a:lnTo>
                  <a:pt x="15925" y="1774444"/>
                </a:lnTo>
                <a:lnTo>
                  <a:pt x="2298" y="1782318"/>
                </a:lnTo>
                <a:lnTo>
                  <a:pt x="0" y="1791081"/>
                </a:lnTo>
                <a:lnTo>
                  <a:pt x="3975" y="1797939"/>
                </a:lnTo>
                <a:lnTo>
                  <a:pt x="66319" y="1904746"/>
                </a:lnTo>
                <a:lnTo>
                  <a:pt x="82842" y="1876425"/>
                </a:lnTo>
                <a:lnTo>
                  <a:pt x="128676" y="1797939"/>
                </a:lnTo>
                <a:lnTo>
                  <a:pt x="132613" y="1791081"/>
                </a:lnTo>
                <a:lnTo>
                  <a:pt x="130327" y="1782318"/>
                </a:lnTo>
                <a:lnTo>
                  <a:pt x="116713" y="1774444"/>
                </a:lnTo>
                <a:lnTo>
                  <a:pt x="107962" y="1776730"/>
                </a:lnTo>
                <a:lnTo>
                  <a:pt x="103987" y="1783461"/>
                </a:lnTo>
                <a:lnTo>
                  <a:pt x="80606" y="1823542"/>
                </a:lnTo>
                <a:lnTo>
                  <a:pt x="80606" y="907542"/>
                </a:lnTo>
                <a:lnTo>
                  <a:pt x="1070254" y="907542"/>
                </a:lnTo>
                <a:lnTo>
                  <a:pt x="1063713" y="901065"/>
                </a:lnTo>
                <a:lnTo>
                  <a:pt x="1084478" y="901065"/>
                </a:lnTo>
                <a:lnTo>
                  <a:pt x="1084478" y="893318"/>
                </a:lnTo>
                <a:lnTo>
                  <a:pt x="1084478" y="878967"/>
                </a:lnTo>
                <a:close/>
              </a:path>
              <a:path w="5109845" h="4030345">
                <a:moveTo>
                  <a:pt x="1351813" y="1181481"/>
                </a:moveTo>
                <a:lnTo>
                  <a:pt x="1349527" y="1172718"/>
                </a:lnTo>
                <a:lnTo>
                  <a:pt x="1342669" y="1168781"/>
                </a:lnTo>
                <a:lnTo>
                  <a:pt x="1335938" y="1164844"/>
                </a:lnTo>
                <a:lnTo>
                  <a:pt x="1327175" y="1167130"/>
                </a:lnTo>
                <a:lnTo>
                  <a:pt x="1299870" y="1213904"/>
                </a:lnTo>
                <a:lnTo>
                  <a:pt x="1299743" y="1266825"/>
                </a:lnTo>
                <a:lnTo>
                  <a:pt x="1299743" y="1259586"/>
                </a:lnTo>
                <a:lnTo>
                  <a:pt x="1299743" y="1214120"/>
                </a:lnTo>
                <a:lnTo>
                  <a:pt x="1299743" y="990600"/>
                </a:lnTo>
                <a:lnTo>
                  <a:pt x="1271168" y="990600"/>
                </a:lnTo>
                <a:lnTo>
                  <a:pt x="1271295" y="1214120"/>
                </a:lnTo>
                <a:lnTo>
                  <a:pt x="1271168" y="1266825"/>
                </a:lnTo>
                <a:lnTo>
                  <a:pt x="1271168" y="1213904"/>
                </a:lnTo>
                <a:lnTo>
                  <a:pt x="1243863" y="1167130"/>
                </a:lnTo>
                <a:lnTo>
                  <a:pt x="1235100" y="1164844"/>
                </a:lnTo>
                <a:lnTo>
                  <a:pt x="1228369" y="1168781"/>
                </a:lnTo>
                <a:lnTo>
                  <a:pt x="1221511" y="1172718"/>
                </a:lnTo>
                <a:lnTo>
                  <a:pt x="1219225" y="1181481"/>
                </a:lnTo>
                <a:lnTo>
                  <a:pt x="1223162" y="1188339"/>
                </a:lnTo>
                <a:lnTo>
                  <a:pt x="1285519" y="1295146"/>
                </a:lnTo>
                <a:lnTo>
                  <a:pt x="1302042" y="1266825"/>
                </a:lnTo>
                <a:lnTo>
                  <a:pt x="1347876" y="1188339"/>
                </a:lnTo>
                <a:lnTo>
                  <a:pt x="1351813" y="1181481"/>
                </a:lnTo>
                <a:close/>
              </a:path>
              <a:path w="5109845" h="4030345">
                <a:moveTo>
                  <a:pt x="1351813" y="267081"/>
                </a:moveTo>
                <a:lnTo>
                  <a:pt x="1349527" y="258318"/>
                </a:lnTo>
                <a:lnTo>
                  <a:pt x="1342669" y="254381"/>
                </a:lnTo>
                <a:lnTo>
                  <a:pt x="1335938" y="250444"/>
                </a:lnTo>
                <a:lnTo>
                  <a:pt x="1327175" y="252730"/>
                </a:lnTo>
                <a:lnTo>
                  <a:pt x="1299870" y="299504"/>
                </a:lnTo>
                <a:lnTo>
                  <a:pt x="1299743" y="352425"/>
                </a:lnTo>
                <a:lnTo>
                  <a:pt x="1299743" y="345186"/>
                </a:lnTo>
                <a:lnTo>
                  <a:pt x="1299743" y="299720"/>
                </a:lnTo>
                <a:lnTo>
                  <a:pt x="1299743" y="0"/>
                </a:lnTo>
                <a:lnTo>
                  <a:pt x="1271168" y="0"/>
                </a:lnTo>
                <a:lnTo>
                  <a:pt x="1271295" y="299720"/>
                </a:lnTo>
                <a:lnTo>
                  <a:pt x="1271168" y="352425"/>
                </a:lnTo>
                <a:lnTo>
                  <a:pt x="1271168" y="299504"/>
                </a:lnTo>
                <a:lnTo>
                  <a:pt x="1243863" y="252730"/>
                </a:lnTo>
                <a:lnTo>
                  <a:pt x="1235100" y="250444"/>
                </a:lnTo>
                <a:lnTo>
                  <a:pt x="1228369" y="254381"/>
                </a:lnTo>
                <a:lnTo>
                  <a:pt x="1221511" y="258318"/>
                </a:lnTo>
                <a:lnTo>
                  <a:pt x="1219225" y="267081"/>
                </a:lnTo>
                <a:lnTo>
                  <a:pt x="1223162" y="273939"/>
                </a:lnTo>
                <a:lnTo>
                  <a:pt x="1285519" y="380746"/>
                </a:lnTo>
                <a:lnTo>
                  <a:pt x="1302042" y="352425"/>
                </a:lnTo>
                <a:lnTo>
                  <a:pt x="1347876" y="273939"/>
                </a:lnTo>
                <a:lnTo>
                  <a:pt x="1351813" y="267081"/>
                </a:lnTo>
                <a:close/>
              </a:path>
              <a:path w="5109845" h="4030345">
                <a:moveTo>
                  <a:pt x="2289200" y="1994535"/>
                </a:moveTo>
                <a:lnTo>
                  <a:pt x="2198776" y="1910080"/>
                </a:lnTo>
                <a:lnTo>
                  <a:pt x="2193061" y="1904619"/>
                </a:lnTo>
                <a:lnTo>
                  <a:pt x="2184044" y="1905000"/>
                </a:lnTo>
                <a:lnTo>
                  <a:pt x="2178583" y="1910715"/>
                </a:lnTo>
                <a:lnTo>
                  <a:pt x="2173236" y="1916430"/>
                </a:lnTo>
                <a:lnTo>
                  <a:pt x="2173503" y="1925574"/>
                </a:lnTo>
                <a:lnTo>
                  <a:pt x="2179345" y="1930908"/>
                </a:lnTo>
                <a:lnTo>
                  <a:pt x="2213178" y="1962505"/>
                </a:lnTo>
                <a:lnTo>
                  <a:pt x="1503959" y="1801495"/>
                </a:lnTo>
                <a:lnTo>
                  <a:pt x="1497609" y="1829435"/>
                </a:lnTo>
                <a:lnTo>
                  <a:pt x="2206828" y="1990445"/>
                </a:lnTo>
                <a:lnTo>
                  <a:pt x="2155088" y="2006727"/>
                </a:lnTo>
                <a:lnTo>
                  <a:pt x="2150897" y="2014728"/>
                </a:lnTo>
                <a:lnTo>
                  <a:pt x="2153297" y="2022221"/>
                </a:lnTo>
                <a:lnTo>
                  <a:pt x="2155596" y="2029841"/>
                </a:lnTo>
                <a:lnTo>
                  <a:pt x="2163711" y="2034032"/>
                </a:lnTo>
                <a:lnTo>
                  <a:pt x="2264956" y="2002155"/>
                </a:lnTo>
                <a:lnTo>
                  <a:pt x="2289200" y="1994535"/>
                </a:lnTo>
                <a:close/>
              </a:path>
              <a:path w="5109845" h="4030345">
                <a:moveTo>
                  <a:pt x="2299614" y="2435225"/>
                </a:moveTo>
                <a:lnTo>
                  <a:pt x="2279294" y="2414905"/>
                </a:lnTo>
                <a:lnTo>
                  <a:pt x="1929295" y="2765018"/>
                </a:lnTo>
                <a:lnTo>
                  <a:pt x="1941093" y="2720213"/>
                </a:lnTo>
                <a:lnTo>
                  <a:pt x="1943125" y="2712593"/>
                </a:lnTo>
                <a:lnTo>
                  <a:pt x="1938553" y="2704719"/>
                </a:lnTo>
                <a:lnTo>
                  <a:pt x="1930933" y="2702687"/>
                </a:lnTo>
                <a:lnTo>
                  <a:pt x="1923313" y="2700782"/>
                </a:lnTo>
                <a:lnTo>
                  <a:pt x="1915439" y="2705227"/>
                </a:lnTo>
                <a:lnTo>
                  <a:pt x="1881911" y="2832608"/>
                </a:lnTo>
                <a:lnTo>
                  <a:pt x="1920011" y="2822575"/>
                </a:lnTo>
                <a:lnTo>
                  <a:pt x="2009292" y="2799080"/>
                </a:lnTo>
                <a:lnTo>
                  <a:pt x="2013737" y="2791206"/>
                </a:lnTo>
                <a:lnTo>
                  <a:pt x="2011832" y="2783586"/>
                </a:lnTo>
                <a:lnTo>
                  <a:pt x="2009800" y="2775966"/>
                </a:lnTo>
                <a:lnTo>
                  <a:pt x="2001926" y="2771394"/>
                </a:lnTo>
                <a:lnTo>
                  <a:pt x="1949500" y="2785224"/>
                </a:lnTo>
                <a:lnTo>
                  <a:pt x="2299614" y="2435225"/>
                </a:lnTo>
                <a:close/>
              </a:path>
              <a:path w="5109845" h="4030345">
                <a:moveTo>
                  <a:pt x="3127527" y="2832608"/>
                </a:moveTo>
                <a:lnTo>
                  <a:pt x="3124885" y="2822575"/>
                </a:lnTo>
                <a:lnTo>
                  <a:pt x="3093999" y="2705227"/>
                </a:lnTo>
                <a:lnTo>
                  <a:pt x="3086125" y="2700782"/>
                </a:lnTo>
                <a:lnTo>
                  <a:pt x="3078505" y="2702687"/>
                </a:lnTo>
                <a:lnTo>
                  <a:pt x="3070885" y="2704719"/>
                </a:lnTo>
                <a:lnTo>
                  <a:pt x="3066313" y="2712593"/>
                </a:lnTo>
                <a:lnTo>
                  <a:pt x="3068345" y="2720213"/>
                </a:lnTo>
                <a:lnTo>
                  <a:pt x="3080131" y="2765018"/>
                </a:lnTo>
                <a:lnTo>
                  <a:pt x="2730144" y="2414905"/>
                </a:lnTo>
                <a:lnTo>
                  <a:pt x="2709824" y="2435225"/>
                </a:lnTo>
                <a:lnTo>
                  <a:pt x="3059925" y="2785224"/>
                </a:lnTo>
                <a:lnTo>
                  <a:pt x="3007512" y="2771394"/>
                </a:lnTo>
                <a:lnTo>
                  <a:pt x="2999638" y="2775966"/>
                </a:lnTo>
                <a:lnTo>
                  <a:pt x="2997606" y="2783586"/>
                </a:lnTo>
                <a:lnTo>
                  <a:pt x="2995701" y="2791206"/>
                </a:lnTo>
                <a:lnTo>
                  <a:pt x="3000146" y="2799080"/>
                </a:lnTo>
                <a:lnTo>
                  <a:pt x="3127527" y="2832608"/>
                </a:lnTo>
                <a:close/>
              </a:path>
              <a:path w="5109845" h="4030345">
                <a:moveTo>
                  <a:pt x="3137814" y="3273425"/>
                </a:moveTo>
                <a:lnTo>
                  <a:pt x="3117494" y="3253105"/>
                </a:lnTo>
                <a:lnTo>
                  <a:pt x="2691295" y="3679418"/>
                </a:lnTo>
                <a:lnTo>
                  <a:pt x="2703093" y="3634613"/>
                </a:lnTo>
                <a:lnTo>
                  <a:pt x="2705125" y="3626993"/>
                </a:lnTo>
                <a:lnTo>
                  <a:pt x="2700553" y="3619119"/>
                </a:lnTo>
                <a:lnTo>
                  <a:pt x="2692933" y="3617087"/>
                </a:lnTo>
                <a:lnTo>
                  <a:pt x="2685313" y="3615182"/>
                </a:lnTo>
                <a:lnTo>
                  <a:pt x="2677439" y="3619627"/>
                </a:lnTo>
                <a:lnTo>
                  <a:pt x="2643911" y="3747008"/>
                </a:lnTo>
                <a:lnTo>
                  <a:pt x="2682011" y="3736975"/>
                </a:lnTo>
                <a:lnTo>
                  <a:pt x="2771292" y="3713480"/>
                </a:lnTo>
                <a:lnTo>
                  <a:pt x="2775737" y="3705606"/>
                </a:lnTo>
                <a:lnTo>
                  <a:pt x="2773832" y="3697986"/>
                </a:lnTo>
                <a:lnTo>
                  <a:pt x="2771800" y="3690366"/>
                </a:lnTo>
                <a:lnTo>
                  <a:pt x="2763926" y="3685794"/>
                </a:lnTo>
                <a:lnTo>
                  <a:pt x="2711500" y="3699624"/>
                </a:lnTo>
                <a:lnTo>
                  <a:pt x="3137814" y="3273425"/>
                </a:lnTo>
                <a:close/>
              </a:path>
              <a:path w="5109845" h="4030345">
                <a:moveTo>
                  <a:pt x="3889527" y="3747008"/>
                </a:moveTo>
                <a:lnTo>
                  <a:pt x="3888397" y="3731641"/>
                </a:lnTo>
                <a:lnTo>
                  <a:pt x="3880510" y="3623564"/>
                </a:lnTo>
                <a:lnTo>
                  <a:pt x="3880002" y="3615690"/>
                </a:lnTo>
                <a:lnTo>
                  <a:pt x="3873144" y="3609721"/>
                </a:lnTo>
                <a:lnTo>
                  <a:pt x="3865270" y="3610356"/>
                </a:lnTo>
                <a:lnTo>
                  <a:pt x="3857396" y="3610864"/>
                </a:lnTo>
                <a:lnTo>
                  <a:pt x="3851427" y="3617722"/>
                </a:lnTo>
                <a:lnTo>
                  <a:pt x="3852062" y="3625596"/>
                </a:lnTo>
                <a:lnTo>
                  <a:pt x="3855440" y="3671874"/>
                </a:lnTo>
                <a:lnTo>
                  <a:pt x="3569995" y="3255137"/>
                </a:lnTo>
                <a:lnTo>
                  <a:pt x="3546373" y="3271393"/>
                </a:lnTo>
                <a:lnTo>
                  <a:pt x="3831806" y="3688003"/>
                </a:lnTo>
                <a:lnTo>
                  <a:pt x="3789959" y="3668141"/>
                </a:lnTo>
                <a:lnTo>
                  <a:pt x="3782720" y="3664839"/>
                </a:lnTo>
                <a:lnTo>
                  <a:pt x="3774211" y="3667887"/>
                </a:lnTo>
                <a:lnTo>
                  <a:pt x="3770909" y="3674999"/>
                </a:lnTo>
                <a:lnTo>
                  <a:pt x="3767480" y="3682111"/>
                </a:lnTo>
                <a:lnTo>
                  <a:pt x="3770528" y="3690620"/>
                </a:lnTo>
                <a:lnTo>
                  <a:pt x="3889527" y="3747008"/>
                </a:lnTo>
                <a:close/>
              </a:path>
              <a:path w="5109845" h="4030345">
                <a:moveTo>
                  <a:pt x="4790465" y="3964305"/>
                </a:moveTo>
                <a:lnTo>
                  <a:pt x="4683912" y="3901440"/>
                </a:lnTo>
                <a:lnTo>
                  <a:pt x="4677181" y="3897376"/>
                </a:lnTo>
                <a:lnTo>
                  <a:pt x="4668418" y="3899662"/>
                </a:lnTo>
                <a:lnTo>
                  <a:pt x="4664354" y="3906520"/>
                </a:lnTo>
                <a:lnTo>
                  <a:pt x="4660417" y="3913251"/>
                </a:lnTo>
                <a:lnTo>
                  <a:pt x="4662576" y="3922014"/>
                </a:lnTo>
                <a:lnTo>
                  <a:pt x="4709236" y="3949560"/>
                </a:lnTo>
                <a:lnTo>
                  <a:pt x="4409846" y="3948049"/>
                </a:lnTo>
                <a:lnTo>
                  <a:pt x="4409821" y="3949827"/>
                </a:lnTo>
                <a:lnTo>
                  <a:pt x="4409694" y="3964025"/>
                </a:lnTo>
                <a:lnTo>
                  <a:pt x="4409592" y="3976624"/>
                </a:lnTo>
                <a:lnTo>
                  <a:pt x="4709312" y="3978148"/>
                </a:lnTo>
                <a:lnTo>
                  <a:pt x="4662195" y="4005326"/>
                </a:lnTo>
                <a:lnTo>
                  <a:pt x="4659909" y="4014089"/>
                </a:lnTo>
                <a:lnTo>
                  <a:pt x="4663846" y="4020820"/>
                </a:lnTo>
                <a:lnTo>
                  <a:pt x="4667783" y="4027678"/>
                </a:lnTo>
                <a:lnTo>
                  <a:pt x="4676419" y="4030091"/>
                </a:lnTo>
                <a:lnTo>
                  <a:pt x="4766030" y="3978402"/>
                </a:lnTo>
                <a:lnTo>
                  <a:pt x="4790465" y="3964305"/>
                </a:lnTo>
                <a:close/>
              </a:path>
              <a:path w="5109845" h="4030345">
                <a:moveTo>
                  <a:pt x="5109743" y="1585849"/>
                </a:moveTo>
                <a:lnTo>
                  <a:pt x="1671815" y="1585849"/>
                </a:lnTo>
                <a:lnTo>
                  <a:pt x="1718589" y="1558544"/>
                </a:lnTo>
                <a:lnTo>
                  <a:pt x="1720875" y="1549781"/>
                </a:lnTo>
                <a:lnTo>
                  <a:pt x="1716938" y="1543050"/>
                </a:lnTo>
                <a:lnTo>
                  <a:pt x="1713001" y="1536192"/>
                </a:lnTo>
                <a:lnTo>
                  <a:pt x="1704238" y="1533906"/>
                </a:lnTo>
                <a:lnTo>
                  <a:pt x="1590573" y="1600200"/>
                </a:lnTo>
                <a:lnTo>
                  <a:pt x="1704238" y="1666494"/>
                </a:lnTo>
                <a:lnTo>
                  <a:pt x="1713001" y="1664208"/>
                </a:lnTo>
                <a:lnTo>
                  <a:pt x="1716938" y="1657350"/>
                </a:lnTo>
                <a:lnTo>
                  <a:pt x="1720875" y="1650619"/>
                </a:lnTo>
                <a:lnTo>
                  <a:pt x="1718589" y="1641856"/>
                </a:lnTo>
                <a:lnTo>
                  <a:pt x="1671599" y="1614424"/>
                </a:lnTo>
                <a:lnTo>
                  <a:pt x="5081168" y="1614424"/>
                </a:lnTo>
                <a:lnTo>
                  <a:pt x="5081168" y="3657600"/>
                </a:lnTo>
                <a:lnTo>
                  <a:pt x="5109743" y="3657600"/>
                </a:lnTo>
                <a:lnTo>
                  <a:pt x="5109743" y="1614424"/>
                </a:lnTo>
                <a:lnTo>
                  <a:pt x="5109743" y="1600200"/>
                </a:lnTo>
                <a:lnTo>
                  <a:pt x="5109743" y="1585849"/>
                </a:lnTo>
                <a:close/>
              </a:path>
            </a:pathLst>
          </a:custGeom>
          <a:solidFill>
            <a:srgbClr val="001F5F"/>
          </a:solidFill>
        </p:spPr>
        <p:txBody>
          <a:bodyPr wrap="square" lIns="0" tIns="0" rIns="0" bIns="0" rtlCol="0"/>
          <a:lstStyle/>
          <a:p/>
        </p:txBody>
      </p:sp>
      <p:sp>
        <p:nvSpPr>
          <p:cNvPr id="26" name="object 26"/>
          <p:cNvSpPr txBox="1"/>
          <p:nvPr/>
        </p:nvSpPr>
        <p:spPr>
          <a:xfrm>
            <a:off x="2362326" y="2119629"/>
            <a:ext cx="1322705" cy="528320"/>
          </a:xfrm>
          <a:prstGeom prst="rect">
            <a:avLst/>
          </a:prstGeom>
        </p:spPr>
        <p:txBody>
          <a:bodyPr vert="horz" wrap="square" lIns="0" tIns="12700" rIns="0" bIns="0" rtlCol="0">
            <a:spAutoFit/>
          </a:bodyPr>
          <a:lstStyle/>
          <a:p>
            <a:pPr marL="396240">
              <a:lnSpc>
                <a:spcPts val="1980"/>
              </a:lnSpc>
              <a:spcBef>
                <a:spcPts val="100"/>
              </a:spcBef>
            </a:pPr>
            <a:r>
              <a:rPr sz="1800" b="1" spc="-10" dirty="0">
                <a:solidFill>
                  <a:srgbClr val="2228E9"/>
                </a:solidFill>
                <a:latin typeface="Calibri" panose="020F0502020204030204"/>
                <a:cs typeface="Calibri" panose="020F0502020204030204"/>
              </a:rPr>
              <a:t>Low&lt;high</a:t>
            </a:r>
            <a:endParaRPr sz="1800">
              <a:latin typeface="Calibri" panose="020F0502020204030204"/>
              <a:cs typeface="Calibri" panose="020F0502020204030204"/>
            </a:endParaRPr>
          </a:p>
          <a:p>
            <a:pPr marL="12700">
              <a:lnSpc>
                <a:spcPts val="1980"/>
              </a:lnSpc>
            </a:pPr>
            <a:r>
              <a:rPr sz="1800" b="1" spc="-50" dirty="0">
                <a:solidFill>
                  <a:srgbClr val="001F5F"/>
                </a:solidFill>
                <a:latin typeface="Calibri" panose="020F0502020204030204"/>
                <a:cs typeface="Calibri" panose="020F0502020204030204"/>
              </a:rPr>
              <a:t>B</a:t>
            </a:r>
            <a:endParaRPr sz="1800">
              <a:latin typeface="Calibri" panose="020F0502020204030204"/>
              <a:cs typeface="Calibri" panose="020F0502020204030204"/>
            </a:endParaRPr>
          </a:p>
        </p:txBody>
      </p:sp>
      <p:sp>
        <p:nvSpPr>
          <p:cNvPr id="27" name="object 27"/>
          <p:cNvSpPr txBox="1"/>
          <p:nvPr/>
        </p:nvSpPr>
        <p:spPr>
          <a:xfrm>
            <a:off x="1679194" y="2805810"/>
            <a:ext cx="130810" cy="299720"/>
          </a:xfrm>
          <a:prstGeom prst="rect">
            <a:avLst/>
          </a:prstGeom>
        </p:spPr>
        <p:txBody>
          <a:bodyPr vert="horz" wrap="square" lIns="0" tIns="12700" rIns="0" bIns="0" rtlCol="0">
            <a:spAutoFit/>
          </a:bodyPr>
          <a:lstStyle/>
          <a:p>
            <a:pPr marL="12700">
              <a:lnSpc>
                <a:spcPct val="100000"/>
              </a:lnSpc>
              <a:spcBef>
                <a:spcPts val="100"/>
              </a:spcBef>
            </a:pPr>
            <a:r>
              <a:rPr sz="1800" b="1" spc="-50" dirty="0">
                <a:solidFill>
                  <a:srgbClr val="C00000"/>
                </a:solidFill>
                <a:latin typeface="Calibri" panose="020F0502020204030204"/>
                <a:cs typeface="Calibri" panose="020F0502020204030204"/>
              </a:rPr>
              <a:t>F</a:t>
            </a:r>
            <a:endParaRPr sz="1800">
              <a:latin typeface="Calibri" panose="020F0502020204030204"/>
              <a:cs typeface="Calibri" panose="020F0502020204030204"/>
            </a:endParaRPr>
          </a:p>
        </p:txBody>
      </p:sp>
      <p:sp>
        <p:nvSpPr>
          <p:cNvPr id="28" name="object 28"/>
          <p:cNvSpPr txBox="1"/>
          <p:nvPr/>
        </p:nvSpPr>
        <p:spPr>
          <a:xfrm>
            <a:off x="4880228" y="4634610"/>
            <a:ext cx="87693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2228E9"/>
                </a:solidFill>
                <a:latin typeface="Calibri" panose="020F0502020204030204"/>
                <a:cs typeface="Calibri" panose="020F0502020204030204"/>
              </a:rPr>
              <a:t>Left</a:t>
            </a:r>
            <a:r>
              <a:rPr sz="1800" b="1" spc="-45" dirty="0">
                <a:solidFill>
                  <a:srgbClr val="2228E9"/>
                </a:solidFill>
                <a:latin typeface="Calibri" panose="020F0502020204030204"/>
                <a:cs typeface="Calibri" panose="020F0502020204030204"/>
              </a:rPr>
              <a:t> </a:t>
            </a:r>
            <a:r>
              <a:rPr sz="1800" b="1" spc="-20" dirty="0">
                <a:solidFill>
                  <a:srgbClr val="2228E9"/>
                </a:solidFill>
                <a:latin typeface="Calibri" panose="020F0502020204030204"/>
                <a:cs typeface="Calibri" panose="020F0502020204030204"/>
              </a:rPr>
              <a:t>Scan</a:t>
            </a:r>
            <a:endParaRPr sz="1800">
              <a:latin typeface="Calibri" panose="020F0502020204030204"/>
              <a:cs typeface="Calibri" panose="020F0502020204030204"/>
            </a:endParaRPr>
          </a:p>
        </p:txBody>
      </p:sp>
      <p:sp>
        <p:nvSpPr>
          <p:cNvPr id="29" name="object 29"/>
          <p:cNvSpPr txBox="1"/>
          <p:nvPr/>
        </p:nvSpPr>
        <p:spPr>
          <a:xfrm>
            <a:off x="2593975" y="2805810"/>
            <a:ext cx="139065" cy="299720"/>
          </a:xfrm>
          <a:prstGeom prst="rect">
            <a:avLst/>
          </a:prstGeom>
        </p:spPr>
        <p:txBody>
          <a:bodyPr vert="horz" wrap="square" lIns="0" tIns="12700" rIns="0" bIns="0" rtlCol="0">
            <a:spAutoFit/>
          </a:bodyPr>
          <a:lstStyle/>
          <a:p>
            <a:pPr marL="12700">
              <a:lnSpc>
                <a:spcPct val="100000"/>
              </a:lnSpc>
              <a:spcBef>
                <a:spcPts val="100"/>
              </a:spcBef>
            </a:pPr>
            <a:r>
              <a:rPr sz="1800" b="1" spc="-50" dirty="0">
                <a:solidFill>
                  <a:srgbClr val="2228E9"/>
                </a:solidFill>
                <a:latin typeface="Calibri" panose="020F0502020204030204"/>
                <a:cs typeface="Calibri" panose="020F0502020204030204"/>
              </a:rPr>
              <a:t>T</a:t>
            </a:r>
            <a:endParaRPr sz="1800">
              <a:latin typeface="Calibri" panose="020F0502020204030204"/>
              <a:cs typeface="Calibri" panose="020F0502020204030204"/>
            </a:endParaRPr>
          </a:p>
        </p:txBody>
      </p:sp>
      <p:sp>
        <p:nvSpPr>
          <p:cNvPr id="30" name="object 30"/>
          <p:cNvSpPr txBox="1"/>
          <p:nvPr/>
        </p:nvSpPr>
        <p:spPr>
          <a:xfrm>
            <a:off x="1907794" y="3567810"/>
            <a:ext cx="130810" cy="299720"/>
          </a:xfrm>
          <a:prstGeom prst="rect">
            <a:avLst/>
          </a:prstGeom>
        </p:spPr>
        <p:txBody>
          <a:bodyPr vert="horz" wrap="square" lIns="0" tIns="12700" rIns="0" bIns="0" rtlCol="0">
            <a:spAutoFit/>
          </a:bodyPr>
          <a:lstStyle/>
          <a:p>
            <a:pPr marL="12700">
              <a:lnSpc>
                <a:spcPct val="100000"/>
              </a:lnSpc>
              <a:spcBef>
                <a:spcPts val="100"/>
              </a:spcBef>
            </a:pPr>
            <a:r>
              <a:rPr sz="1800" b="1" spc="-50" dirty="0">
                <a:solidFill>
                  <a:srgbClr val="C00000"/>
                </a:solidFill>
                <a:latin typeface="Calibri" panose="020F0502020204030204"/>
                <a:cs typeface="Calibri" panose="020F0502020204030204"/>
              </a:rPr>
              <a:t>F</a:t>
            </a:r>
            <a:endParaRPr sz="1800">
              <a:latin typeface="Calibri" panose="020F0502020204030204"/>
              <a:cs typeface="Calibri" panose="020F0502020204030204"/>
            </a:endParaRPr>
          </a:p>
        </p:txBody>
      </p:sp>
      <p:sp>
        <p:nvSpPr>
          <p:cNvPr id="31" name="object 31"/>
          <p:cNvSpPr txBox="1"/>
          <p:nvPr/>
        </p:nvSpPr>
        <p:spPr>
          <a:xfrm>
            <a:off x="2822575" y="2927730"/>
            <a:ext cx="472440" cy="787400"/>
          </a:xfrm>
          <a:prstGeom prst="rect">
            <a:avLst/>
          </a:prstGeom>
        </p:spPr>
        <p:txBody>
          <a:bodyPr vert="horz" wrap="square" lIns="0" tIns="119380" rIns="0" bIns="0" rtlCol="0">
            <a:spAutoFit/>
          </a:bodyPr>
          <a:lstStyle/>
          <a:p>
            <a:pPr marL="12700">
              <a:lnSpc>
                <a:spcPct val="100000"/>
              </a:lnSpc>
              <a:spcBef>
                <a:spcPts val="940"/>
              </a:spcBef>
            </a:pPr>
            <a:r>
              <a:rPr sz="1800" b="1" dirty="0">
                <a:solidFill>
                  <a:srgbClr val="2228E9"/>
                </a:solidFill>
                <a:latin typeface="Calibri" panose="020F0502020204030204"/>
                <a:cs typeface="Calibri" panose="020F0502020204030204"/>
              </a:rPr>
              <a:t>i</a:t>
            </a:r>
            <a:r>
              <a:rPr sz="1800" b="1" spc="-5" dirty="0">
                <a:solidFill>
                  <a:srgbClr val="2228E9"/>
                </a:solidFill>
                <a:latin typeface="Calibri" panose="020F0502020204030204"/>
                <a:cs typeface="Calibri" panose="020F0502020204030204"/>
              </a:rPr>
              <a:t> </a:t>
            </a:r>
            <a:r>
              <a:rPr sz="1800" b="1" dirty="0">
                <a:solidFill>
                  <a:srgbClr val="2228E9"/>
                </a:solidFill>
                <a:latin typeface="Calibri" panose="020F0502020204030204"/>
                <a:cs typeface="Calibri" panose="020F0502020204030204"/>
              </a:rPr>
              <a:t>&lt;</a:t>
            </a:r>
            <a:r>
              <a:rPr sz="1800" b="1" spc="5" dirty="0">
                <a:solidFill>
                  <a:srgbClr val="2228E9"/>
                </a:solidFill>
                <a:latin typeface="Calibri" panose="020F0502020204030204"/>
                <a:cs typeface="Calibri" panose="020F0502020204030204"/>
              </a:rPr>
              <a:t> </a:t>
            </a:r>
            <a:r>
              <a:rPr sz="1800" b="1" spc="-35" dirty="0">
                <a:solidFill>
                  <a:srgbClr val="2228E9"/>
                </a:solidFill>
                <a:latin typeface="Calibri" panose="020F0502020204030204"/>
                <a:cs typeface="Calibri" panose="020F0502020204030204"/>
              </a:rPr>
              <a:t>=j</a:t>
            </a:r>
            <a:endParaRPr sz="1800">
              <a:latin typeface="Calibri" panose="020F0502020204030204"/>
              <a:cs typeface="Calibri" panose="020F0502020204030204"/>
            </a:endParaRPr>
          </a:p>
          <a:p>
            <a:pPr marR="33655" algn="r">
              <a:lnSpc>
                <a:spcPct val="100000"/>
              </a:lnSpc>
              <a:spcBef>
                <a:spcPts val="840"/>
              </a:spcBef>
            </a:pPr>
            <a:r>
              <a:rPr sz="1800" b="1" spc="-50" dirty="0">
                <a:solidFill>
                  <a:srgbClr val="2228E9"/>
                </a:solidFill>
                <a:latin typeface="Calibri" panose="020F0502020204030204"/>
                <a:cs typeface="Calibri" panose="020F0502020204030204"/>
              </a:rPr>
              <a:t>T</a:t>
            </a:r>
            <a:endParaRPr sz="1800">
              <a:latin typeface="Calibri" panose="020F0502020204030204"/>
              <a:cs typeface="Calibri" panose="020F0502020204030204"/>
            </a:endParaRPr>
          </a:p>
        </p:txBody>
      </p:sp>
      <p:sp>
        <p:nvSpPr>
          <p:cNvPr id="32" name="object 32"/>
          <p:cNvSpPr txBox="1"/>
          <p:nvPr/>
        </p:nvSpPr>
        <p:spPr>
          <a:xfrm>
            <a:off x="2822575" y="1433829"/>
            <a:ext cx="1205230" cy="299720"/>
          </a:xfrm>
          <a:prstGeom prst="rect">
            <a:avLst/>
          </a:prstGeom>
        </p:spPr>
        <p:txBody>
          <a:bodyPr vert="horz" wrap="square" lIns="0" tIns="12700" rIns="0" bIns="0" rtlCol="0">
            <a:spAutoFit/>
          </a:bodyPr>
          <a:lstStyle/>
          <a:p>
            <a:pPr marL="12700">
              <a:lnSpc>
                <a:spcPct val="100000"/>
              </a:lnSpc>
              <a:spcBef>
                <a:spcPts val="100"/>
              </a:spcBef>
            </a:pPr>
            <a:r>
              <a:rPr sz="1800" b="1" spc="-10" dirty="0">
                <a:solidFill>
                  <a:srgbClr val="2228E9"/>
                </a:solidFill>
                <a:latin typeface="Calibri" panose="020F0502020204030204"/>
                <a:cs typeface="Calibri" panose="020F0502020204030204"/>
              </a:rPr>
              <a:t>Initialization</a:t>
            </a:r>
            <a:endParaRPr sz="1800">
              <a:latin typeface="Calibri" panose="020F0502020204030204"/>
              <a:cs typeface="Calibri" panose="020F0502020204030204"/>
            </a:endParaRPr>
          </a:p>
        </p:txBody>
      </p:sp>
      <p:grpSp>
        <p:nvGrpSpPr>
          <p:cNvPr id="33" name="object 33"/>
          <p:cNvGrpSpPr/>
          <p:nvPr/>
        </p:nvGrpSpPr>
        <p:grpSpPr>
          <a:xfrm>
            <a:off x="2589783" y="4014215"/>
            <a:ext cx="2973070" cy="2124075"/>
            <a:chOff x="2589783" y="4014215"/>
            <a:chExt cx="2973070" cy="2124075"/>
          </a:xfrm>
        </p:grpSpPr>
        <p:sp>
          <p:nvSpPr>
            <p:cNvPr id="34" name="object 34"/>
            <p:cNvSpPr/>
            <p:nvPr/>
          </p:nvSpPr>
          <p:spPr>
            <a:xfrm>
              <a:off x="2589784" y="4014215"/>
              <a:ext cx="1601470" cy="1604010"/>
            </a:xfrm>
            <a:custGeom>
              <a:avLst/>
              <a:gdLst/>
              <a:ahLst/>
              <a:cxnLst/>
              <a:rect l="l" t="t" r="r" b="b"/>
              <a:pathLst>
                <a:path w="1601470" h="1604010">
                  <a:moveTo>
                    <a:pt x="762762" y="66294"/>
                  </a:moveTo>
                  <a:lnTo>
                    <a:pt x="738174" y="51943"/>
                  </a:lnTo>
                  <a:lnTo>
                    <a:pt x="649097" y="0"/>
                  </a:lnTo>
                  <a:lnTo>
                    <a:pt x="640334" y="2286"/>
                  </a:lnTo>
                  <a:lnTo>
                    <a:pt x="636397" y="9144"/>
                  </a:lnTo>
                  <a:lnTo>
                    <a:pt x="632460" y="15875"/>
                  </a:lnTo>
                  <a:lnTo>
                    <a:pt x="634746" y="24638"/>
                  </a:lnTo>
                  <a:lnTo>
                    <a:pt x="681507" y="51943"/>
                  </a:lnTo>
                  <a:lnTo>
                    <a:pt x="0" y="51943"/>
                  </a:lnTo>
                  <a:lnTo>
                    <a:pt x="0" y="689229"/>
                  </a:lnTo>
                  <a:lnTo>
                    <a:pt x="28575" y="689229"/>
                  </a:lnTo>
                  <a:lnTo>
                    <a:pt x="28575" y="80518"/>
                  </a:lnTo>
                  <a:lnTo>
                    <a:pt x="681723" y="80518"/>
                  </a:lnTo>
                  <a:lnTo>
                    <a:pt x="634746" y="107950"/>
                  </a:lnTo>
                  <a:lnTo>
                    <a:pt x="632460" y="116713"/>
                  </a:lnTo>
                  <a:lnTo>
                    <a:pt x="636397" y="123444"/>
                  </a:lnTo>
                  <a:lnTo>
                    <a:pt x="640334" y="130302"/>
                  </a:lnTo>
                  <a:lnTo>
                    <a:pt x="649097" y="132588"/>
                  </a:lnTo>
                  <a:lnTo>
                    <a:pt x="738390" y="80518"/>
                  </a:lnTo>
                  <a:lnTo>
                    <a:pt x="762762" y="66294"/>
                  </a:lnTo>
                  <a:close/>
                </a:path>
                <a:path w="1601470" h="1604010">
                  <a:moveTo>
                    <a:pt x="1600962" y="904494"/>
                  </a:moveTo>
                  <a:lnTo>
                    <a:pt x="1576374" y="890143"/>
                  </a:lnTo>
                  <a:lnTo>
                    <a:pt x="1487297" y="838200"/>
                  </a:lnTo>
                  <a:lnTo>
                    <a:pt x="1478534" y="840486"/>
                  </a:lnTo>
                  <a:lnTo>
                    <a:pt x="1474597" y="847344"/>
                  </a:lnTo>
                  <a:lnTo>
                    <a:pt x="1470660" y="854075"/>
                  </a:lnTo>
                  <a:lnTo>
                    <a:pt x="1472946" y="862838"/>
                  </a:lnTo>
                  <a:lnTo>
                    <a:pt x="1519707" y="890143"/>
                  </a:lnTo>
                  <a:lnTo>
                    <a:pt x="762000" y="890143"/>
                  </a:lnTo>
                  <a:lnTo>
                    <a:pt x="762000" y="1603629"/>
                  </a:lnTo>
                  <a:lnTo>
                    <a:pt x="790575" y="1603629"/>
                  </a:lnTo>
                  <a:lnTo>
                    <a:pt x="790575" y="918718"/>
                  </a:lnTo>
                  <a:lnTo>
                    <a:pt x="1519923" y="918718"/>
                  </a:lnTo>
                  <a:lnTo>
                    <a:pt x="1472946" y="946150"/>
                  </a:lnTo>
                  <a:lnTo>
                    <a:pt x="1470660" y="954913"/>
                  </a:lnTo>
                  <a:lnTo>
                    <a:pt x="1474597" y="961644"/>
                  </a:lnTo>
                  <a:lnTo>
                    <a:pt x="1478534" y="968502"/>
                  </a:lnTo>
                  <a:lnTo>
                    <a:pt x="1487297" y="970788"/>
                  </a:lnTo>
                  <a:lnTo>
                    <a:pt x="1576590" y="918718"/>
                  </a:lnTo>
                  <a:lnTo>
                    <a:pt x="1600962" y="904494"/>
                  </a:lnTo>
                  <a:close/>
                </a:path>
              </a:pathLst>
            </a:custGeom>
            <a:solidFill>
              <a:srgbClr val="001F5F"/>
            </a:solidFill>
          </p:spPr>
          <p:txBody>
            <a:bodyPr wrap="square" lIns="0" tIns="0" rIns="0" bIns="0" rtlCol="0"/>
            <a:lstStyle/>
            <a:p/>
          </p:txBody>
        </p:sp>
        <p:sp>
          <p:nvSpPr>
            <p:cNvPr id="35" name="object 35"/>
            <p:cNvSpPr/>
            <p:nvPr/>
          </p:nvSpPr>
          <p:spPr>
            <a:xfrm>
              <a:off x="4953000" y="5528309"/>
              <a:ext cx="609600" cy="609600"/>
            </a:xfrm>
            <a:custGeom>
              <a:avLst/>
              <a:gdLst/>
              <a:ahLst/>
              <a:cxnLst/>
              <a:rect l="l" t="t" r="r" b="b"/>
              <a:pathLst>
                <a:path w="609600" h="609600">
                  <a:moveTo>
                    <a:pt x="304800" y="0"/>
                  </a:moveTo>
                  <a:lnTo>
                    <a:pt x="255343" y="3987"/>
                  </a:lnTo>
                  <a:lnTo>
                    <a:pt x="208434" y="15532"/>
                  </a:lnTo>
                  <a:lnTo>
                    <a:pt x="164697" y="34008"/>
                  </a:lnTo>
                  <a:lnTo>
                    <a:pt x="124760" y="58789"/>
                  </a:lnTo>
                  <a:lnTo>
                    <a:pt x="89249" y="89249"/>
                  </a:lnTo>
                  <a:lnTo>
                    <a:pt x="58789" y="124760"/>
                  </a:lnTo>
                  <a:lnTo>
                    <a:pt x="34008" y="164697"/>
                  </a:lnTo>
                  <a:lnTo>
                    <a:pt x="15532" y="208434"/>
                  </a:lnTo>
                  <a:lnTo>
                    <a:pt x="3987" y="255343"/>
                  </a:lnTo>
                  <a:lnTo>
                    <a:pt x="0" y="304800"/>
                  </a:lnTo>
                  <a:lnTo>
                    <a:pt x="3987" y="354256"/>
                  </a:lnTo>
                  <a:lnTo>
                    <a:pt x="15532" y="401165"/>
                  </a:lnTo>
                  <a:lnTo>
                    <a:pt x="34008" y="444902"/>
                  </a:lnTo>
                  <a:lnTo>
                    <a:pt x="58789" y="484839"/>
                  </a:lnTo>
                  <a:lnTo>
                    <a:pt x="89249" y="520350"/>
                  </a:lnTo>
                  <a:lnTo>
                    <a:pt x="124760" y="550810"/>
                  </a:lnTo>
                  <a:lnTo>
                    <a:pt x="164697" y="575591"/>
                  </a:lnTo>
                  <a:lnTo>
                    <a:pt x="208434" y="594067"/>
                  </a:lnTo>
                  <a:lnTo>
                    <a:pt x="255343" y="605612"/>
                  </a:lnTo>
                  <a:lnTo>
                    <a:pt x="304800" y="609600"/>
                  </a:lnTo>
                  <a:lnTo>
                    <a:pt x="354256" y="605612"/>
                  </a:lnTo>
                  <a:lnTo>
                    <a:pt x="401165" y="594067"/>
                  </a:lnTo>
                  <a:lnTo>
                    <a:pt x="444902" y="575591"/>
                  </a:lnTo>
                  <a:lnTo>
                    <a:pt x="484839" y="550810"/>
                  </a:lnTo>
                  <a:lnTo>
                    <a:pt x="520350" y="520350"/>
                  </a:lnTo>
                  <a:lnTo>
                    <a:pt x="550810" y="484839"/>
                  </a:lnTo>
                  <a:lnTo>
                    <a:pt x="575591" y="444902"/>
                  </a:lnTo>
                  <a:lnTo>
                    <a:pt x="594067" y="401165"/>
                  </a:lnTo>
                  <a:lnTo>
                    <a:pt x="605612" y="354256"/>
                  </a:lnTo>
                  <a:lnTo>
                    <a:pt x="609600" y="304800"/>
                  </a:lnTo>
                  <a:lnTo>
                    <a:pt x="605612" y="255343"/>
                  </a:lnTo>
                  <a:lnTo>
                    <a:pt x="594067" y="208434"/>
                  </a:lnTo>
                  <a:lnTo>
                    <a:pt x="575591" y="164697"/>
                  </a:lnTo>
                  <a:lnTo>
                    <a:pt x="550810" y="124760"/>
                  </a:lnTo>
                  <a:lnTo>
                    <a:pt x="520350" y="89249"/>
                  </a:lnTo>
                  <a:lnTo>
                    <a:pt x="484839" y="58789"/>
                  </a:lnTo>
                  <a:lnTo>
                    <a:pt x="444902" y="34008"/>
                  </a:lnTo>
                  <a:lnTo>
                    <a:pt x="401165" y="15532"/>
                  </a:lnTo>
                  <a:lnTo>
                    <a:pt x="354256" y="3987"/>
                  </a:lnTo>
                  <a:lnTo>
                    <a:pt x="304800" y="0"/>
                  </a:lnTo>
                  <a:close/>
                </a:path>
              </a:pathLst>
            </a:custGeom>
            <a:solidFill>
              <a:srgbClr val="FFC000"/>
            </a:solidFill>
          </p:spPr>
          <p:txBody>
            <a:bodyPr wrap="square" lIns="0" tIns="0" rIns="0" bIns="0" rtlCol="0"/>
            <a:lstStyle/>
            <a:p/>
          </p:txBody>
        </p:sp>
      </p:grpSp>
      <p:sp>
        <p:nvSpPr>
          <p:cNvPr id="36" name="object 36"/>
          <p:cNvSpPr txBox="1"/>
          <p:nvPr/>
        </p:nvSpPr>
        <p:spPr>
          <a:xfrm>
            <a:off x="3813428" y="5015864"/>
            <a:ext cx="139065" cy="299720"/>
          </a:xfrm>
          <a:prstGeom prst="rect">
            <a:avLst/>
          </a:prstGeom>
        </p:spPr>
        <p:txBody>
          <a:bodyPr vert="horz" wrap="square" lIns="0" tIns="12700" rIns="0" bIns="0" rtlCol="0">
            <a:spAutoFit/>
          </a:bodyPr>
          <a:lstStyle/>
          <a:p>
            <a:pPr marL="12700">
              <a:lnSpc>
                <a:spcPct val="100000"/>
              </a:lnSpc>
              <a:spcBef>
                <a:spcPts val="100"/>
              </a:spcBef>
            </a:pPr>
            <a:r>
              <a:rPr sz="1800" b="1" spc="-50" dirty="0">
                <a:solidFill>
                  <a:srgbClr val="2228E9"/>
                </a:solidFill>
                <a:latin typeface="Calibri" panose="020F0502020204030204"/>
                <a:cs typeface="Calibri" panose="020F0502020204030204"/>
              </a:rPr>
              <a:t>T</a:t>
            </a:r>
            <a:endParaRPr sz="1800">
              <a:latin typeface="Calibri" panose="020F0502020204030204"/>
              <a:cs typeface="Calibri" panose="020F0502020204030204"/>
            </a:endParaRPr>
          </a:p>
        </p:txBody>
      </p:sp>
      <p:sp>
        <p:nvSpPr>
          <p:cNvPr id="37" name="object 37"/>
          <p:cNvSpPr txBox="1"/>
          <p:nvPr/>
        </p:nvSpPr>
        <p:spPr>
          <a:xfrm>
            <a:off x="3355975" y="4406010"/>
            <a:ext cx="139065" cy="299720"/>
          </a:xfrm>
          <a:prstGeom prst="rect">
            <a:avLst/>
          </a:prstGeom>
        </p:spPr>
        <p:txBody>
          <a:bodyPr vert="horz" wrap="square" lIns="0" tIns="12700" rIns="0" bIns="0" rtlCol="0">
            <a:spAutoFit/>
          </a:bodyPr>
          <a:lstStyle/>
          <a:p>
            <a:pPr marL="12700">
              <a:lnSpc>
                <a:spcPct val="100000"/>
              </a:lnSpc>
              <a:spcBef>
                <a:spcPts val="100"/>
              </a:spcBef>
            </a:pPr>
            <a:r>
              <a:rPr sz="1800" b="1" spc="-50" dirty="0">
                <a:solidFill>
                  <a:srgbClr val="2228E9"/>
                </a:solidFill>
                <a:latin typeface="Calibri" panose="020F0502020204030204"/>
                <a:cs typeface="Calibri" panose="020F0502020204030204"/>
              </a:rPr>
              <a:t>T</a:t>
            </a:r>
            <a:endParaRPr sz="1800">
              <a:latin typeface="Calibri" panose="020F0502020204030204"/>
              <a:cs typeface="Calibri" panose="020F0502020204030204"/>
            </a:endParaRPr>
          </a:p>
        </p:txBody>
      </p:sp>
      <p:sp>
        <p:nvSpPr>
          <p:cNvPr id="38" name="object 38"/>
          <p:cNvSpPr txBox="1"/>
          <p:nvPr/>
        </p:nvSpPr>
        <p:spPr>
          <a:xfrm>
            <a:off x="4042028" y="3765930"/>
            <a:ext cx="1009650" cy="635000"/>
          </a:xfrm>
          <a:prstGeom prst="rect">
            <a:avLst/>
          </a:prstGeom>
        </p:spPr>
        <p:txBody>
          <a:bodyPr vert="horz" wrap="square" lIns="0" tIns="12700" rIns="0" bIns="0" rtlCol="0">
            <a:spAutoFit/>
          </a:bodyPr>
          <a:lstStyle/>
          <a:p>
            <a:pPr marL="88900" marR="5080" indent="-76200">
              <a:lnSpc>
                <a:spcPct val="111000"/>
              </a:lnSpc>
              <a:spcBef>
                <a:spcPts val="100"/>
              </a:spcBef>
            </a:pPr>
            <a:r>
              <a:rPr sz="1800" b="1" dirty="0">
                <a:solidFill>
                  <a:srgbClr val="2228E9"/>
                </a:solidFill>
                <a:latin typeface="Calibri" panose="020F0502020204030204"/>
                <a:cs typeface="Calibri" panose="020F0502020204030204"/>
              </a:rPr>
              <a:t>Right</a:t>
            </a:r>
            <a:r>
              <a:rPr sz="1800" b="1" spc="-30" dirty="0">
                <a:solidFill>
                  <a:srgbClr val="2228E9"/>
                </a:solidFill>
                <a:latin typeface="Calibri" panose="020F0502020204030204"/>
                <a:cs typeface="Calibri" panose="020F0502020204030204"/>
              </a:rPr>
              <a:t> </a:t>
            </a:r>
            <a:r>
              <a:rPr sz="1800" b="1" spc="-20" dirty="0">
                <a:solidFill>
                  <a:srgbClr val="2228E9"/>
                </a:solidFill>
                <a:latin typeface="Calibri" panose="020F0502020204030204"/>
                <a:cs typeface="Calibri" panose="020F0502020204030204"/>
              </a:rPr>
              <a:t>Scan </a:t>
            </a:r>
            <a:r>
              <a:rPr sz="1800" b="1" spc="-50" dirty="0">
                <a:solidFill>
                  <a:srgbClr val="C00000"/>
                </a:solidFill>
                <a:latin typeface="Calibri" panose="020F0502020204030204"/>
                <a:cs typeface="Calibri" panose="020F0502020204030204"/>
              </a:rPr>
              <a:t>F</a:t>
            </a:r>
            <a:endParaRPr sz="1800">
              <a:latin typeface="Calibri" panose="020F0502020204030204"/>
              <a:cs typeface="Calibri" panose="020F0502020204030204"/>
            </a:endParaRPr>
          </a:p>
        </p:txBody>
      </p:sp>
      <p:sp>
        <p:nvSpPr>
          <p:cNvPr id="39" name="object 39"/>
          <p:cNvSpPr txBox="1"/>
          <p:nvPr/>
        </p:nvSpPr>
        <p:spPr>
          <a:xfrm>
            <a:off x="4956428" y="4939664"/>
            <a:ext cx="130810" cy="299720"/>
          </a:xfrm>
          <a:prstGeom prst="rect">
            <a:avLst/>
          </a:prstGeom>
        </p:spPr>
        <p:txBody>
          <a:bodyPr vert="horz" wrap="square" lIns="0" tIns="12700" rIns="0" bIns="0" rtlCol="0">
            <a:spAutoFit/>
          </a:bodyPr>
          <a:lstStyle/>
          <a:p>
            <a:pPr marL="12700">
              <a:lnSpc>
                <a:spcPct val="100000"/>
              </a:lnSpc>
              <a:spcBef>
                <a:spcPts val="100"/>
              </a:spcBef>
            </a:pPr>
            <a:r>
              <a:rPr sz="1800" b="1" spc="-50" dirty="0">
                <a:solidFill>
                  <a:srgbClr val="C00000"/>
                </a:solidFill>
                <a:latin typeface="Calibri" panose="020F0502020204030204"/>
                <a:cs typeface="Calibri" panose="020F0502020204030204"/>
              </a:rPr>
              <a:t>F</a:t>
            </a:r>
            <a:endParaRPr sz="1800">
              <a:latin typeface="Calibri" panose="020F0502020204030204"/>
              <a:cs typeface="Calibri" panose="020F0502020204030204"/>
            </a:endParaRPr>
          </a:p>
        </p:txBody>
      </p:sp>
      <p:sp>
        <p:nvSpPr>
          <p:cNvPr id="40" name="object 40"/>
          <p:cNvSpPr/>
          <p:nvPr/>
        </p:nvSpPr>
        <p:spPr>
          <a:xfrm>
            <a:off x="5943600" y="5528309"/>
            <a:ext cx="609600" cy="609600"/>
          </a:xfrm>
          <a:custGeom>
            <a:avLst/>
            <a:gdLst/>
            <a:ahLst/>
            <a:cxnLst/>
            <a:rect l="l" t="t" r="r" b="b"/>
            <a:pathLst>
              <a:path w="609600" h="609600">
                <a:moveTo>
                  <a:pt x="304800" y="0"/>
                </a:moveTo>
                <a:lnTo>
                  <a:pt x="255343" y="3987"/>
                </a:lnTo>
                <a:lnTo>
                  <a:pt x="208434" y="15532"/>
                </a:lnTo>
                <a:lnTo>
                  <a:pt x="164697" y="34008"/>
                </a:lnTo>
                <a:lnTo>
                  <a:pt x="124760" y="58789"/>
                </a:lnTo>
                <a:lnTo>
                  <a:pt x="89249" y="89249"/>
                </a:lnTo>
                <a:lnTo>
                  <a:pt x="58789" y="124760"/>
                </a:lnTo>
                <a:lnTo>
                  <a:pt x="34008" y="164697"/>
                </a:lnTo>
                <a:lnTo>
                  <a:pt x="15532" y="208434"/>
                </a:lnTo>
                <a:lnTo>
                  <a:pt x="3987" y="255343"/>
                </a:lnTo>
                <a:lnTo>
                  <a:pt x="0" y="304800"/>
                </a:lnTo>
                <a:lnTo>
                  <a:pt x="3987" y="354256"/>
                </a:lnTo>
                <a:lnTo>
                  <a:pt x="15532" y="401165"/>
                </a:lnTo>
                <a:lnTo>
                  <a:pt x="34008" y="444902"/>
                </a:lnTo>
                <a:lnTo>
                  <a:pt x="58789" y="484839"/>
                </a:lnTo>
                <a:lnTo>
                  <a:pt x="89249" y="520350"/>
                </a:lnTo>
                <a:lnTo>
                  <a:pt x="124760" y="550810"/>
                </a:lnTo>
                <a:lnTo>
                  <a:pt x="164697" y="575591"/>
                </a:lnTo>
                <a:lnTo>
                  <a:pt x="208434" y="594067"/>
                </a:lnTo>
                <a:lnTo>
                  <a:pt x="255343" y="605612"/>
                </a:lnTo>
                <a:lnTo>
                  <a:pt x="304800" y="609600"/>
                </a:lnTo>
                <a:lnTo>
                  <a:pt x="354256" y="605612"/>
                </a:lnTo>
                <a:lnTo>
                  <a:pt x="401165" y="594067"/>
                </a:lnTo>
                <a:lnTo>
                  <a:pt x="444902" y="575591"/>
                </a:lnTo>
                <a:lnTo>
                  <a:pt x="484839" y="550810"/>
                </a:lnTo>
                <a:lnTo>
                  <a:pt x="520350" y="520350"/>
                </a:lnTo>
                <a:lnTo>
                  <a:pt x="550810" y="484839"/>
                </a:lnTo>
                <a:lnTo>
                  <a:pt x="575591" y="444902"/>
                </a:lnTo>
                <a:lnTo>
                  <a:pt x="594067" y="401165"/>
                </a:lnTo>
                <a:lnTo>
                  <a:pt x="605612" y="354256"/>
                </a:lnTo>
                <a:lnTo>
                  <a:pt x="609600" y="304800"/>
                </a:lnTo>
                <a:lnTo>
                  <a:pt x="605612" y="255343"/>
                </a:lnTo>
                <a:lnTo>
                  <a:pt x="594067" y="208434"/>
                </a:lnTo>
                <a:lnTo>
                  <a:pt x="575591" y="164697"/>
                </a:lnTo>
                <a:lnTo>
                  <a:pt x="550810" y="124760"/>
                </a:lnTo>
                <a:lnTo>
                  <a:pt x="520350" y="89249"/>
                </a:lnTo>
                <a:lnTo>
                  <a:pt x="484839" y="58789"/>
                </a:lnTo>
                <a:lnTo>
                  <a:pt x="444902" y="34008"/>
                </a:lnTo>
                <a:lnTo>
                  <a:pt x="401165" y="15532"/>
                </a:lnTo>
                <a:lnTo>
                  <a:pt x="354256" y="3987"/>
                </a:lnTo>
                <a:lnTo>
                  <a:pt x="304800" y="0"/>
                </a:lnTo>
                <a:close/>
              </a:path>
            </a:pathLst>
          </a:custGeom>
          <a:solidFill>
            <a:srgbClr val="FFC000"/>
          </a:solidFill>
        </p:spPr>
        <p:txBody>
          <a:bodyPr wrap="square" lIns="0" tIns="0" rIns="0" bIns="0" rtlCol="0"/>
          <a:lstStyle/>
          <a:p/>
        </p:txBody>
      </p:sp>
      <p:sp>
        <p:nvSpPr>
          <p:cNvPr id="41" name="object 41"/>
          <p:cNvSpPr txBox="1"/>
          <p:nvPr/>
        </p:nvSpPr>
        <p:spPr>
          <a:xfrm>
            <a:off x="6206490" y="5625464"/>
            <a:ext cx="86360" cy="299720"/>
          </a:xfrm>
          <a:prstGeom prst="rect">
            <a:avLst/>
          </a:prstGeom>
        </p:spPr>
        <p:txBody>
          <a:bodyPr vert="horz" wrap="square" lIns="0" tIns="12700" rIns="0" bIns="0" rtlCol="0">
            <a:spAutoFit/>
          </a:bodyPr>
          <a:lstStyle/>
          <a:p>
            <a:pPr marL="12700">
              <a:lnSpc>
                <a:spcPct val="100000"/>
              </a:lnSpc>
              <a:spcBef>
                <a:spcPts val="100"/>
              </a:spcBef>
            </a:pPr>
            <a:r>
              <a:rPr sz="1800" b="1" spc="-50" dirty="0">
                <a:solidFill>
                  <a:srgbClr val="001F5F"/>
                </a:solidFill>
                <a:latin typeface="Calibri" panose="020F0502020204030204"/>
                <a:cs typeface="Calibri" panose="020F0502020204030204"/>
              </a:rPr>
              <a:t>I</a:t>
            </a:r>
            <a:endParaRPr sz="1800">
              <a:latin typeface="Calibri" panose="020F0502020204030204"/>
              <a:cs typeface="Calibri" panose="020F0502020204030204"/>
            </a:endParaRPr>
          </a:p>
        </p:txBody>
      </p:sp>
      <p:sp>
        <p:nvSpPr>
          <p:cNvPr id="42" name="object 42"/>
          <p:cNvSpPr/>
          <p:nvPr/>
        </p:nvSpPr>
        <p:spPr>
          <a:xfrm>
            <a:off x="1524000" y="4918709"/>
            <a:ext cx="609600" cy="609600"/>
          </a:xfrm>
          <a:custGeom>
            <a:avLst/>
            <a:gdLst/>
            <a:ahLst/>
            <a:cxnLst/>
            <a:rect l="l" t="t" r="r" b="b"/>
            <a:pathLst>
              <a:path w="609600" h="609600">
                <a:moveTo>
                  <a:pt x="304800" y="0"/>
                </a:moveTo>
                <a:lnTo>
                  <a:pt x="255343" y="3987"/>
                </a:lnTo>
                <a:lnTo>
                  <a:pt x="208434" y="15532"/>
                </a:lnTo>
                <a:lnTo>
                  <a:pt x="164697" y="34008"/>
                </a:lnTo>
                <a:lnTo>
                  <a:pt x="124760" y="58789"/>
                </a:lnTo>
                <a:lnTo>
                  <a:pt x="89249" y="89249"/>
                </a:lnTo>
                <a:lnTo>
                  <a:pt x="58789" y="124760"/>
                </a:lnTo>
                <a:lnTo>
                  <a:pt x="34008" y="164697"/>
                </a:lnTo>
                <a:lnTo>
                  <a:pt x="15532" y="208434"/>
                </a:lnTo>
                <a:lnTo>
                  <a:pt x="3987" y="255343"/>
                </a:lnTo>
                <a:lnTo>
                  <a:pt x="0" y="304800"/>
                </a:lnTo>
                <a:lnTo>
                  <a:pt x="3987" y="354256"/>
                </a:lnTo>
                <a:lnTo>
                  <a:pt x="15532" y="401165"/>
                </a:lnTo>
                <a:lnTo>
                  <a:pt x="34008" y="444902"/>
                </a:lnTo>
                <a:lnTo>
                  <a:pt x="58789" y="484839"/>
                </a:lnTo>
                <a:lnTo>
                  <a:pt x="89249" y="520350"/>
                </a:lnTo>
                <a:lnTo>
                  <a:pt x="124760" y="550810"/>
                </a:lnTo>
                <a:lnTo>
                  <a:pt x="164697" y="575591"/>
                </a:lnTo>
                <a:lnTo>
                  <a:pt x="208434" y="594067"/>
                </a:lnTo>
                <a:lnTo>
                  <a:pt x="255343" y="605612"/>
                </a:lnTo>
                <a:lnTo>
                  <a:pt x="304800" y="609600"/>
                </a:lnTo>
                <a:lnTo>
                  <a:pt x="354256" y="605612"/>
                </a:lnTo>
                <a:lnTo>
                  <a:pt x="401165" y="594067"/>
                </a:lnTo>
                <a:lnTo>
                  <a:pt x="444902" y="575591"/>
                </a:lnTo>
                <a:lnTo>
                  <a:pt x="484839" y="550810"/>
                </a:lnTo>
                <a:lnTo>
                  <a:pt x="520350" y="520350"/>
                </a:lnTo>
                <a:lnTo>
                  <a:pt x="550810" y="484839"/>
                </a:lnTo>
                <a:lnTo>
                  <a:pt x="575591" y="444902"/>
                </a:lnTo>
                <a:lnTo>
                  <a:pt x="594067" y="401165"/>
                </a:lnTo>
                <a:lnTo>
                  <a:pt x="605612" y="354256"/>
                </a:lnTo>
                <a:lnTo>
                  <a:pt x="609600" y="304800"/>
                </a:lnTo>
                <a:lnTo>
                  <a:pt x="605612" y="255343"/>
                </a:lnTo>
                <a:lnTo>
                  <a:pt x="594067" y="208434"/>
                </a:lnTo>
                <a:lnTo>
                  <a:pt x="575591" y="164697"/>
                </a:lnTo>
                <a:lnTo>
                  <a:pt x="550810" y="124760"/>
                </a:lnTo>
                <a:lnTo>
                  <a:pt x="520350" y="89249"/>
                </a:lnTo>
                <a:lnTo>
                  <a:pt x="484839" y="58789"/>
                </a:lnTo>
                <a:lnTo>
                  <a:pt x="444902" y="34008"/>
                </a:lnTo>
                <a:lnTo>
                  <a:pt x="401165" y="15532"/>
                </a:lnTo>
                <a:lnTo>
                  <a:pt x="354256" y="3987"/>
                </a:lnTo>
                <a:lnTo>
                  <a:pt x="304800" y="0"/>
                </a:lnTo>
                <a:close/>
              </a:path>
            </a:pathLst>
          </a:custGeom>
          <a:solidFill>
            <a:srgbClr val="FFC000"/>
          </a:solidFill>
        </p:spPr>
        <p:txBody>
          <a:bodyPr wrap="square" lIns="0" tIns="0" rIns="0" bIns="0" rtlCol="0"/>
          <a:lstStyle/>
          <a:p/>
        </p:txBody>
      </p:sp>
      <p:sp>
        <p:nvSpPr>
          <p:cNvPr id="43" name="object 43"/>
          <p:cNvSpPr txBox="1"/>
          <p:nvPr/>
        </p:nvSpPr>
        <p:spPr>
          <a:xfrm>
            <a:off x="1753870" y="5015864"/>
            <a:ext cx="150495" cy="299720"/>
          </a:xfrm>
          <a:prstGeom prst="rect">
            <a:avLst/>
          </a:prstGeom>
        </p:spPr>
        <p:txBody>
          <a:bodyPr vert="horz" wrap="square" lIns="0" tIns="12700" rIns="0" bIns="0" rtlCol="0">
            <a:spAutoFit/>
          </a:bodyPr>
          <a:lstStyle/>
          <a:p>
            <a:pPr marL="12700">
              <a:lnSpc>
                <a:spcPct val="100000"/>
              </a:lnSpc>
              <a:spcBef>
                <a:spcPts val="100"/>
              </a:spcBef>
            </a:pPr>
            <a:r>
              <a:rPr sz="1800" b="1" spc="-50" dirty="0">
                <a:solidFill>
                  <a:srgbClr val="001F5F"/>
                </a:solidFill>
                <a:latin typeface="Calibri" panose="020F0502020204030204"/>
                <a:cs typeface="Calibri" panose="020F0502020204030204"/>
              </a:rPr>
              <a:t>K</a:t>
            </a:r>
            <a:endParaRPr sz="1800">
              <a:latin typeface="Calibri" panose="020F0502020204030204"/>
              <a:cs typeface="Calibri" panose="020F0502020204030204"/>
            </a:endParaRPr>
          </a:p>
        </p:txBody>
      </p:sp>
      <p:sp>
        <p:nvSpPr>
          <p:cNvPr id="44" name="object 44"/>
          <p:cNvSpPr txBox="1"/>
          <p:nvPr/>
        </p:nvSpPr>
        <p:spPr>
          <a:xfrm>
            <a:off x="5108828" y="5137784"/>
            <a:ext cx="254000" cy="787400"/>
          </a:xfrm>
          <a:prstGeom prst="rect">
            <a:avLst/>
          </a:prstGeom>
        </p:spPr>
        <p:txBody>
          <a:bodyPr vert="horz" wrap="square" lIns="0" tIns="12700" rIns="0" bIns="0" rtlCol="0">
            <a:spAutoFit/>
          </a:bodyPr>
          <a:lstStyle/>
          <a:p>
            <a:pPr marL="76200" marR="5080" indent="-64135">
              <a:lnSpc>
                <a:spcPct val="139000"/>
              </a:lnSpc>
              <a:spcBef>
                <a:spcPts val="100"/>
              </a:spcBef>
            </a:pPr>
            <a:r>
              <a:rPr sz="1800" b="1" spc="-25" dirty="0">
                <a:solidFill>
                  <a:srgbClr val="2228E9"/>
                </a:solidFill>
                <a:latin typeface="Calibri" panose="020F0502020204030204"/>
                <a:cs typeface="Calibri" panose="020F0502020204030204"/>
              </a:rPr>
              <a:t>i&lt;j </a:t>
            </a:r>
            <a:r>
              <a:rPr sz="1800" b="1" spc="-50" dirty="0">
                <a:solidFill>
                  <a:srgbClr val="001F5F"/>
                </a:solidFill>
                <a:latin typeface="Calibri" panose="020F0502020204030204"/>
                <a:cs typeface="Calibri" panose="020F0502020204030204"/>
              </a:rPr>
              <a:t>H</a:t>
            </a:r>
            <a:endParaRPr sz="1800">
              <a:latin typeface="Calibri" panose="020F0502020204030204"/>
              <a:cs typeface="Calibri" panose="020F0502020204030204"/>
            </a:endParaRPr>
          </a:p>
        </p:txBody>
      </p:sp>
      <p:sp>
        <p:nvSpPr>
          <p:cNvPr id="45" name="object 45"/>
          <p:cNvSpPr txBox="1"/>
          <p:nvPr/>
        </p:nvSpPr>
        <p:spPr>
          <a:xfrm>
            <a:off x="5718809" y="5930264"/>
            <a:ext cx="139065" cy="299720"/>
          </a:xfrm>
          <a:prstGeom prst="rect">
            <a:avLst/>
          </a:prstGeom>
        </p:spPr>
        <p:txBody>
          <a:bodyPr vert="horz" wrap="square" lIns="0" tIns="12700" rIns="0" bIns="0" rtlCol="0">
            <a:spAutoFit/>
          </a:bodyPr>
          <a:lstStyle/>
          <a:p>
            <a:pPr marL="12700">
              <a:lnSpc>
                <a:spcPct val="100000"/>
              </a:lnSpc>
              <a:spcBef>
                <a:spcPts val="100"/>
              </a:spcBef>
            </a:pPr>
            <a:r>
              <a:rPr sz="1800" b="1" spc="-50" dirty="0">
                <a:solidFill>
                  <a:srgbClr val="2228E9"/>
                </a:solidFill>
                <a:latin typeface="Calibri" panose="020F0502020204030204"/>
                <a:cs typeface="Calibri" panose="020F0502020204030204"/>
              </a:rPr>
              <a:t>T</a:t>
            </a:r>
            <a:endParaRPr sz="1800">
              <a:latin typeface="Calibri" panose="020F0502020204030204"/>
              <a:cs typeface="Calibri" panose="020F0502020204030204"/>
            </a:endParaRPr>
          </a:p>
        </p:txBody>
      </p:sp>
      <p:sp>
        <p:nvSpPr>
          <p:cNvPr id="46" name="object 46"/>
          <p:cNvSpPr/>
          <p:nvPr/>
        </p:nvSpPr>
        <p:spPr>
          <a:xfrm>
            <a:off x="5462904" y="4842636"/>
            <a:ext cx="785495" cy="785495"/>
          </a:xfrm>
          <a:custGeom>
            <a:avLst/>
            <a:gdLst/>
            <a:ahLst/>
            <a:cxnLst/>
            <a:rect l="l" t="t" r="r" b="b"/>
            <a:pathLst>
              <a:path w="785495" h="785495">
                <a:moveTo>
                  <a:pt x="745197" y="40170"/>
                </a:moveTo>
                <a:lnTo>
                  <a:pt x="717781" y="47387"/>
                </a:lnTo>
                <a:lnTo>
                  <a:pt x="0" y="765048"/>
                </a:lnTo>
                <a:lnTo>
                  <a:pt x="20320" y="785368"/>
                </a:lnTo>
                <a:lnTo>
                  <a:pt x="737980" y="67586"/>
                </a:lnTo>
                <a:lnTo>
                  <a:pt x="745197" y="40170"/>
                </a:lnTo>
                <a:close/>
              </a:path>
              <a:path w="785495" h="785495">
                <a:moveTo>
                  <a:pt x="782727" y="10033"/>
                </a:moveTo>
                <a:lnTo>
                  <a:pt x="755142" y="10033"/>
                </a:lnTo>
                <a:lnTo>
                  <a:pt x="775335" y="30225"/>
                </a:lnTo>
                <a:lnTo>
                  <a:pt x="737980" y="67586"/>
                </a:lnTo>
                <a:lnTo>
                  <a:pt x="726186" y="112395"/>
                </a:lnTo>
                <a:lnTo>
                  <a:pt x="724154" y="120014"/>
                </a:lnTo>
                <a:lnTo>
                  <a:pt x="728726" y="127888"/>
                </a:lnTo>
                <a:lnTo>
                  <a:pt x="736346" y="129921"/>
                </a:lnTo>
                <a:lnTo>
                  <a:pt x="743966" y="131825"/>
                </a:lnTo>
                <a:lnTo>
                  <a:pt x="751840" y="127381"/>
                </a:lnTo>
                <a:lnTo>
                  <a:pt x="782727" y="10033"/>
                </a:lnTo>
                <a:close/>
              </a:path>
              <a:path w="785495" h="785495">
                <a:moveTo>
                  <a:pt x="761492" y="16383"/>
                </a:moveTo>
                <a:lnTo>
                  <a:pt x="751459" y="16383"/>
                </a:lnTo>
                <a:lnTo>
                  <a:pt x="768985" y="33909"/>
                </a:lnTo>
                <a:lnTo>
                  <a:pt x="745197" y="40170"/>
                </a:lnTo>
                <a:lnTo>
                  <a:pt x="737980" y="67586"/>
                </a:lnTo>
                <a:lnTo>
                  <a:pt x="775335" y="30225"/>
                </a:lnTo>
                <a:lnTo>
                  <a:pt x="761492" y="16383"/>
                </a:lnTo>
                <a:close/>
              </a:path>
              <a:path w="785495" h="785495">
                <a:moveTo>
                  <a:pt x="785368" y="0"/>
                </a:moveTo>
                <a:lnTo>
                  <a:pt x="657987" y="33527"/>
                </a:lnTo>
                <a:lnTo>
                  <a:pt x="653542" y="41401"/>
                </a:lnTo>
                <a:lnTo>
                  <a:pt x="655447" y="49022"/>
                </a:lnTo>
                <a:lnTo>
                  <a:pt x="657479" y="56642"/>
                </a:lnTo>
                <a:lnTo>
                  <a:pt x="665353" y="61213"/>
                </a:lnTo>
                <a:lnTo>
                  <a:pt x="717781" y="47387"/>
                </a:lnTo>
                <a:lnTo>
                  <a:pt x="755142" y="10033"/>
                </a:lnTo>
                <a:lnTo>
                  <a:pt x="782727" y="10033"/>
                </a:lnTo>
                <a:lnTo>
                  <a:pt x="785368" y="0"/>
                </a:lnTo>
                <a:close/>
              </a:path>
              <a:path w="785495" h="785495">
                <a:moveTo>
                  <a:pt x="755142" y="10033"/>
                </a:moveTo>
                <a:lnTo>
                  <a:pt x="717781" y="47387"/>
                </a:lnTo>
                <a:lnTo>
                  <a:pt x="745197" y="40170"/>
                </a:lnTo>
                <a:lnTo>
                  <a:pt x="751459" y="16383"/>
                </a:lnTo>
                <a:lnTo>
                  <a:pt x="761492" y="16383"/>
                </a:lnTo>
                <a:lnTo>
                  <a:pt x="755142" y="10033"/>
                </a:lnTo>
                <a:close/>
              </a:path>
              <a:path w="785495" h="785495">
                <a:moveTo>
                  <a:pt x="751459" y="16383"/>
                </a:moveTo>
                <a:lnTo>
                  <a:pt x="745197" y="40170"/>
                </a:lnTo>
                <a:lnTo>
                  <a:pt x="768985" y="33909"/>
                </a:lnTo>
                <a:lnTo>
                  <a:pt x="751459" y="16383"/>
                </a:lnTo>
                <a:close/>
              </a:path>
            </a:pathLst>
          </a:custGeom>
          <a:solidFill>
            <a:srgbClr val="001F5F"/>
          </a:solidFill>
        </p:spPr>
        <p:txBody>
          <a:bodyPr wrap="square" lIns="0" tIns="0" rIns="0" bIns="0" rtlCol="0"/>
          <a:lstStyle/>
          <a:p/>
        </p:txBody>
      </p:sp>
      <p:sp>
        <p:nvSpPr>
          <p:cNvPr id="47" name="object 47"/>
          <p:cNvSpPr txBox="1"/>
          <p:nvPr/>
        </p:nvSpPr>
        <p:spPr>
          <a:xfrm>
            <a:off x="5566409" y="5092064"/>
            <a:ext cx="130810" cy="299720"/>
          </a:xfrm>
          <a:prstGeom prst="rect">
            <a:avLst/>
          </a:prstGeom>
        </p:spPr>
        <p:txBody>
          <a:bodyPr vert="horz" wrap="square" lIns="0" tIns="12700" rIns="0" bIns="0" rtlCol="0">
            <a:spAutoFit/>
          </a:bodyPr>
          <a:lstStyle/>
          <a:p>
            <a:pPr marL="12700">
              <a:lnSpc>
                <a:spcPct val="100000"/>
              </a:lnSpc>
              <a:spcBef>
                <a:spcPts val="100"/>
              </a:spcBef>
            </a:pPr>
            <a:r>
              <a:rPr sz="1800" b="1" spc="-50" dirty="0">
                <a:solidFill>
                  <a:srgbClr val="C00000"/>
                </a:solidFill>
                <a:latin typeface="Calibri" panose="020F0502020204030204"/>
                <a:cs typeface="Calibri" panose="020F0502020204030204"/>
              </a:rPr>
              <a:t>F</a:t>
            </a:r>
            <a:endParaRPr sz="1800">
              <a:latin typeface="Calibri" panose="020F0502020204030204"/>
              <a:cs typeface="Calibri" panose="020F0502020204030204"/>
            </a:endParaRPr>
          </a:p>
        </p:txBody>
      </p:sp>
      <p:sp>
        <p:nvSpPr>
          <p:cNvPr id="48" name="object 48"/>
          <p:cNvSpPr/>
          <p:nvPr/>
        </p:nvSpPr>
        <p:spPr>
          <a:xfrm>
            <a:off x="1524000" y="5756909"/>
            <a:ext cx="609600" cy="609600"/>
          </a:xfrm>
          <a:custGeom>
            <a:avLst/>
            <a:gdLst/>
            <a:ahLst/>
            <a:cxnLst/>
            <a:rect l="l" t="t" r="r" b="b"/>
            <a:pathLst>
              <a:path w="609600" h="609600">
                <a:moveTo>
                  <a:pt x="304800" y="0"/>
                </a:moveTo>
                <a:lnTo>
                  <a:pt x="255343" y="3987"/>
                </a:lnTo>
                <a:lnTo>
                  <a:pt x="208434" y="15532"/>
                </a:lnTo>
                <a:lnTo>
                  <a:pt x="164697" y="34008"/>
                </a:lnTo>
                <a:lnTo>
                  <a:pt x="124760" y="58789"/>
                </a:lnTo>
                <a:lnTo>
                  <a:pt x="89249" y="89249"/>
                </a:lnTo>
                <a:lnTo>
                  <a:pt x="58789" y="124760"/>
                </a:lnTo>
                <a:lnTo>
                  <a:pt x="34008" y="164697"/>
                </a:lnTo>
                <a:lnTo>
                  <a:pt x="15532" y="208434"/>
                </a:lnTo>
                <a:lnTo>
                  <a:pt x="3987" y="255343"/>
                </a:lnTo>
                <a:lnTo>
                  <a:pt x="0" y="304800"/>
                </a:lnTo>
                <a:lnTo>
                  <a:pt x="3987" y="354256"/>
                </a:lnTo>
                <a:lnTo>
                  <a:pt x="15532" y="401165"/>
                </a:lnTo>
                <a:lnTo>
                  <a:pt x="34008" y="444902"/>
                </a:lnTo>
                <a:lnTo>
                  <a:pt x="58789" y="484839"/>
                </a:lnTo>
                <a:lnTo>
                  <a:pt x="89249" y="520350"/>
                </a:lnTo>
                <a:lnTo>
                  <a:pt x="124760" y="550810"/>
                </a:lnTo>
                <a:lnTo>
                  <a:pt x="164697" y="575591"/>
                </a:lnTo>
                <a:lnTo>
                  <a:pt x="208434" y="594067"/>
                </a:lnTo>
                <a:lnTo>
                  <a:pt x="255343" y="605612"/>
                </a:lnTo>
                <a:lnTo>
                  <a:pt x="304800" y="609600"/>
                </a:lnTo>
                <a:lnTo>
                  <a:pt x="354256" y="605612"/>
                </a:lnTo>
                <a:lnTo>
                  <a:pt x="401165" y="594067"/>
                </a:lnTo>
                <a:lnTo>
                  <a:pt x="444902" y="575591"/>
                </a:lnTo>
                <a:lnTo>
                  <a:pt x="484839" y="550810"/>
                </a:lnTo>
                <a:lnTo>
                  <a:pt x="520350" y="520350"/>
                </a:lnTo>
                <a:lnTo>
                  <a:pt x="550810" y="484839"/>
                </a:lnTo>
                <a:lnTo>
                  <a:pt x="575591" y="444902"/>
                </a:lnTo>
                <a:lnTo>
                  <a:pt x="594067" y="401165"/>
                </a:lnTo>
                <a:lnTo>
                  <a:pt x="605612" y="354256"/>
                </a:lnTo>
                <a:lnTo>
                  <a:pt x="609600" y="304800"/>
                </a:lnTo>
                <a:lnTo>
                  <a:pt x="605612" y="255343"/>
                </a:lnTo>
                <a:lnTo>
                  <a:pt x="594067" y="208434"/>
                </a:lnTo>
                <a:lnTo>
                  <a:pt x="575591" y="164697"/>
                </a:lnTo>
                <a:lnTo>
                  <a:pt x="550810" y="124760"/>
                </a:lnTo>
                <a:lnTo>
                  <a:pt x="520350" y="89249"/>
                </a:lnTo>
                <a:lnTo>
                  <a:pt x="484839" y="58789"/>
                </a:lnTo>
                <a:lnTo>
                  <a:pt x="444902" y="34008"/>
                </a:lnTo>
                <a:lnTo>
                  <a:pt x="401165" y="15532"/>
                </a:lnTo>
                <a:lnTo>
                  <a:pt x="354256" y="3987"/>
                </a:lnTo>
                <a:lnTo>
                  <a:pt x="304800" y="0"/>
                </a:lnTo>
                <a:close/>
              </a:path>
            </a:pathLst>
          </a:custGeom>
          <a:solidFill>
            <a:srgbClr val="FFC000"/>
          </a:solidFill>
        </p:spPr>
        <p:txBody>
          <a:bodyPr wrap="square" lIns="0" tIns="0" rIns="0" bIns="0" rtlCol="0"/>
          <a:lstStyle/>
          <a:p/>
        </p:txBody>
      </p:sp>
      <p:sp>
        <p:nvSpPr>
          <p:cNvPr id="49" name="object 49"/>
          <p:cNvSpPr txBox="1"/>
          <p:nvPr/>
        </p:nvSpPr>
        <p:spPr>
          <a:xfrm>
            <a:off x="1715770" y="5854064"/>
            <a:ext cx="225425" cy="299720"/>
          </a:xfrm>
          <a:prstGeom prst="rect">
            <a:avLst/>
          </a:prstGeom>
        </p:spPr>
        <p:txBody>
          <a:bodyPr vert="horz" wrap="square" lIns="0" tIns="12700" rIns="0" bIns="0" rtlCol="0">
            <a:spAutoFit/>
          </a:bodyPr>
          <a:lstStyle/>
          <a:p>
            <a:pPr marL="12700">
              <a:lnSpc>
                <a:spcPct val="100000"/>
              </a:lnSpc>
              <a:spcBef>
                <a:spcPts val="100"/>
              </a:spcBef>
            </a:pPr>
            <a:r>
              <a:rPr sz="1800" b="1" spc="-50" dirty="0">
                <a:solidFill>
                  <a:srgbClr val="001F5F"/>
                </a:solidFill>
                <a:latin typeface="Calibri" panose="020F0502020204030204"/>
                <a:cs typeface="Calibri" panose="020F0502020204030204"/>
              </a:rPr>
              <a:t>M</a:t>
            </a:r>
            <a:endParaRPr sz="1800">
              <a:latin typeface="Calibri" panose="020F0502020204030204"/>
              <a:cs typeface="Calibri" panose="020F0502020204030204"/>
            </a:endParaRPr>
          </a:p>
        </p:txBody>
      </p:sp>
      <p:sp>
        <p:nvSpPr>
          <p:cNvPr id="50" name="object 50"/>
          <p:cNvSpPr/>
          <p:nvPr/>
        </p:nvSpPr>
        <p:spPr>
          <a:xfrm>
            <a:off x="861390" y="2490215"/>
            <a:ext cx="1272540" cy="3585845"/>
          </a:xfrm>
          <a:custGeom>
            <a:avLst/>
            <a:gdLst/>
            <a:ahLst/>
            <a:cxnLst/>
            <a:rect l="l" t="t" r="r" b="b"/>
            <a:pathLst>
              <a:path w="1272539" h="3585845">
                <a:moveTo>
                  <a:pt x="1033703" y="3228975"/>
                </a:moveTo>
                <a:lnTo>
                  <a:pt x="1031417" y="3220212"/>
                </a:lnTo>
                <a:lnTo>
                  <a:pt x="1024559" y="3216275"/>
                </a:lnTo>
                <a:lnTo>
                  <a:pt x="1017828" y="3212338"/>
                </a:lnTo>
                <a:lnTo>
                  <a:pt x="1009065" y="3214624"/>
                </a:lnTo>
                <a:lnTo>
                  <a:pt x="981760" y="3261398"/>
                </a:lnTo>
                <a:lnTo>
                  <a:pt x="981633" y="3314319"/>
                </a:lnTo>
                <a:lnTo>
                  <a:pt x="981633" y="3307080"/>
                </a:lnTo>
                <a:lnTo>
                  <a:pt x="981633" y="3261614"/>
                </a:lnTo>
                <a:lnTo>
                  <a:pt x="981633" y="3038094"/>
                </a:lnTo>
                <a:lnTo>
                  <a:pt x="953058" y="3038094"/>
                </a:lnTo>
                <a:lnTo>
                  <a:pt x="953185" y="3261614"/>
                </a:lnTo>
                <a:lnTo>
                  <a:pt x="953058" y="3314319"/>
                </a:lnTo>
                <a:lnTo>
                  <a:pt x="953058" y="3261398"/>
                </a:lnTo>
                <a:lnTo>
                  <a:pt x="925753" y="3214624"/>
                </a:lnTo>
                <a:lnTo>
                  <a:pt x="916990" y="3212338"/>
                </a:lnTo>
                <a:lnTo>
                  <a:pt x="910259" y="3216275"/>
                </a:lnTo>
                <a:lnTo>
                  <a:pt x="903401" y="3220212"/>
                </a:lnTo>
                <a:lnTo>
                  <a:pt x="901115" y="3228975"/>
                </a:lnTo>
                <a:lnTo>
                  <a:pt x="905052" y="3235833"/>
                </a:lnTo>
                <a:lnTo>
                  <a:pt x="967409" y="3342640"/>
                </a:lnTo>
                <a:lnTo>
                  <a:pt x="983932" y="3314319"/>
                </a:lnTo>
                <a:lnTo>
                  <a:pt x="1029766" y="3235833"/>
                </a:lnTo>
                <a:lnTo>
                  <a:pt x="1033703" y="3228975"/>
                </a:lnTo>
                <a:close/>
              </a:path>
              <a:path w="1272539" h="3585845">
                <a:moveTo>
                  <a:pt x="1033703" y="2314575"/>
                </a:moveTo>
                <a:lnTo>
                  <a:pt x="1031417" y="2305812"/>
                </a:lnTo>
                <a:lnTo>
                  <a:pt x="1024559" y="2301875"/>
                </a:lnTo>
                <a:lnTo>
                  <a:pt x="1017828" y="2297938"/>
                </a:lnTo>
                <a:lnTo>
                  <a:pt x="1009065" y="2300224"/>
                </a:lnTo>
                <a:lnTo>
                  <a:pt x="981760" y="2346998"/>
                </a:lnTo>
                <a:lnTo>
                  <a:pt x="981633" y="2399919"/>
                </a:lnTo>
                <a:lnTo>
                  <a:pt x="981633" y="2392680"/>
                </a:lnTo>
                <a:lnTo>
                  <a:pt x="981633" y="2347214"/>
                </a:lnTo>
                <a:lnTo>
                  <a:pt x="981633" y="2123694"/>
                </a:lnTo>
                <a:lnTo>
                  <a:pt x="953058" y="2123694"/>
                </a:lnTo>
                <a:lnTo>
                  <a:pt x="953185" y="2347214"/>
                </a:lnTo>
                <a:lnTo>
                  <a:pt x="953058" y="2399919"/>
                </a:lnTo>
                <a:lnTo>
                  <a:pt x="953058" y="2346998"/>
                </a:lnTo>
                <a:lnTo>
                  <a:pt x="925753" y="2300224"/>
                </a:lnTo>
                <a:lnTo>
                  <a:pt x="916990" y="2297938"/>
                </a:lnTo>
                <a:lnTo>
                  <a:pt x="910259" y="2301875"/>
                </a:lnTo>
                <a:lnTo>
                  <a:pt x="903401" y="2305812"/>
                </a:lnTo>
                <a:lnTo>
                  <a:pt x="901115" y="2314575"/>
                </a:lnTo>
                <a:lnTo>
                  <a:pt x="905052" y="2321433"/>
                </a:lnTo>
                <a:lnTo>
                  <a:pt x="967409" y="2428240"/>
                </a:lnTo>
                <a:lnTo>
                  <a:pt x="983932" y="2399919"/>
                </a:lnTo>
                <a:lnTo>
                  <a:pt x="1029766" y="2321433"/>
                </a:lnTo>
                <a:lnTo>
                  <a:pt x="1033703" y="2314575"/>
                </a:lnTo>
                <a:close/>
              </a:path>
              <a:path w="1272539" h="3585845">
                <a:moveTo>
                  <a:pt x="1271955" y="66294"/>
                </a:moveTo>
                <a:lnTo>
                  <a:pt x="1247368" y="51943"/>
                </a:lnTo>
                <a:lnTo>
                  <a:pt x="1158290" y="0"/>
                </a:lnTo>
                <a:lnTo>
                  <a:pt x="1149527" y="2286"/>
                </a:lnTo>
                <a:lnTo>
                  <a:pt x="1145590" y="9144"/>
                </a:lnTo>
                <a:lnTo>
                  <a:pt x="1141653" y="15875"/>
                </a:lnTo>
                <a:lnTo>
                  <a:pt x="1143939" y="24638"/>
                </a:lnTo>
                <a:lnTo>
                  <a:pt x="1190701" y="51943"/>
                </a:lnTo>
                <a:lnTo>
                  <a:pt x="0" y="51943"/>
                </a:lnTo>
                <a:lnTo>
                  <a:pt x="0" y="2747518"/>
                </a:lnTo>
                <a:lnTo>
                  <a:pt x="121043" y="2747518"/>
                </a:lnTo>
                <a:lnTo>
                  <a:pt x="66865" y="2840355"/>
                </a:lnTo>
                <a:lnTo>
                  <a:pt x="62890" y="2847213"/>
                </a:lnTo>
                <a:lnTo>
                  <a:pt x="65189" y="2855976"/>
                </a:lnTo>
                <a:lnTo>
                  <a:pt x="78816" y="2863850"/>
                </a:lnTo>
                <a:lnTo>
                  <a:pt x="87566" y="2861564"/>
                </a:lnTo>
                <a:lnTo>
                  <a:pt x="91541" y="2854833"/>
                </a:lnTo>
                <a:lnTo>
                  <a:pt x="114922" y="2814764"/>
                </a:lnTo>
                <a:lnTo>
                  <a:pt x="114922" y="3585718"/>
                </a:lnTo>
                <a:lnTo>
                  <a:pt x="662609" y="3585718"/>
                </a:lnTo>
                <a:lnTo>
                  <a:pt x="662609" y="3571494"/>
                </a:lnTo>
                <a:lnTo>
                  <a:pt x="662609" y="3557143"/>
                </a:lnTo>
                <a:lnTo>
                  <a:pt x="143497" y="3557143"/>
                </a:lnTo>
                <a:lnTo>
                  <a:pt x="143497" y="2814764"/>
                </a:lnTo>
                <a:lnTo>
                  <a:pt x="166878" y="2854833"/>
                </a:lnTo>
                <a:lnTo>
                  <a:pt x="170853" y="2861564"/>
                </a:lnTo>
                <a:lnTo>
                  <a:pt x="179603" y="2863850"/>
                </a:lnTo>
                <a:lnTo>
                  <a:pt x="193230" y="2855976"/>
                </a:lnTo>
                <a:lnTo>
                  <a:pt x="195529" y="2847213"/>
                </a:lnTo>
                <a:lnTo>
                  <a:pt x="191554" y="2840355"/>
                </a:lnTo>
                <a:lnTo>
                  <a:pt x="145732" y="2761869"/>
                </a:lnTo>
                <a:lnTo>
                  <a:pt x="137350" y="2747518"/>
                </a:lnTo>
                <a:lnTo>
                  <a:pt x="662609" y="2747518"/>
                </a:lnTo>
                <a:lnTo>
                  <a:pt x="662609" y="2733294"/>
                </a:lnTo>
                <a:lnTo>
                  <a:pt x="662609" y="2718943"/>
                </a:lnTo>
                <a:lnTo>
                  <a:pt x="28575" y="2718943"/>
                </a:lnTo>
                <a:lnTo>
                  <a:pt x="28575" y="80518"/>
                </a:lnTo>
                <a:lnTo>
                  <a:pt x="1190917" y="80518"/>
                </a:lnTo>
                <a:lnTo>
                  <a:pt x="1143939" y="107950"/>
                </a:lnTo>
                <a:lnTo>
                  <a:pt x="1141653" y="116713"/>
                </a:lnTo>
                <a:lnTo>
                  <a:pt x="1145590" y="123444"/>
                </a:lnTo>
                <a:lnTo>
                  <a:pt x="1149527" y="130302"/>
                </a:lnTo>
                <a:lnTo>
                  <a:pt x="1158290" y="132588"/>
                </a:lnTo>
                <a:lnTo>
                  <a:pt x="1247584" y="80518"/>
                </a:lnTo>
                <a:lnTo>
                  <a:pt x="1271955" y="66294"/>
                </a:lnTo>
                <a:close/>
              </a:path>
            </a:pathLst>
          </a:custGeom>
          <a:solidFill>
            <a:srgbClr val="001F5F"/>
          </a:solidFill>
        </p:spPr>
        <p:txBody>
          <a:bodyPr wrap="square" lIns="0" tIns="0" rIns="0" bIns="0" rtlCol="0"/>
          <a:lstStyle/>
          <a:p/>
        </p:txBody>
      </p:sp>
      <p:sp>
        <p:nvSpPr>
          <p:cNvPr id="51" name="object 51"/>
          <p:cNvSpPr txBox="1">
            <a:spLocks noGrp="1"/>
          </p:cNvSpPr>
          <p:nvPr>
            <p:ph type="ftr" sz="quarter" idx="5"/>
          </p:nvPr>
        </p:nvSpPr>
        <p:spPr>
          <a:prstGeom prst="rect">
            <a:avLst/>
          </a:prstGeom>
        </p:spPr>
        <p:txBody>
          <a:bodyPr vert="horz" wrap="square" lIns="0" tIns="5080" rIns="0" bIns="0" rtlCol="0">
            <a:spAutoFit/>
          </a:bodyPr>
          <a:lstStyle/>
          <a:p>
            <a:pPr marL="279400">
              <a:lnSpc>
                <a:spcPct val="100000"/>
              </a:lnSpc>
              <a:spcBef>
                <a:spcPts val="40"/>
              </a:spcBef>
            </a:pPr>
            <a:r>
              <a:rPr dirty="0"/>
              <a:t>Dept.</a:t>
            </a:r>
            <a:r>
              <a:rPr spc="-15" dirty="0"/>
              <a:t> </a:t>
            </a:r>
            <a:r>
              <a:rPr dirty="0"/>
              <a:t>of</a:t>
            </a:r>
            <a:r>
              <a:rPr spc="-25" dirty="0"/>
              <a:t> ISE</a:t>
            </a:r>
            <a:endParaRPr spc="-25" dirty="0"/>
          </a:p>
        </p:txBody>
      </p:sp>
      <p:sp>
        <p:nvSpPr>
          <p:cNvPr id="52" name="object 52"/>
          <p:cNvSpPr txBox="1">
            <a:spLocks noGrp="1"/>
          </p:cNvSpPr>
          <p:nvPr>
            <p:ph type="sldNum" sz="quarter" idx="7"/>
          </p:nvPr>
        </p:nvSpPr>
        <p:spPr>
          <a:prstGeom prst="rect">
            <a:avLst/>
          </a:prstGeom>
        </p:spPr>
        <p:txBody>
          <a:bodyPr vert="horz" wrap="square" lIns="0" tIns="5080" rIns="0" bIns="0" rtlCol="0">
            <a:spAutoFit/>
          </a:bodyPr>
          <a:lstStyle/>
          <a:p>
            <a:pPr marL="52070">
              <a:lnSpc>
                <a:spcPct val="100000"/>
              </a:lnSpc>
              <a:spcBef>
                <a:spcPts val="40"/>
              </a:spcBef>
            </a:pPr>
            <a:r>
              <a:rPr dirty="0"/>
              <a:t>Page</a:t>
            </a:r>
            <a:r>
              <a:rPr spc="-30" dirty="0"/>
              <a:t> </a:t>
            </a:r>
            <a:r>
              <a:rPr spc="-25" dirty="0"/>
              <a:t>32</a:t>
            </a:r>
            <a:endParaRPr spc="-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2004" y="380491"/>
            <a:ext cx="140144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Cambria" panose="02040503050406030204"/>
                <a:cs typeface="Cambria" panose="02040503050406030204"/>
              </a:rPr>
              <a:t>Software</a:t>
            </a:r>
            <a:r>
              <a:rPr sz="1200" spc="-15" dirty="0">
                <a:latin typeface="Cambria" panose="02040503050406030204"/>
                <a:cs typeface="Cambria" panose="02040503050406030204"/>
              </a:rPr>
              <a:t> </a:t>
            </a:r>
            <a:r>
              <a:rPr sz="1200" dirty="0">
                <a:latin typeface="Cambria" panose="02040503050406030204"/>
                <a:cs typeface="Cambria" panose="02040503050406030204"/>
              </a:rPr>
              <a:t>Testing</a:t>
            </a:r>
            <a:r>
              <a:rPr sz="1200" spc="-15" dirty="0">
                <a:latin typeface="Cambria" panose="02040503050406030204"/>
                <a:cs typeface="Cambria" panose="02040503050406030204"/>
              </a:rPr>
              <a:t> </a:t>
            </a:r>
            <a:r>
              <a:rPr sz="1200" spc="-25" dirty="0">
                <a:latin typeface="Cambria" panose="02040503050406030204"/>
                <a:cs typeface="Cambria" panose="02040503050406030204"/>
              </a:rPr>
              <a:t>Lab</a:t>
            </a:r>
            <a:endParaRPr sz="1200">
              <a:latin typeface="Cambria" panose="02040503050406030204"/>
              <a:cs typeface="Cambria" panose="02040503050406030204"/>
            </a:endParaRPr>
          </a:p>
        </p:txBody>
      </p:sp>
      <p:sp>
        <p:nvSpPr>
          <p:cNvPr id="3" name="object 3"/>
          <p:cNvSpPr txBox="1"/>
          <p:nvPr/>
        </p:nvSpPr>
        <p:spPr>
          <a:xfrm>
            <a:off x="6412229" y="380491"/>
            <a:ext cx="289560"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Cambria" panose="02040503050406030204"/>
                <a:cs typeface="Cambria" panose="02040503050406030204"/>
              </a:rPr>
              <a:t>MIT</a:t>
            </a:r>
            <a:endParaRPr sz="1200">
              <a:latin typeface="Cambria" panose="02040503050406030204"/>
              <a:cs typeface="Cambria" panose="02040503050406030204"/>
            </a:endParaRPr>
          </a:p>
        </p:txBody>
      </p:sp>
      <p:sp>
        <p:nvSpPr>
          <p:cNvPr id="4" name="object 4"/>
          <p:cNvSpPr/>
          <p:nvPr/>
        </p:nvSpPr>
        <p:spPr>
          <a:xfrm>
            <a:off x="896416" y="620267"/>
            <a:ext cx="5769610" cy="56515"/>
          </a:xfrm>
          <a:custGeom>
            <a:avLst/>
            <a:gdLst/>
            <a:ahLst/>
            <a:cxnLst/>
            <a:rect l="l" t="t" r="r" b="b"/>
            <a:pathLst>
              <a:path w="5769609" h="56515">
                <a:moveTo>
                  <a:pt x="5769229" y="18288"/>
                </a:moveTo>
                <a:lnTo>
                  <a:pt x="0" y="18288"/>
                </a:lnTo>
                <a:lnTo>
                  <a:pt x="0" y="56388"/>
                </a:lnTo>
                <a:lnTo>
                  <a:pt x="5769229" y="56388"/>
                </a:lnTo>
                <a:lnTo>
                  <a:pt x="5769229" y="18288"/>
                </a:lnTo>
                <a:close/>
              </a:path>
              <a:path w="5769609" h="56515">
                <a:moveTo>
                  <a:pt x="5769229" y="0"/>
                </a:moveTo>
                <a:lnTo>
                  <a:pt x="0" y="0"/>
                </a:lnTo>
                <a:lnTo>
                  <a:pt x="0" y="9144"/>
                </a:lnTo>
                <a:lnTo>
                  <a:pt x="5769229" y="9144"/>
                </a:lnTo>
                <a:lnTo>
                  <a:pt x="5769229" y="0"/>
                </a:lnTo>
                <a:close/>
              </a:path>
            </a:pathLst>
          </a:custGeom>
          <a:solidFill>
            <a:srgbClr val="612322"/>
          </a:solidFill>
        </p:spPr>
        <p:txBody>
          <a:bodyPr wrap="square" lIns="0" tIns="0" rIns="0" bIns="0" rtlCol="0"/>
          <a:lstStyle/>
          <a:p/>
        </p:txBody>
      </p:sp>
      <p:sp>
        <p:nvSpPr>
          <p:cNvPr id="5" name="object 5"/>
          <p:cNvSpPr/>
          <p:nvPr/>
        </p:nvSpPr>
        <p:spPr>
          <a:xfrm>
            <a:off x="896416" y="9963911"/>
            <a:ext cx="5769610" cy="56515"/>
          </a:xfrm>
          <a:custGeom>
            <a:avLst/>
            <a:gdLst/>
            <a:ahLst/>
            <a:cxnLst/>
            <a:rect l="l" t="t" r="r" b="b"/>
            <a:pathLst>
              <a:path w="5769609" h="56515">
                <a:moveTo>
                  <a:pt x="5769229" y="47256"/>
                </a:moveTo>
                <a:lnTo>
                  <a:pt x="0" y="47256"/>
                </a:lnTo>
                <a:lnTo>
                  <a:pt x="0" y="56388"/>
                </a:lnTo>
                <a:lnTo>
                  <a:pt x="5769229" y="56388"/>
                </a:lnTo>
                <a:lnTo>
                  <a:pt x="5769229" y="47256"/>
                </a:lnTo>
                <a:close/>
              </a:path>
              <a:path w="5769609" h="56515">
                <a:moveTo>
                  <a:pt x="5769229" y="0"/>
                </a:moveTo>
                <a:lnTo>
                  <a:pt x="0" y="0"/>
                </a:lnTo>
                <a:lnTo>
                  <a:pt x="0" y="38100"/>
                </a:lnTo>
                <a:lnTo>
                  <a:pt x="5769229" y="38100"/>
                </a:lnTo>
                <a:lnTo>
                  <a:pt x="5769229" y="0"/>
                </a:lnTo>
                <a:close/>
              </a:path>
            </a:pathLst>
          </a:custGeom>
          <a:solidFill>
            <a:srgbClr val="612322"/>
          </a:solidFill>
        </p:spPr>
        <p:txBody>
          <a:bodyPr wrap="square" lIns="0" tIns="0" rIns="0" bIns="0" rtlCol="0"/>
          <a:lstStyle/>
          <a:p/>
        </p:txBody>
      </p:sp>
      <p:sp>
        <p:nvSpPr>
          <p:cNvPr id="6" name="object 6"/>
          <p:cNvSpPr txBox="1"/>
          <p:nvPr/>
        </p:nvSpPr>
        <p:spPr>
          <a:xfrm>
            <a:off x="902004" y="827023"/>
            <a:ext cx="5119370" cy="1114425"/>
          </a:xfrm>
          <a:prstGeom prst="rect">
            <a:avLst/>
          </a:prstGeom>
        </p:spPr>
        <p:txBody>
          <a:bodyPr vert="horz" wrap="square" lIns="0" tIns="12700" rIns="0" bIns="0" rtlCol="0">
            <a:spAutoFit/>
          </a:bodyPr>
          <a:lstStyle/>
          <a:p>
            <a:pPr marL="12700">
              <a:lnSpc>
                <a:spcPts val="1400"/>
              </a:lnSpc>
              <a:spcBef>
                <a:spcPts val="100"/>
              </a:spcBef>
            </a:pPr>
            <a:r>
              <a:rPr sz="1200" b="1" spc="-20" dirty="0">
                <a:latin typeface="Times New Roman" panose="02020603050405020304"/>
                <a:cs typeface="Times New Roman" panose="02020603050405020304"/>
              </a:rPr>
              <a:t>Pre-</a:t>
            </a:r>
            <a:r>
              <a:rPr sz="1200" b="1" spc="-10" dirty="0">
                <a:latin typeface="Times New Roman" panose="02020603050405020304"/>
                <a:cs typeface="Times New Roman" panose="02020603050405020304"/>
              </a:rPr>
              <a:t>Conditions/Issues:</a:t>
            </a:r>
            <a:endParaRPr sz="1200">
              <a:latin typeface="Times New Roman" panose="02020603050405020304"/>
              <a:cs typeface="Times New Roman" panose="02020603050405020304"/>
            </a:endParaRPr>
          </a:p>
          <a:p>
            <a:pPr marL="422275" marR="5080">
              <a:lnSpc>
                <a:spcPts val="1380"/>
              </a:lnSpc>
              <a:spcBef>
                <a:spcPts val="55"/>
              </a:spcBef>
            </a:pPr>
            <a:r>
              <a:rPr sz="1200" dirty="0">
                <a:latin typeface="Times New Roman" panose="02020603050405020304"/>
                <a:cs typeface="Times New Roman" panose="02020603050405020304"/>
              </a:rPr>
              <a:t>Array</a:t>
            </a:r>
            <a:r>
              <a:rPr sz="1200" spc="-40" dirty="0">
                <a:latin typeface="Times New Roman" panose="02020603050405020304"/>
                <a:cs typeface="Times New Roman" panose="02020603050405020304"/>
              </a:rPr>
              <a:t> </a:t>
            </a:r>
            <a:r>
              <a:rPr sz="1200" dirty="0">
                <a:latin typeface="Times New Roman" panose="02020603050405020304"/>
                <a:cs typeface="Times New Roman" panose="02020603050405020304"/>
              </a:rPr>
              <a:t>has</a:t>
            </a:r>
            <a:r>
              <a:rPr sz="1200" spc="-15" dirty="0">
                <a:latin typeface="Times New Roman" panose="02020603050405020304"/>
                <a:cs typeface="Times New Roman" panose="02020603050405020304"/>
              </a:rPr>
              <a:t> </a:t>
            </a:r>
            <a:r>
              <a:rPr sz="1200" dirty="0">
                <a:latin typeface="Times New Roman" panose="02020603050405020304"/>
                <a:cs typeface="Times New Roman" panose="02020603050405020304"/>
              </a:rPr>
              <a:t>only</a:t>
            </a:r>
            <a:r>
              <a:rPr sz="1200" spc="-35" dirty="0">
                <a:latin typeface="Times New Roman" panose="02020603050405020304"/>
                <a:cs typeface="Times New Roman" panose="02020603050405020304"/>
              </a:rPr>
              <a:t> </a:t>
            </a:r>
            <a:r>
              <a:rPr sz="1200" dirty="0">
                <a:latin typeface="Times New Roman" panose="02020603050405020304"/>
                <a:cs typeface="Times New Roman" panose="02020603050405020304"/>
              </a:rPr>
              <a:t>one</a:t>
            </a:r>
            <a:r>
              <a:rPr sz="1200" spc="-20" dirty="0">
                <a:latin typeface="Times New Roman" panose="02020603050405020304"/>
                <a:cs typeface="Times New Roman" panose="02020603050405020304"/>
              </a:rPr>
              <a:t> </a:t>
            </a:r>
            <a:r>
              <a:rPr sz="1200" spc="-10" dirty="0">
                <a:latin typeface="Times New Roman" panose="02020603050405020304"/>
                <a:cs typeface="Times New Roman" panose="02020603050405020304"/>
              </a:rPr>
              <a:t>Element,</a:t>
            </a:r>
            <a:r>
              <a:rPr sz="1200" spc="-35" dirty="0">
                <a:latin typeface="Times New Roman" panose="02020603050405020304"/>
                <a:cs typeface="Times New Roman" panose="02020603050405020304"/>
              </a:rPr>
              <a:t> </a:t>
            </a:r>
            <a:r>
              <a:rPr sz="1200" spc="-20" dirty="0">
                <a:latin typeface="Times New Roman" panose="02020603050405020304"/>
                <a:cs typeface="Times New Roman" panose="02020603050405020304"/>
              </a:rPr>
              <a:t>Two</a:t>
            </a:r>
            <a:r>
              <a:rPr sz="1200" spc="-15" dirty="0">
                <a:latin typeface="Times New Roman" panose="02020603050405020304"/>
                <a:cs typeface="Times New Roman" panose="02020603050405020304"/>
              </a:rPr>
              <a:t> </a:t>
            </a:r>
            <a:r>
              <a:rPr sz="1200" dirty="0">
                <a:latin typeface="Times New Roman" panose="02020603050405020304"/>
                <a:cs typeface="Times New Roman" panose="02020603050405020304"/>
              </a:rPr>
              <a:t>Elements,</a:t>
            </a:r>
            <a:r>
              <a:rPr sz="1200" spc="-35" dirty="0">
                <a:latin typeface="Times New Roman" panose="02020603050405020304"/>
                <a:cs typeface="Times New Roman" panose="02020603050405020304"/>
              </a:rPr>
              <a:t> </a:t>
            </a:r>
            <a:r>
              <a:rPr sz="1200" dirty="0">
                <a:latin typeface="Times New Roman" panose="02020603050405020304"/>
                <a:cs typeface="Times New Roman" panose="02020603050405020304"/>
              </a:rPr>
              <a:t>Three</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Elements (6</a:t>
            </a:r>
            <a:r>
              <a:rPr sz="1200" spc="-15" dirty="0">
                <a:latin typeface="Times New Roman" panose="02020603050405020304"/>
                <a:cs typeface="Times New Roman" panose="02020603050405020304"/>
              </a:rPr>
              <a:t> </a:t>
            </a:r>
            <a:r>
              <a:rPr sz="1200" spc="-10" dirty="0">
                <a:latin typeface="Times New Roman" panose="02020603050405020304"/>
                <a:cs typeface="Times New Roman" panose="02020603050405020304"/>
              </a:rPr>
              <a:t>Possibilities) </a:t>
            </a:r>
            <a:r>
              <a:rPr sz="1200" dirty="0">
                <a:latin typeface="Times New Roman" panose="02020603050405020304"/>
                <a:cs typeface="Times New Roman" panose="02020603050405020304"/>
              </a:rPr>
              <a:t>Array</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has</a:t>
            </a:r>
            <a:r>
              <a:rPr sz="1200" spc="10" dirty="0">
                <a:latin typeface="Times New Roman" panose="02020603050405020304"/>
                <a:cs typeface="Times New Roman" panose="02020603050405020304"/>
              </a:rPr>
              <a:t> </a:t>
            </a:r>
            <a:r>
              <a:rPr sz="1200" dirty="0">
                <a:latin typeface="Times New Roman" panose="02020603050405020304"/>
                <a:cs typeface="Times New Roman" panose="02020603050405020304"/>
              </a:rPr>
              <a:t>Elements</a:t>
            </a:r>
            <a:r>
              <a:rPr sz="1200" spc="5" dirty="0">
                <a:latin typeface="Times New Roman" panose="02020603050405020304"/>
                <a:cs typeface="Times New Roman" panose="02020603050405020304"/>
              </a:rPr>
              <a:t> </a:t>
            </a:r>
            <a:r>
              <a:rPr sz="1200" spc="-10" dirty="0">
                <a:latin typeface="Times New Roman" panose="02020603050405020304"/>
                <a:cs typeface="Times New Roman" panose="02020603050405020304"/>
              </a:rPr>
              <a:t>in</a:t>
            </a:r>
            <a:r>
              <a:rPr sz="1200" spc="-65" dirty="0">
                <a:latin typeface="Times New Roman" panose="02020603050405020304"/>
                <a:cs typeface="Times New Roman" panose="02020603050405020304"/>
              </a:rPr>
              <a:t> </a:t>
            </a:r>
            <a:r>
              <a:rPr sz="1200" spc="-10" dirty="0">
                <a:latin typeface="Times New Roman" panose="02020603050405020304"/>
                <a:cs typeface="Times New Roman" panose="02020603050405020304"/>
              </a:rPr>
              <a:t>ASC/DSC/Arbitrary(</a:t>
            </a:r>
            <a:r>
              <a:rPr sz="1200" spc="-55" dirty="0">
                <a:latin typeface="Times New Roman" panose="02020603050405020304"/>
                <a:cs typeface="Times New Roman" panose="02020603050405020304"/>
              </a:rPr>
              <a:t> </a:t>
            </a:r>
            <a:r>
              <a:rPr sz="1200" dirty="0">
                <a:latin typeface="Times New Roman" panose="02020603050405020304"/>
                <a:cs typeface="Times New Roman" panose="02020603050405020304"/>
              </a:rPr>
              <a:t>Any</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of</a:t>
            </a:r>
            <a:r>
              <a:rPr sz="1200" spc="10" dirty="0">
                <a:latin typeface="Times New Roman" panose="02020603050405020304"/>
                <a:cs typeface="Times New Roman" panose="02020603050405020304"/>
              </a:rPr>
              <a:t> </a:t>
            </a:r>
            <a:r>
              <a:rPr sz="1200" dirty="0">
                <a:latin typeface="Times New Roman" panose="02020603050405020304"/>
                <a:cs typeface="Times New Roman" panose="02020603050405020304"/>
              </a:rPr>
              <a:t>the</a:t>
            </a:r>
            <a:r>
              <a:rPr sz="1200" spc="-5" dirty="0">
                <a:latin typeface="Times New Roman" panose="02020603050405020304"/>
                <a:cs typeface="Times New Roman" panose="02020603050405020304"/>
              </a:rPr>
              <a:t> </a:t>
            </a:r>
            <a:r>
              <a:rPr sz="1200" spc="-10" dirty="0">
                <a:latin typeface="Times New Roman" panose="02020603050405020304"/>
                <a:cs typeface="Times New Roman" panose="02020603050405020304"/>
              </a:rPr>
              <a:t>Permutations)</a:t>
            </a:r>
            <a:endParaRPr sz="1200">
              <a:latin typeface="Times New Roman" panose="02020603050405020304"/>
              <a:cs typeface="Times New Roman" panose="02020603050405020304"/>
            </a:endParaRPr>
          </a:p>
          <a:p>
            <a:pPr marL="469265">
              <a:lnSpc>
                <a:spcPts val="1345"/>
              </a:lnSpc>
            </a:pPr>
            <a:r>
              <a:rPr sz="1200" dirty="0">
                <a:latin typeface="Times New Roman" panose="02020603050405020304"/>
                <a:cs typeface="Times New Roman" panose="02020603050405020304"/>
              </a:rPr>
              <a:t>EX:</a:t>
            </a:r>
            <a:r>
              <a:rPr sz="1200" spc="-10" dirty="0">
                <a:latin typeface="Times New Roman" panose="02020603050405020304"/>
                <a:cs typeface="Times New Roman" panose="02020603050405020304"/>
              </a:rPr>
              <a:t> </a:t>
            </a:r>
            <a:r>
              <a:rPr sz="1200" dirty="0">
                <a:latin typeface="Times New Roman" panose="02020603050405020304"/>
                <a:cs typeface="Times New Roman" panose="02020603050405020304"/>
              </a:rPr>
              <a:t>3</a:t>
            </a:r>
            <a:r>
              <a:rPr sz="1200" spc="-10" dirty="0">
                <a:latin typeface="Times New Roman" panose="02020603050405020304"/>
                <a:cs typeface="Times New Roman" panose="02020603050405020304"/>
              </a:rPr>
              <a:t> </a:t>
            </a:r>
            <a:r>
              <a:rPr sz="1200" dirty="0">
                <a:latin typeface="Times New Roman" panose="02020603050405020304"/>
                <a:cs typeface="Times New Roman" panose="02020603050405020304"/>
              </a:rPr>
              <a:t>elements: 123,</a:t>
            </a:r>
            <a:r>
              <a:rPr sz="1200" spc="-10" dirty="0">
                <a:latin typeface="Times New Roman" panose="02020603050405020304"/>
                <a:cs typeface="Times New Roman" panose="02020603050405020304"/>
              </a:rPr>
              <a:t> </a:t>
            </a:r>
            <a:r>
              <a:rPr sz="1200" dirty="0">
                <a:latin typeface="Times New Roman" panose="02020603050405020304"/>
                <a:cs typeface="Times New Roman" panose="02020603050405020304"/>
              </a:rPr>
              <a:t>132,</a:t>
            </a:r>
            <a:r>
              <a:rPr sz="1200" spc="-5" dirty="0">
                <a:latin typeface="Times New Roman" panose="02020603050405020304"/>
                <a:cs typeface="Times New Roman" panose="02020603050405020304"/>
              </a:rPr>
              <a:t> </a:t>
            </a:r>
            <a:r>
              <a:rPr sz="1200" dirty="0">
                <a:latin typeface="Times New Roman" panose="02020603050405020304"/>
                <a:cs typeface="Times New Roman" panose="02020603050405020304"/>
              </a:rPr>
              <a:t>213,</a:t>
            </a:r>
            <a:r>
              <a:rPr sz="1200" spc="-10" dirty="0">
                <a:latin typeface="Times New Roman" panose="02020603050405020304"/>
                <a:cs typeface="Times New Roman" panose="02020603050405020304"/>
              </a:rPr>
              <a:t> </a:t>
            </a:r>
            <a:r>
              <a:rPr sz="1200" dirty="0">
                <a:latin typeface="Times New Roman" panose="02020603050405020304"/>
                <a:cs typeface="Times New Roman" panose="02020603050405020304"/>
              </a:rPr>
              <a:t>231,</a:t>
            </a:r>
            <a:r>
              <a:rPr sz="1200" spc="-10" dirty="0">
                <a:latin typeface="Times New Roman" panose="02020603050405020304"/>
                <a:cs typeface="Times New Roman" panose="02020603050405020304"/>
              </a:rPr>
              <a:t> </a:t>
            </a:r>
            <a:r>
              <a:rPr sz="1200" dirty="0">
                <a:latin typeface="Times New Roman" panose="02020603050405020304"/>
                <a:cs typeface="Times New Roman" panose="02020603050405020304"/>
              </a:rPr>
              <a:t>312,</a:t>
            </a:r>
            <a:r>
              <a:rPr sz="1200" spc="-10" dirty="0">
                <a:latin typeface="Times New Roman" panose="02020603050405020304"/>
                <a:cs typeface="Times New Roman" panose="02020603050405020304"/>
              </a:rPr>
              <a:t> </a:t>
            </a:r>
            <a:r>
              <a:rPr sz="1200" dirty="0">
                <a:latin typeface="Times New Roman" panose="02020603050405020304"/>
                <a:cs typeface="Times New Roman" panose="02020603050405020304"/>
              </a:rPr>
              <a:t>321,</a:t>
            </a:r>
            <a:r>
              <a:rPr sz="1200" spc="-10" dirty="0">
                <a:latin typeface="Times New Roman" panose="02020603050405020304"/>
                <a:cs typeface="Times New Roman" panose="02020603050405020304"/>
              </a:rPr>
              <a:t> 222,111,333</a:t>
            </a:r>
            <a:endParaRPr sz="1200">
              <a:latin typeface="Times New Roman" panose="02020603050405020304"/>
              <a:cs typeface="Times New Roman" panose="02020603050405020304"/>
            </a:endParaRPr>
          </a:p>
          <a:p>
            <a:pPr marL="1977390">
              <a:lnSpc>
                <a:spcPct val="100000"/>
              </a:lnSpc>
              <a:spcBef>
                <a:spcPts val="1335"/>
              </a:spcBef>
            </a:pPr>
            <a:r>
              <a:rPr sz="1400" b="1" spc="-20" dirty="0">
                <a:latin typeface="Times New Roman" panose="02020603050405020304"/>
                <a:cs typeface="Times New Roman" panose="02020603050405020304"/>
              </a:rPr>
              <a:t>Test</a:t>
            </a:r>
            <a:r>
              <a:rPr sz="1400" b="1" spc="-35" dirty="0">
                <a:latin typeface="Times New Roman" panose="02020603050405020304"/>
                <a:cs typeface="Times New Roman" panose="02020603050405020304"/>
              </a:rPr>
              <a:t> </a:t>
            </a:r>
            <a:r>
              <a:rPr sz="1400" b="1" dirty="0">
                <a:latin typeface="Times New Roman" panose="02020603050405020304"/>
                <a:cs typeface="Times New Roman" panose="02020603050405020304"/>
              </a:rPr>
              <a:t>Cases</a:t>
            </a:r>
            <a:r>
              <a:rPr sz="1400" b="1" spc="-35" dirty="0">
                <a:latin typeface="Times New Roman" panose="02020603050405020304"/>
                <a:cs typeface="Times New Roman" panose="02020603050405020304"/>
              </a:rPr>
              <a:t> </a:t>
            </a:r>
            <a:r>
              <a:rPr sz="1400" b="1" dirty="0">
                <a:latin typeface="Times New Roman" panose="02020603050405020304"/>
                <a:cs typeface="Times New Roman" panose="02020603050405020304"/>
              </a:rPr>
              <a:t>–</a:t>
            </a:r>
            <a:r>
              <a:rPr sz="1400" b="1" spc="-30" dirty="0">
                <a:latin typeface="Times New Roman" panose="02020603050405020304"/>
                <a:cs typeface="Times New Roman" panose="02020603050405020304"/>
              </a:rPr>
              <a:t> </a:t>
            </a:r>
            <a:r>
              <a:rPr sz="1400" b="1" dirty="0">
                <a:latin typeface="Times New Roman" panose="02020603050405020304"/>
                <a:cs typeface="Times New Roman" panose="02020603050405020304"/>
              </a:rPr>
              <a:t>Quick</a:t>
            </a:r>
            <a:r>
              <a:rPr sz="1400" b="1" spc="-45" dirty="0">
                <a:latin typeface="Times New Roman" panose="02020603050405020304"/>
                <a:cs typeface="Times New Roman" panose="02020603050405020304"/>
              </a:rPr>
              <a:t> </a:t>
            </a:r>
            <a:r>
              <a:rPr sz="1400" b="1" spc="-20" dirty="0">
                <a:latin typeface="Times New Roman" panose="02020603050405020304"/>
                <a:cs typeface="Times New Roman" panose="02020603050405020304"/>
              </a:rPr>
              <a:t>Sort</a:t>
            </a:r>
            <a:endParaRPr sz="1400">
              <a:latin typeface="Times New Roman" panose="02020603050405020304"/>
              <a:cs typeface="Times New Roman" panose="02020603050405020304"/>
            </a:endParaRPr>
          </a:p>
        </p:txBody>
      </p:sp>
      <p:pic>
        <p:nvPicPr>
          <p:cNvPr id="7" name="object 7"/>
          <p:cNvPicPr/>
          <p:nvPr/>
        </p:nvPicPr>
        <p:blipFill>
          <a:blip r:embed="rId1" cstate="print"/>
          <a:stretch>
            <a:fillRect/>
          </a:stretch>
        </p:blipFill>
        <p:spPr>
          <a:xfrm>
            <a:off x="914400" y="2107564"/>
            <a:ext cx="5896884" cy="3009190"/>
          </a:xfrm>
          <a:prstGeom prst="rect">
            <a:avLst/>
          </a:prstGeom>
        </p:spPr>
      </p:pic>
      <p:sp>
        <p:nvSpPr>
          <p:cNvPr id="8" name="object 8"/>
          <p:cNvSpPr txBox="1">
            <a:spLocks noGrp="1"/>
          </p:cNvSpPr>
          <p:nvPr>
            <p:ph type="ftr" sz="quarter" idx="5"/>
          </p:nvPr>
        </p:nvSpPr>
        <p:spPr>
          <a:prstGeom prst="rect">
            <a:avLst/>
          </a:prstGeom>
        </p:spPr>
        <p:txBody>
          <a:bodyPr vert="horz" wrap="square" lIns="0" tIns="5080" rIns="0" bIns="0" rtlCol="0">
            <a:spAutoFit/>
          </a:bodyPr>
          <a:lstStyle/>
          <a:p>
            <a:pPr marL="279400">
              <a:lnSpc>
                <a:spcPct val="100000"/>
              </a:lnSpc>
              <a:spcBef>
                <a:spcPts val="40"/>
              </a:spcBef>
            </a:pPr>
            <a:r>
              <a:rPr dirty="0"/>
              <a:t>Dept.</a:t>
            </a:r>
            <a:r>
              <a:rPr spc="-15" dirty="0"/>
              <a:t> </a:t>
            </a:r>
            <a:r>
              <a:rPr dirty="0"/>
              <a:t>of</a:t>
            </a:r>
            <a:r>
              <a:rPr spc="-25" dirty="0"/>
              <a:t> ISE</a:t>
            </a:r>
            <a:endParaRPr spc="-25" dirty="0"/>
          </a:p>
        </p:txBody>
      </p:sp>
      <p:sp>
        <p:nvSpPr>
          <p:cNvPr id="9" name="object 9"/>
          <p:cNvSpPr txBox="1">
            <a:spLocks noGrp="1"/>
          </p:cNvSpPr>
          <p:nvPr>
            <p:ph type="sldNum" sz="quarter" idx="7"/>
          </p:nvPr>
        </p:nvSpPr>
        <p:spPr>
          <a:prstGeom prst="rect">
            <a:avLst/>
          </a:prstGeom>
        </p:spPr>
        <p:txBody>
          <a:bodyPr vert="horz" wrap="square" lIns="0" tIns="5080" rIns="0" bIns="0" rtlCol="0">
            <a:spAutoFit/>
          </a:bodyPr>
          <a:lstStyle/>
          <a:p>
            <a:pPr marL="52070">
              <a:lnSpc>
                <a:spcPct val="100000"/>
              </a:lnSpc>
              <a:spcBef>
                <a:spcPts val="40"/>
              </a:spcBef>
            </a:pPr>
            <a:r>
              <a:rPr dirty="0"/>
              <a:t>Page</a:t>
            </a:r>
            <a:r>
              <a:rPr spc="-30" dirty="0"/>
              <a:t> </a:t>
            </a:r>
            <a:r>
              <a:rPr spc="-25" dirty="0"/>
              <a:t>33</a:t>
            </a:r>
            <a:endParaRPr spc="-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40104" y="438403"/>
            <a:ext cx="140144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Cambria" panose="02040503050406030204"/>
                <a:cs typeface="Cambria" panose="02040503050406030204"/>
              </a:rPr>
              <a:t>Software</a:t>
            </a:r>
            <a:r>
              <a:rPr sz="1200" spc="-15" dirty="0">
                <a:latin typeface="Cambria" panose="02040503050406030204"/>
                <a:cs typeface="Cambria" panose="02040503050406030204"/>
              </a:rPr>
              <a:t> </a:t>
            </a:r>
            <a:r>
              <a:rPr sz="1200" dirty="0">
                <a:latin typeface="Cambria" panose="02040503050406030204"/>
                <a:cs typeface="Cambria" panose="02040503050406030204"/>
              </a:rPr>
              <a:t>Testing</a:t>
            </a:r>
            <a:r>
              <a:rPr sz="1200" spc="-15" dirty="0">
                <a:latin typeface="Cambria" panose="02040503050406030204"/>
                <a:cs typeface="Cambria" panose="02040503050406030204"/>
              </a:rPr>
              <a:t> </a:t>
            </a:r>
            <a:r>
              <a:rPr sz="1200" spc="-25" dirty="0">
                <a:latin typeface="Cambria" panose="02040503050406030204"/>
                <a:cs typeface="Cambria" panose="02040503050406030204"/>
              </a:rPr>
              <a:t>Lab</a:t>
            </a:r>
            <a:endParaRPr sz="1200">
              <a:latin typeface="Cambria" panose="02040503050406030204"/>
              <a:cs typeface="Cambria" panose="02040503050406030204"/>
            </a:endParaRPr>
          </a:p>
        </p:txBody>
      </p:sp>
      <p:sp>
        <p:nvSpPr>
          <p:cNvPr id="3" name="object 3"/>
          <p:cNvSpPr txBox="1"/>
          <p:nvPr/>
        </p:nvSpPr>
        <p:spPr>
          <a:xfrm>
            <a:off x="6450329" y="438403"/>
            <a:ext cx="289560"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Cambria" panose="02040503050406030204"/>
                <a:cs typeface="Cambria" panose="02040503050406030204"/>
              </a:rPr>
              <a:t>MIT</a:t>
            </a:r>
            <a:endParaRPr sz="1200">
              <a:latin typeface="Cambria" panose="02040503050406030204"/>
              <a:cs typeface="Cambria" panose="02040503050406030204"/>
            </a:endParaRPr>
          </a:p>
        </p:txBody>
      </p:sp>
      <p:sp>
        <p:nvSpPr>
          <p:cNvPr id="4" name="object 4"/>
          <p:cNvSpPr/>
          <p:nvPr/>
        </p:nvSpPr>
        <p:spPr>
          <a:xfrm>
            <a:off x="934516" y="676655"/>
            <a:ext cx="5691505" cy="56515"/>
          </a:xfrm>
          <a:custGeom>
            <a:avLst/>
            <a:gdLst/>
            <a:ahLst/>
            <a:cxnLst/>
            <a:rect l="l" t="t" r="r" b="b"/>
            <a:pathLst>
              <a:path w="5691505" h="56515">
                <a:moveTo>
                  <a:pt x="5691492" y="18288"/>
                </a:moveTo>
                <a:lnTo>
                  <a:pt x="0" y="18288"/>
                </a:lnTo>
                <a:lnTo>
                  <a:pt x="0" y="56388"/>
                </a:lnTo>
                <a:lnTo>
                  <a:pt x="5691492" y="56388"/>
                </a:lnTo>
                <a:lnTo>
                  <a:pt x="5691492" y="18288"/>
                </a:lnTo>
                <a:close/>
              </a:path>
              <a:path w="5691505" h="56515">
                <a:moveTo>
                  <a:pt x="5691492" y="0"/>
                </a:moveTo>
                <a:lnTo>
                  <a:pt x="0" y="0"/>
                </a:lnTo>
                <a:lnTo>
                  <a:pt x="0" y="9144"/>
                </a:lnTo>
                <a:lnTo>
                  <a:pt x="5691492" y="9144"/>
                </a:lnTo>
                <a:lnTo>
                  <a:pt x="5691492" y="0"/>
                </a:lnTo>
                <a:close/>
              </a:path>
            </a:pathLst>
          </a:custGeom>
          <a:solidFill>
            <a:srgbClr val="612322"/>
          </a:solidFill>
        </p:spPr>
        <p:txBody>
          <a:bodyPr wrap="square" lIns="0" tIns="0" rIns="0" bIns="0" rtlCol="0"/>
          <a:lstStyle/>
          <a:p/>
        </p:txBody>
      </p:sp>
      <p:sp>
        <p:nvSpPr>
          <p:cNvPr id="5" name="object 5"/>
          <p:cNvSpPr/>
          <p:nvPr/>
        </p:nvSpPr>
        <p:spPr>
          <a:xfrm>
            <a:off x="934516" y="9963911"/>
            <a:ext cx="5691505" cy="56515"/>
          </a:xfrm>
          <a:custGeom>
            <a:avLst/>
            <a:gdLst/>
            <a:ahLst/>
            <a:cxnLst/>
            <a:rect l="l" t="t" r="r" b="b"/>
            <a:pathLst>
              <a:path w="5691505" h="56515">
                <a:moveTo>
                  <a:pt x="5691492" y="47256"/>
                </a:moveTo>
                <a:lnTo>
                  <a:pt x="0" y="47256"/>
                </a:lnTo>
                <a:lnTo>
                  <a:pt x="0" y="56388"/>
                </a:lnTo>
                <a:lnTo>
                  <a:pt x="5691492" y="56388"/>
                </a:lnTo>
                <a:lnTo>
                  <a:pt x="5691492" y="47256"/>
                </a:lnTo>
                <a:close/>
              </a:path>
              <a:path w="5691505" h="56515">
                <a:moveTo>
                  <a:pt x="5691492" y="0"/>
                </a:moveTo>
                <a:lnTo>
                  <a:pt x="0" y="0"/>
                </a:lnTo>
                <a:lnTo>
                  <a:pt x="0" y="38100"/>
                </a:lnTo>
                <a:lnTo>
                  <a:pt x="5691492" y="38100"/>
                </a:lnTo>
                <a:lnTo>
                  <a:pt x="5691492" y="0"/>
                </a:lnTo>
                <a:close/>
              </a:path>
            </a:pathLst>
          </a:custGeom>
          <a:solidFill>
            <a:srgbClr val="612322"/>
          </a:solidFill>
        </p:spPr>
        <p:txBody>
          <a:bodyPr wrap="square" lIns="0" tIns="0" rIns="0" bIns="0" rtlCol="0"/>
          <a:lstStyle/>
          <a:p/>
        </p:txBody>
      </p:sp>
      <p:sp>
        <p:nvSpPr>
          <p:cNvPr id="6" name="object 6"/>
          <p:cNvSpPr txBox="1"/>
          <p:nvPr/>
        </p:nvSpPr>
        <p:spPr>
          <a:xfrm>
            <a:off x="940104" y="706627"/>
            <a:ext cx="5678170" cy="9290050"/>
          </a:xfrm>
          <a:prstGeom prst="rect">
            <a:avLst/>
          </a:prstGeom>
        </p:spPr>
        <p:txBody>
          <a:bodyPr vert="horz" wrap="square" lIns="0" tIns="12700" rIns="0" bIns="0" rtlCol="0">
            <a:spAutoFit/>
          </a:bodyPr>
          <a:lstStyle/>
          <a:p>
            <a:pPr marL="12700" algn="just">
              <a:lnSpc>
                <a:spcPct val="100000"/>
              </a:lnSpc>
              <a:spcBef>
                <a:spcPts val="100"/>
              </a:spcBef>
            </a:pPr>
            <a:r>
              <a:rPr sz="1400" b="1" dirty="0">
                <a:latin typeface="Times New Roman" panose="02020603050405020304"/>
                <a:cs typeface="Times New Roman" panose="02020603050405020304"/>
              </a:rPr>
              <a:t>Program</a:t>
            </a:r>
            <a:r>
              <a:rPr sz="1400" b="1" spc="-30" dirty="0">
                <a:latin typeface="Times New Roman" panose="02020603050405020304"/>
                <a:cs typeface="Times New Roman" panose="02020603050405020304"/>
              </a:rPr>
              <a:t> </a:t>
            </a:r>
            <a:r>
              <a:rPr lang="en-US" altLang="" sz="1400" b="1" spc="-30" dirty="0">
                <a:latin typeface="Times New Roman" panose="02020603050405020304"/>
                <a:cs typeface="Times New Roman" panose="02020603050405020304"/>
              </a:rPr>
              <a:t>9 and 10</a:t>
            </a:r>
            <a:r>
              <a:rPr sz="1400" b="1" spc="-20" dirty="0">
                <a:latin typeface="Times New Roman" panose="02020603050405020304"/>
                <a:cs typeface="Times New Roman" panose="02020603050405020304"/>
              </a:rPr>
              <a:t> </a:t>
            </a:r>
            <a:r>
              <a:rPr sz="1400" b="1" dirty="0">
                <a:latin typeface="Times New Roman" panose="02020603050405020304"/>
                <a:cs typeface="Times New Roman" panose="02020603050405020304"/>
              </a:rPr>
              <a:t>(</a:t>
            </a:r>
            <a:r>
              <a:rPr sz="1400" b="1" spc="-5" dirty="0">
                <a:latin typeface="Times New Roman" panose="02020603050405020304"/>
                <a:cs typeface="Times New Roman" panose="02020603050405020304"/>
              </a:rPr>
              <a:t> </a:t>
            </a:r>
            <a:r>
              <a:rPr sz="1400" b="1" dirty="0">
                <a:latin typeface="Times New Roman" panose="02020603050405020304"/>
                <a:cs typeface="Times New Roman" panose="02020603050405020304"/>
              </a:rPr>
              <a:t>Next</a:t>
            </a:r>
            <a:r>
              <a:rPr sz="1400" b="1" spc="-10" dirty="0">
                <a:latin typeface="Times New Roman" panose="02020603050405020304"/>
                <a:cs typeface="Times New Roman" panose="02020603050405020304"/>
              </a:rPr>
              <a:t> </a:t>
            </a:r>
            <a:r>
              <a:rPr sz="1400" b="1" dirty="0">
                <a:latin typeface="Times New Roman" panose="02020603050405020304"/>
                <a:cs typeface="Times New Roman" panose="02020603050405020304"/>
              </a:rPr>
              <a:t>date</a:t>
            </a:r>
            <a:r>
              <a:rPr sz="1400" b="1" spc="-5" dirty="0">
                <a:latin typeface="Times New Roman" panose="02020603050405020304"/>
                <a:cs typeface="Times New Roman" panose="02020603050405020304"/>
              </a:rPr>
              <a:t> </a:t>
            </a:r>
            <a:r>
              <a:rPr sz="1400" b="1" spc="-10" dirty="0">
                <a:latin typeface="Times New Roman" panose="02020603050405020304"/>
                <a:cs typeface="Times New Roman" panose="02020603050405020304"/>
              </a:rPr>
              <a:t>program)</a:t>
            </a:r>
            <a:endParaRPr sz="1400">
              <a:latin typeface="Times New Roman" panose="02020603050405020304"/>
              <a:cs typeface="Times New Roman" panose="02020603050405020304"/>
            </a:endParaRPr>
          </a:p>
          <a:p>
            <a:pPr>
              <a:lnSpc>
                <a:spcPct val="100000"/>
              </a:lnSpc>
              <a:spcBef>
                <a:spcPts val="45"/>
              </a:spcBef>
            </a:pPr>
            <a:endParaRPr sz="1400">
              <a:latin typeface="Times New Roman" panose="02020603050405020304"/>
              <a:cs typeface="Times New Roman" panose="02020603050405020304"/>
            </a:endParaRPr>
          </a:p>
          <a:p>
            <a:pPr marL="12700" marR="5080" algn="just">
              <a:lnSpc>
                <a:spcPts val="1380"/>
              </a:lnSpc>
            </a:pPr>
            <a:r>
              <a:rPr sz="1200" b="1" dirty="0">
                <a:latin typeface="Times New Roman" panose="02020603050405020304"/>
                <a:cs typeface="Times New Roman" panose="02020603050405020304"/>
              </a:rPr>
              <a:t>/*</a:t>
            </a:r>
            <a:r>
              <a:rPr sz="1200" b="1" spc="100"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Design,</a:t>
            </a:r>
            <a:r>
              <a:rPr sz="1200" b="1" spc="90"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develop,</a:t>
            </a:r>
            <a:r>
              <a:rPr sz="1200" b="1" spc="105"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code</a:t>
            </a:r>
            <a:r>
              <a:rPr sz="1200" b="1" spc="95"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and</a:t>
            </a:r>
            <a:r>
              <a:rPr sz="1200" b="1" spc="100"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run</a:t>
            </a:r>
            <a:r>
              <a:rPr sz="1200" b="1" spc="100"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the</a:t>
            </a:r>
            <a:r>
              <a:rPr sz="1200" b="1" spc="85"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program</a:t>
            </a:r>
            <a:r>
              <a:rPr sz="1200" b="1" spc="95"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in</a:t>
            </a:r>
            <a:r>
              <a:rPr sz="1200" b="1" spc="95"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any</a:t>
            </a:r>
            <a:r>
              <a:rPr sz="1200" b="1" spc="95"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suitable</a:t>
            </a:r>
            <a:r>
              <a:rPr sz="1200" b="1" spc="85"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language</a:t>
            </a:r>
            <a:r>
              <a:rPr sz="1200" b="1" spc="90"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to</a:t>
            </a:r>
            <a:r>
              <a:rPr sz="1200" b="1" spc="95" dirty="0">
                <a:latin typeface="Times New Roman" panose="02020603050405020304"/>
                <a:cs typeface="Times New Roman" panose="02020603050405020304"/>
              </a:rPr>
              <a:t> </a:t>
            </a:r>
            <a:r>
              <a:rPr sz="1200" b="1" spc="-10" dirty="0">
                <a:latin typeface="Times New Roman" panose="02020603050405020304"/>
                <a:cs typeface="Times New Roman" panose="02020603050405020304"/>
              </a:rPr>
              <a:t>implement </a:t>
            </a:r>
            <a:r>
              <a:rPr sz="1200" b="1" dirty="0">
                <a:latin typeface="Times New Roman" panose="02020603050405020304"/>
                <a:cs typeface="Times New Roman" panose="02020603050405020304"/>
              </a:rPr>
              <a:t>the</a:t>
            </a:r>
            <a:r>
              <a:rPr sz="1200" b="1" spc="35"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NextDate</a:t>
            </a:r>
            <a:r>
              <a:rPr sz="1200" b="1" spc="30"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function.</a:t>
            </a:r>
            <a:r>
              <a:rPr sz="1200" b="1" spc="45"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Analyze</a:t>
            </a:r>
            <a:r>
              <a:rPr sz="1200" b="1" spc="30"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it</a:t>
            </a:r>
            <a:r>
              <a:rPr sz="1200" b="1" spc="35"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from</a:t>
            </a:r>
            <a:r>
              <a:rPr sz="1200" b="1" spc="45"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the</a:t>
            </a:r>
            <a:r>
              <a:rPr sz="1200" b="1" spc="35"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perspective</a:t>
            </a:r>
            <a:r>
              <a:rPr sz="1200" b="1" spc="385"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of</a:t>
            </a:r>
            <a:r>
              <a:rPr sz="1200" b="1" spc="45"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boundary</a:t>
            </a:r>
            <a:r>
              <a:rPr sz="1200" b="1" spc="40"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value</a:t>
            </a:r>
            <a:r>
              <a:rPr sz="1200" b="1" spc="30"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testing</a:t>
            </a:r>
            <a:r>
              <a:rPr sz="1200" b="1" spc="35" dirty="0">
                <a:latin typeface="Times New Roman" panose="02020603050405020304"/>
                <a:cs typeface="Times New Roman" panose="02020603050405020304"/>
              </a:rPr>
              <a:t> </a:t>
            </a:r>
            <a:r>
              <a:rPr sz="1200" b="1" spc="-25" dirty="0">
                <a:latin typeface="Times New Roman" panose="02020603050405020304"/>
                <a:cs typeface="Times New Roman" panose="02020603050405020304"/>
              </a:rPr>
              <a:t>and </a:t>
            </a:r>
            <a:r>
              <a:rPr sz="1200" b="1" dirty="0">
                <a:latin typeface="Times New Roman" panose="02020603050405020304"/>
                <a:cs typeface="Times New Roman" panose="02020603050405020304"/>
              </a:rPr>
              <a:t>equivalence</a:t>
            </a:r>
            <a:r>
              <a:rPr sz="1200" b="1" spc="254"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class</a:t>
            </a:r>
            <a:r>
              <a:rPr sz="1200" b="1" spc="265"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analysis.</a:t>
            </a:r>
            <a:r>
              <a:rPr sz="1200" b="1" spc="260"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Derive</a:t>
            </a:r>
            <a:r>
              <a:rPr sz="1200" b="1" spc="254"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different</a:t>
            </a:r>
            <a:r>
              <a:rPr sz="1200" b="1" spc="254"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test</a:t>
            </a:r>
            <a:r>
              <a:rPr sz="1200" b="1" spc="254"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cases,</a:t>
            </a:r>
            <a:r>
              <a:rPr sz="1200" b="1" spc="270"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execute</a:t>
            </a:r>
            <a:r>
              <a:rPr sz="1200" b="1" spc="254"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these</a:t>
            </a:r>
            <a:r>
              <a:rPr sz="1200" b="1" spc="254"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test</a:t>
            </a:r>
            <a:r>
              <a:rPr sz="1200" b="1" spc="270"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cases</a:t>
            </a:r>
            <a:r>
              <a:rPr sz="1200" b="1" spc="254" dirty="0">
                <a:latin typeface="Times New Roman" panose="02020603050405020304"/>
                <a:cs typeface="Times New Roman" panose="02020603050405020304"/>
              </a:rPr>
              <a:t> </a:t>
            </a:r>
            <a:r>
              <a:rPr sz="1200" b="1" spc="-25" dirty="0">
                <a:latin typeface="Times New Roman" panose="02020603050405020304"/>
                <a:cs typeface="Times New Roman" panose="02020603050405020304"/>
              </a:rPr>
              <a:t>and </a:t>
            </a:r>
            <a:r>
              <a:rPr sz="1200" b="1" dirty="0">
                <a:latin typeface="Times New Roman" panose="02020603050405020304"/>
                <a:cs typeface="Times New Roman" panose="02020603050405020304"/>
              </a:rPr>
              <a:t>discuss</a:t>
            </a:r>
            <a:r>
              <a:rPr sz="1200" b="1" spc="-20"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the</a:t>
            </a:r>
            <a:r>
              <a:rPr sz="1200" b="1" spc="-15"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test</a:t>
            </a:r>
            <a:r>
              <a:rPr sz="1200" b="1" spc="-15"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results.</a:t>
            </a:r>
            <a:r>
              <a:rPr sz="1200" b="1" spc="-10" dirty="0">
                <a:latin typeface="Times New Roman" panose="02020603050405020304"/>
                <a:cs typeface="Times New Roman" panose="02020603050405020304"/>
              </a:rPr>
              <a:t> </a:t>
            </a:r>
            <a:r>
              <a:rPr sz="1200" b="1" spc="-35" dirty="0">
                <a:latin typeface="Times New Roman" panose="02020603050405020304"/>
                <a:cs typeface="Times New Roman" panose="02020603050405020304"/>
              </a:rPr>
              <a:t>*/</a:t>
            </a:r>
            <a:endParaRPr sz="1200">
              <a:latin typeface="Times New Roman" panose="02020603050405020304"/>
              <a:cs typeface="Times New Roman" panose="02020603050405020304"/>
            </a:endParaRPr>
          </a:p>
          <a:p>
            <a:pPr marL="12700">
              <a:lnSpc>
                <a:spcPts val="1410"/>
              </a:lnSpc>
              <a:spcBef>
                <a:spcPts val="1260"/>
              </a:spcBef>
            </a:pPr>
            <a:r>
              <a:rPr sz="1200" spc="-10" dirty="0">
                <a:latin typeface="Times New Roman" panose="02020603050405020304"/>
                <a:cs typeface="Times New Roman" panose="02020603050405020304"/>
              </a:rPr>
              <a:t>#include&lt;stdio.h&gt;</a:t>
            </a:r>
            <a:endParaRPr sz="1200">
              <a:latin typeface="Times New Roman" panose="02020603050405020304"/>
              <a:cs typeface="Times New Roman" panose="02020603050405020304"/>
            </a:endParaRPr>
          </a:p>
          <a:p>
            <a:pPr marL="12700">
              <a:lnSpc>
                <a:spcPts val="1375"/>
              </a:lnSpc>
            </a:pPr>
            <a:r>
              <a:rPr sz="1200" dirty="0">
                <a:latin typeface="Times New Roman" panose="02020603050405020304"/>
                <a:cs typeface="Times New Roman" panose="02020603050405020304"/>
              </a:rPr>
              <a:t>int</a:t>
            </a:r>
            <a:r>
              <a:rPr sz="1200" spc="-40" dirty="0">
                <a:latin typeface="Times New Roman" panose="02020603050405020304"/>
                <a:cs typeface="Times New Roman" panose="02020603050405020304"/>
              </a:rPr>
              <a:t> </a:t>
            </a:r>
            <a:r>
              <a:rPr sz="1200" dirty="0">
                <a:latin typeface="Times New Roman" panose="02020603050405020304"/>
                <a:cs typeface="Times New Roman" panose="02020603050405020304"/>
              </a:rPr>
              <a:t>check(int</a:t>
            </a:r>
            <a:r>
              <a:rPr sz="1200" spc="-40" dirty="0">
                <a:latin typeface="Times New Roman" panose="02020603050405020304"/>
                <a:cs typeface="Times New Roman" panose="02020603050405020304"/>
              </a:rPr>
              <a:t> </a:t>
            </a:r>
            <a:r>
              <a:rPr sz="1200" dirty="0">
                <a:latin typeface="Times New Roman" panose="02020603050405020304"/>
                <a:cs typeface="Times New Roman" panose="02020603050405020304"/>
              </a:rPr>
              <a:t>day,int</a:t>
            </a:r>
            <a:r>
              <a:rPr sz="1200" spc="-35" dirty="0">
                <a:latin typeface="Times New Roman" panose="02020603050405020304"/>
                <a:cs typeface="Times New Roman" panose="02020603050405020304"/>
              </a:rPr>
              <a:t> </a:t>
            </a:r>
            <a:r>
              <a:rPr sz="1200" spc="-10" dirty="0">
                <a:latin typeface="Times New Roman" panose="02020603050405020304"/>
                <a:cs typeface="Times New Roman" panose="02020603050405020304"/>
              </a:rPr>
              <a:t>month)</a:t>
            </a:r>
            <a:endParaRPr sz="1200">
              <a:latin typeface="Times New Roman" panose="02020603050405020304"/>
              <a:cs typeface="Times New Roman" panose="02020603050405020304"/>
            </a:endParaRPr>
          </a:p>
          <a:p>
            <a:pPr marL="12700">
              <a:lnSpc>
                <a:spcPts val="1375"/>
              </a:lnSpc>
            </a:pPr>
            <a:r>
              <a:rPr sz="1200" spc="-50" dirty="0">
                <a:latin typeface="Times New Roman" panose="02020603050405020304"/>
                <a:cs typeface="Times New Roman" panose="02020603050405020304"/>
              </a:rPr>
              <a:t>{</a:t>
            </a:r>
            <a:endParaRPr sz="1200">
              <a:latin typeface="Times New Roman" panose="02020603050405020304"/>
              <a:cs typeface="Times New Roman" panose="02020603050405020304"/>
            </a:endParaRPr>
          </a:p>
          <a:p>
            <a:pPr marL="926465" marR="1198880" indent="-457200">
              <a:lnSpc>
                <a:spcPts val="1380"/>
              </a:lnSpc>
              <a:spcBef>
                <a:spcPts val="70"/>
              </a:spcBef>
            </a:pPr>
            <a:r>
              <a:rPr sz="1200" spc="-10" dirty="0">
                <a:latin typeface="Times New Roman" panose="02020603050405020304"/>
                <a:cs typeface="Times New Roman" panose="02020603050405020304"/>
              </a:rPr>
              <a:t>if((month==4||month==6||month==9</a:t>
            </a:r>
            <a:r>
              <a:rPr sz="1200" spc="65" dirty="0">
                <a:latin typeface="Times New Roman" panose="02020603050405020304"/>
                <a:cs typeface="Times New Roman" panose="02020603050405020304"/>
              </a:rPr>
              <a:t> </a:t>
            </a:r>
            <a:r>
              <a:rPr sz="1200" dirty="0">
                <a:latin typeface="Times New Roman" panose="02020603050405020304"/>
                <a:cs typeface="Times New Roman" panose="02020603050405020304"/>
              </a:rPr>
              <a:t>||month==11)</a:t>
            </a:r>
            <a:r>
              <a:rPr sz="1200" spc="50" dirty="0">
                <a:latin typeface="Times New Roman" panose="02020603050405020304"/>
                <a:cs typeface="Times New Roman" panose="02020603050405020304"/>
              </a:rPr>
              <a:t> </a:t>
            </a:r>
            <a:r>
              <a:rPr sz="1200" dirty="0">
                <a:latin typeface="Times New Roman" panose="02020603050405020304"/>
                <a:cs typeface="Times New Roman" panose="02020603050405020304"/>
              </a:rPr>
              <a:t>&amp;&amp;</a:t>
            </a:r>
            <a:r>
              <a:rPr sz="1200" spc="35" dirty="0">
                <a:latin typeface="Times New Roman" panose="02020603050405020304"/>
                <a:cs typeface="Times New Roman" panose="02020603050405020304"/>
              </a:rPr>
              <a:t> </a:t>
            </a:r>
            <a:r>
              <a:rPr sz="1200" spc="-10" dirty="0">
                <a:latin typeface="Times New Roman" panose="02020603050405020304"/>
                <a:cs typeface="Times New Roman" panose="02020603050405020304"/>
              </a:rPr>
              <a:t>day==31) </a:t>
            </a:r>
            <a:r>
              <a:rPr sz="1200" dirty="0">
                <a:latin typeface="Times New Roman" panose="02020603050405020304"/>
                <a:cs typeface="Times New Roman" panose="02020603050405020304"/>
              </a:rPr>
              <a:t>return</a:t>
            </a:r>
            <a:r>
              <a:rPr sz="1200" spc="-40" dirty="0">
                <a:latin typeface="Times New Roman" panose="02020603050405020304"/>
                <a:cs typeface="Times New Roman" panose="02020603050405020304"/>
              </a:rPr>
              <a:t> </a:t>
            </a:r>
            <a:r>
              <a:rPr sz="1200" spc="-25" dirty="0">
                <a:latin typeface="Times New Roman" panose="02020603050405020304"/>
                <a:cs typeface="Times New Roman" panose="02020603050405020304"/>
              </a:rPr>
              <a:t>1;</a:t>
            </a:r>
            <a:endParaRPr sz="1200">
              <a:latin typeface="Times New Roman" panose="02020603050405020304"/>
              <a:cs typeface="Times New Roman" panose="02020603050405020304"/>
            </a:endParaRPr>
          </a:p>
          <a:p>
            <a:pPr marL="469265">
              <a:lnSpc>
                <a:spcPts val="1315"/>
              </a:lnSpc>
            </a:pPr>
            <a:r>
              <a:rPr sz="1200" spc="-20" dirty="0">
                <a:latin typeface="Times New Roman" panose="02020603050405020304"/>
                <a:cs typeface="Times New Roman" panose="02020603050405020304"/>
              </a:rPr>
              <a:t>else</a:t>
            </a:r>
            <a:endParaRPr sz="1200">
              <a:latin typeface="Times New Roman" panose="02020603050405020304"/>
              <a:cs typeface="Times New Roman" panose="02020603050405020304"/>
            </a:endParaRPr>
          </a:p>
          <a:p>
            <a:pPr marL="926465">
              <a:lnSpc>
                <a:spcPts val="1380"/>
              </a:lnSpc>
            </a:pPr>
            <a:r>
              <a:rPr sz="1200" dirty="0">
                <a:latin typeface="Times New Roman" panose="02020603050405020304"/>
                <a:cs typeface="Times New Roman" panose="02020603050405020304"/>
              </a:rPr>
              <a:t>return</a:t>
            </a:r>
            <a:r>
              <a:rPr sz="1200" spc="-40" dirty="0">
                <a:latin typeface="Times New Roman" panose="02020603050405020304"/>
                <a:cs typeface="Times New Roman" panose="02020603050405020304"/>
              </a:rPr>
              <a:t> </a:t>
            </a:r>
            <a:r>
              <a:rPr sz="1200" spc="-25" dirty="0">
                <a:latin typeface="Times New Roman" panose="02020603050405020304"/>
                <a:cs typeface="Times New Roman" panose="02020603050405020304"/>
              </a:rPr>
              <a:t>0;</a:t>
            </a:r>
            <a:endParaRPr sz="1200">
              <a:latin typeface="Times New Roman" panose="02020603050405020304"/>
              <a:cs typeface="Times New Roman" panose="02020603050405020304"/>
            </a:endParaRPr>
          </a:p>
          <a:p>
            <a:pPr marL="12700">
              <a:lnSpc>
                <a:spcPts val="1380"/>
              </a:lnSpc>
            </a:pPr>
            <a:r>
              <a:rPr sz="1200" spc="-50" dirty="0">
                <a:latin typeface="Times New Roman" panose="02020603050405020304"/>
                <a:cs typeface="Times New Roman" panose="02020603050405020304"/>
              </a:rPr>
              <a:t>}</a:t>
            </a:r>
            <a:endParaRPr sz="1200">
              <a:latin typeface="Times New Roman" panose="02020603050405020304"/>
              <a:cs typeface="Times New Roman" panose="02020603050405020304"/>
            </a:endParaRPr>
          </a:p>
          <a:p>
            <a:pPr marL="12700">
              <a:lnSpc>
                <a:spcPts val="1380"/>
              </a:lnSpc>
            </a:pPr>
            <a:r>
              <a:rPr sz="1200" dirty="0">
                <a:latin typeface="Times New Roman" panose="02020603050405020304"/>
                <a:cs typeface="Times New Roman" panose="02020603050405020304"/>
              </a:rPr>
              <a:t>int</a:t>
            </a:r>
            <a:r>
              <a:rPr sz="1200" spc="-40" dirty="0">
                <a:latin typeface="Times New Roman" panose="02020603050405020304"/>
                <a:cs typeface="Times New Roman" panose="02020603050405020304"/>
              </a:rPr>
              <a:t> </a:t>
            </a:r>
            <a:r>
              <a:rPr sz="1200" dirty="0">
                <a:latin typeface="Times New Roman" panose="02020603050405020304"/>
                <a:cs typeface="Times New Roman" panose="02020603050405020304"/>
              </a:rPr>
              <a:t>isleap(int</a:t>
            </a:r>
            <a:r>
              <a:rPr sz="1200" spc="-25" dirty="0">
                <a:latin typeface="Times New Roman" panose="02020603050405020304"/>
                <a:cs typeface="Times New Roman" panose="02020603050405020304"/>
              </a:rPr>
              <a:t> </a:t>
            </a:r>
            <a:r>
              <a:rPr sz="1200" spc="-10" dirty="0">
                <a:latin typeface="Times New Roman" panose="02020603050405020304"/>
                <a:cs typeface="Times New Roman" panose="02020603050405020304"/>
              </a:rPr>
              <a:t>year)</a:t>
            </a:r>
            <a:endParaRPr sz="1200">
              <a:latin typeface="Times New Roman" panose="02020603050405020304"/>
              <a:cs typeface="Times New Roman" panose="02020603050405020304"/>
            </a:endParaRPr>
          </a:p>
          <a:p>
            <a:pPr marL="12700">
              <a:lnSpc>
                <a:spcPts val="1380"/>
              </a:lnSpc>
            </a:pPr>
            <a:r>
              <a:rPr sz="1200" spc="-50" dirty="0">
                <a:latin typeface="Times New Roman" panose="02020603050405020304"/>
                <a:cs typeface="Times New Roman" panose="02020603050405020304"/>
              </a:rPr>
              <a:t>{</a:t>
            </a:r>
            <a:endParaRPr sz="1200">
              <a:latin typeface="Times New Roman" panose="02020603050405020304"/>
              <a:cs typeface="Times New Roman" panose="02020603050405020304"/>
            </a:endParaRPr>
          </a:p>
          <a:p>
            <a:pPr marL="1384300" marR="2044065" indent="-915035">
              <a:lnSpc>
                <a:spcPts val="1380"/>
              </a:lnSpc>
              <a:spcBef>
                <a:spcPts val="65"/>
              </a:spcBef>
            </a:pPr>
            <a:r>
              <a:rPr sz="1200" dirty="0">
                <a:latin typeface="Times New Roman" panose="02020603050405020304"/>
                <a:cs typeface="Times New Roman" panose="02020603050405020304"/>
              </a:rPr>
              <a:t>if((year%4==0</a:t>
            </a:r>
            <a:r>
              <a:rPr sz="1200" spc="-30" dirty="0">
                <a:latin typeface="Times New Roman" panose="02020603050405020304"/>
                <a:cs typeface="Times New Roman" panose="02020603050405020304"/>
              </a:rPr>
              <a:t> </a:t>
            </a:r>
            <a:r>
              <a:rPr sz="1200" dirty="0">
                <a:latin typeface="Times New Roman" panose="02020603050405020304"/>
                <a:cs typeface="Times New Roman" panose="02020603050405020304"/>
              </a:rPr>
              <a:t>&amp;&amp;</a:t>
            </a:r>
            <a:r>
              <a:rPr sz="1200" spc="-25" dirty="0">
                <a:latin typeface="Times New Roman" panose="02020603050405020304"/>
                <a:cs typeface="Times New Roman" panose="02020603050405020304"/>
              </a:rPr>
              <a:t> </a:t>
            </a:r>
            <a:r>
              <a:rPr sz="1200" dirty="0">
                <a:latin typeface="Times New Roman" panose="02020603050405020304"/>
                <a:cs typeface="Times New Roman" panose="02020603050405020304"/>
              </a:rPr>
              <a:t>year%100!=0)</a:t>
            </a:r>
            <a:r>
              <a:rPr sz="1200" spc="-35" dirty="0">
                <a:latin typeface="Times New Roman" panose="02020603050405020304"/>
                <a:cs typeface="Times New Roman" panose="02020603050405020304"/>
              </a:rPr>
              <a:t> </a:t>
            </a:r>
            <a:r>
              <a:rPr sz="1200" dirty="0">
                <a:latin typeface="Times New Roman" panose="02020603050405020304"/>
                <a:cs typeface="Times New Roman" panose="02020603050405020304"/>
              </a:rPr>
              <a:t>||</a:t>
            </a:r>
            <a:r>
              <a:rPr sz="1200" spc="-25" dirty="0">
                <a:latin typeface="Times New Roman" panose="02020603050405020304"/>
                <a:cs typeface="Times New Roman" panose="02020603050405020304"/>
              </a:rPr>
              <a:t> </a:t>
            </a:r>
            <a:r>
              <a:rPr sz="1200" spc="-10" dirty="0">
                <a:latin typeface="Times New Roman" panose="02020603050405020304"/>
                <a:cs typeface="Times New Roman" panose="02020603050405020304"/>
              </a:rPr>
              <a:t>year%400==0) </a:t>
            </a:r>
            <a:r>
              <a:rPr sz="1200" dirty="0">
                <a:latin typeface="Times New Roman" panose="02020603050405020304"/>
                <a:cs typeface="Times New Roman" panose="02020603050405020304"/>
              </a:rPr>
              <a:t>return</a:t>
            </a:r>
            <a:r>
              <a:rPr sz="1200" spc="-40" dirty="0">
                <a:latin typeface="Times New Roman" panose="02020603050405020304"/>
                <a:cs typeface="Times New Roman" panose="02020603050405020304"/>
              </a:rPr>
              <a:t> </a:t>
            </a:r>
            <a:r>
              <a:rPr sz="1200" spc="-25" dirty="0">
                <a:latin typeface="Times New Roman" panose="02020603050405020304"/>
                <a:cs typeface="Times New Roman" panose="02020603050405020304"/>
              </a:rPr>
              <a:t>1;</a:t>
            </a:r>
            <a:endParaRPr sz="1200">
              <a:latin typeface="Times New Roman" panose="02020603050405020304"/>
              <a:cs typeface="Times New Roman" panose="02020603050405020304"/>
            </a:endParaRPr>
          </a:p>
          <a:p>
            <a:pPr marL="469265">
              <a:lnSpc>
                <a:spcPts val="1315"/>
              </a:lnSpc>
            </a:pPr>
            <a:r>
              <a:rPr sz="1200" spc="-20" dirty="0">
                <a:latin typeface="Times New Roman" panose="02020603050405020304"/>
                <a:cs typeface="Times New Roman" panose="02020603050405020304"/>
              </a:rPr>
              <a:t>else</a:t>
            </a:r>
            <a:endParaRPr sz="1200">
              <a:latin typeface="Times New Roman" panose="02020603050405020304"/>
              <a:cs typeface="Times New Roman" panose="02020603050405020304"/>
            </a:endParaRPr>
          </a:p>
          <a:p>
            <a:pPr marL="1384300">
              <a:lnSpc>
                <a:spcPts val="1410"/>
              </a:lnSpc>
            </a:pPr>
            <a:r>
              <a:rPr sz="1200" dirty="0">
                <a:latin typeface="Times New Roman" panose="02020603050405020304"/>
                <a:cs typeface="Times New Roman" panose="02020603050405020304"/>
              </a:rPr>
              <a:t>return</a:t>
            </a:r>
            <a:r>
              <a:rPr sz="1200" spc="-40" dirty="0">
                <a:latin typeface="Times New Roman" panose="02020603050405020304"/>
                <a:cs typeface="Times New Roman" panose="02020603050405020304"/>
              </a:rPr>
              <a:t> </a:t>
            </a:r>
            <a:r>
              <a:rPr sz="1200" spc="-25" dirty="0">
                <a:latin typeface="Times New Roman" panose="02020603050405020304"/>
                <a:cs typeface="Times New Roman" panose="02020603050405020304"/>
              </a:rPr>
              <a:t>0;</a:t>
            </a:r>
            <a:endParaRPr sz="1200">
              <a:latin typeface="Times New Roman" panose="02020603050405020304"/>
              <a:cs typeface="Times New Roman" panose="02020603050405020304"/>
            </a:endParaRPr>
          </a:p>
          <a:p>
            <a:pPr marL="12700">
              <a:lnSpc>
                <a:spcPts val="1410"/>
              </a:lnSpc>
              <a:spcBef>
                <a:spcPts val="1320"/>
              </a:spcBef>
            </a:pPr>
            <a:r>
              <a:rPr sz="1200" spc="-50" dirty="0">
                <a:latin typeface="Times New Roman" panose="02020603050405020304"/>
                <a:cs typeface="Times New Roman" panose="02020603050405020304"/>
              </a:rPr>
              <a:t>}</a:t>
            </a:r>
            <a:endParaRPr sz="1200">
              <a:latin typeface="Times New Roman" panose="02020603050405020304"/>
              <a:cs typeface="Times New Roman" panose="02020603050405020304"/>
            </a:endParaRPr>
          </a:p>
          <a:p>
            <a:pPr marL="12700">
              <a:lnSpc>
                <a:spcPts val="1380"/>
              </a:lnSpc>
            </a:pPr>
            <a:r>
              <a:rPr sz="1200" dirty="0">
                <a:latin typeface="Times New Roman" panose="02020603050405020304"/>
                <a:cs typeface="Times New Roman" panose="02020603050405020304"/>
              </a:rPr>
              <a:t>int</a:t>
            </a:r>
            <a:r>
              <a:rPr sz="1200" spc="-15" dirty="0">
                <a:latin typeface="Times New Roman" panose="02020603050405020304"/>
                <a:cs typeface="Times New Roman" panose="02020603050405020304"/>
              </a:rPr>
              <a:t> </a:t>
            </a:r>
            <a:r>
              <a:rPr sz="1200" spc="-10" dirty="0">
                <a:latin typeface="Times New Roman" panose="02020603050405020304"/>
                <a:cs typeface="Times New Roman" panose="02020603050405020304"/>
              </a:rPr>
              <a:t>main()</a:t>
            </a:r>
            <a:endParaRPr sz="1200">
              <a:latin typeface="Times New Roman" panose="02020603050405020304"/>
              <a:cs typeface="Times New Roman" panose="02020603050405020304"/>
            </a:endParaRPr>
          </a:p>
          <a:p>
            <a:pPr marL="12700">
              <a:lnSpc>
                <a:spcPts val="1380"/>
              </a:lnSpc>
            </a:pPr>
            <a:r>
              <a:rPr sz="1200" spc="-50" dirty="0">
                <a:latin typeface="Times New Roman" panose="02020603050405020304"/>
                <a:cs typeface="Times New Roman" panose="02020603050405020304"/>
              </a:rPr>
              <a:t>{</a:t>
            </a:r>
            <a:endParaRPr sz="1200">
              <a:latin typeface="Times New Roman" panose="02020603050405020304"/>
              <a:cs typeface="Times New Roman" panose="02020603050405020304"/>
            </a:endParaRPr>
          </a:p>
          <a:p>
            <a:pPr marL="469265" marR="1732280">
              <a:lnSpc>
                <a:spcPts val="1380"/>
              </a:lnSpc>
              <a:spcBef>
                <a:spcPts val="65"/>
              </a:spcBef>
            </a:pPr>
            <a:r>
              <a:rPr sz="1200" dirty="0">
                <a:latin typeface="Times New Roman" panose="02020603050405020304"/>
                <a:cs typeface="Times New Roman" panose="02020603050405020304"/>
              </a:rPr>
              <a:t>int</a:t>
            </a:r>
            <a:r>
              <a:rPr sz="1200" spc="-15" dirty="0">
                <a:latin typeface="Times New Roman" panose="02020603050405020304"/>
                <a:cs typeface="Times New Roman" panose="02020603050405020304"/>
              </a:rPr>
              <a:t> </a:t>
            </a:r>
            <a:r>
              <a:rPr sz="1200" spc="-10" dirty="0">
                <a:latin typeface="Times New Roman" panose="02020603050405020304"/>
                <a:cs typeface="Times New Roman" panose="02020603050405020304"/>
              </a:rPr>
              <a:t>day,month,year,tomm_day,tomm_month,tomm_year; </a:t>
            </a:r>
            <a:r>
              <a:rPr sz="1200" dirty="0">
                <a:latin typeface="Times New Roman" panose="02020603050405020304"/>
                <a:cs typeface="Times New Roman" panose="02020603050405020304"/>
              </a:rPr>
              <a:t>char</a:t>
            </a:r>
            <a:r>
              <a:rPr sz="1200" spc="-35" dirty="0">
                <a:latin typeface="Times New Roman" panose="02020603050405020304"/>
                <a:cs typeface="Times New Roman" panose="02020603050405020304"/>
              </a:rPr>
              <a:t> </a:t>
            </a:r>
            <a:r>
              <a:rPr sz="1200" spc="-10" dirty="0">
                <a:latin typeface="Times New Roman" panose="02020603050405020304"/>
                <a:cs typeface="Times New Roman" panose="02020603050405020304"/>
              </a:rPr>
              <a:t>flag;</a:t>
            </a:r>
            <a:endParaRPr sz="1200">
              <a:latin typeface="Times New Roman" panose="02020603050405020304"/>
              <a:cs typeface="Times New Roman" panose="02020603050405020304"/>
            </a:endParaRPr>
          </a:p>
          <a:p>
            <a:pPr marL="469265">
              <a:lnSpc>
                <a:spcPts val="1315"/>
              </a:lnSpc>
            </a:pPr>
            <a:r>
              <a:rPr sz="1200" spc="-25" dirty="0">
                <a:latin typeface="Times New Roman" panose="02020603050405020304"/>
                <a:cs typeface="Times New Roman" panose="02020603050405020304"/>
              </a:rPr>
              <a:t>do</a:t>
            </a:r>
            <a:endParaRPr sz="1200">
              <a:latin typeface="Times New Roman" panose="02020603050405020304"/>
              <a:cs typeface="Times New Roman" panose="02020603050405020304"/>
            </a:endParaRPr>
          </a:p>
          <a:p>
            <a:pPr marL="469265">
              <a:lnSpc>
                <a:spcPts val="1380"/>
              </a:lnSpc>
            </a:pPr>
            <a:r>
              <a:rPr sz="1200" spc="-50" dirty="0">
                <a:latin typeface="Times New Roman" panose="02020603050405020304"/>
                <a:cs typeface="Times New Roman" panose="02020603050405020304"/>
              </a:rPr>
              <a:t>{</a:t>
            </a:r>
            <a:endParaRPr sz="1200">
              <a:latin typeface="Times New Roman" panose="02020603050405020304"/>
              <a:cs typeface="Times New Roman" panose="02020603050405020304"/>
            </a:endParaRPr>
          </a:p>
          <a:p>
            <a:pPr marL="926465">
              <a:lnSpc>
                <a:spcPts val="1380"/>
              </a:lnSpc>
            </a:pPr>
            <a:r>
              <a:rPr sz="1200" spc="-10" dirty="0">
                <a:latin typeface="Times New Roman" panose="02020603050405020304"/>
                <a:cs typeface="Times New Roman" panose="02020603050405020304"/>
              </a:rPr>
              <a:t>flag='y';</a:t>
            </a:r>
            <a:endParaRPr sz="1200">
              <a:latin typeface="Times New Roman" panose="02020603050405020304"/>
              <a:cs typeface="Times New Roman" panose="02020603050405020304"/>
            </a:endParaRPr>
          </a:p>
          <a:p>
            <a:pPr marL="926465" marR="926465">
              <a:lnSpc>
                <a:spcPts val="1380"/>
              </a:lnSpc>
              <a:spcBef>
                <a:spcPts val="65"/>
              </a:spcBef>
            </a:pPr>
            <a:r>
              <a:rPr sz="1200" spc="-10" dirty="0">
                <a:latin typeface="Times New Roman" panose="02020603050405020304"/>
                <a:cs typeface="Times New Roman" panose="02020603050405020304"/>
              </a:rPr>
              <a:t>printf("\nenter </a:t>
            </a:r>
            <a:r>
              <a:rPr sz="1200" dirty="0">
                <a:latin typeface="Times New Roman" panose="02020603050405020304"/>
                <a:cs typeface="Times New Roman" panose="02020603050405020304"/>
              </a:rPr>
              <a:t>the</a:t>
            </a:r>
            <a:r>
              <a:rPr sz="1200" spc="-15" dirty="0">
                <a:latin typeface="Times New Roman" panose="02020603050405020304"/>
                <a:cs typeface="Times New Roman" panose="02020603050405020304"/>
              </a:rPr>
              <a:t> </a:t>
            </a:r>
            <a:r>
              <a:rPr sz="1200" dirty="0">
                <a:latin typeface="Times New Roman" panose="02020603050405020304"/>
                <a:cs typeface="Times New Roman" panose="02020603050405020304"/>
              </a:rPr>
              <a:t>today's</a:t>
            </a:r>
            <a:r>
              <a:rPr sz="1200" spc="-10" dirty="0">
                <a:latin typeface="Times New Roman" panose="02020603050405020304"/>
                <a:cs typeface="Times New Roman" panose="02020603050405020304"/>
              </a:rPr>
              <a:t> </a:t>
            </a:r>
            <a:r>
              <a:rPr sz="1200" dirty="0">
                <a:latin typeface="Times New Roman" panose="02020603050405020304"/>
                <a:cs typeface="Times New Roman" panose="02020603050405020304"/>
              </a:rPr>
              <a:t>date</a:t>
            </a:r>
            <a:r>
              <a:rPr sz="1200" spc="-15" dirty="0">
                <a:latin typeface="Times New Roman" panose="02020603050405020304"/>
                <a:cs typeface="Times New Roman" panose="02020603050405020304"/>
              </a:rPr>
              <a:t> </a:t>
            </a:r>
            <a:r>
              <a:rPr sz="1200" dirty="0">
                <a:latin typeface="Times New Roman" panose="02020603050405020304"/>
                <a:cs typeface="Times New Roman" panose="02020603050405020304"/>
              </a:rPr>
              <a:t>in</a:t>
            </a:r>
            <a:r>
              <a:rPr sz="1200" spc="-10" dirty="0">
                <a:latin typeface="Times New Roman" panose="02020603050405020304"/>
                <a:cs typeface="Times New Roman" panose="02020603050405020304"/>
              </a:rPr>
              <a:t> </a:t>
            </a:r>
            <a:r>
              <a:rPr sz="1200" dirty="0">
                <a:latin typeface="Times New Roman" panose="02020603050405020304"/>
                <a:cs typeface="Times New Roman" panose="02020603050405020304"/>
              </a:rPr>
              <a:t>the</a:t>
            </a:r>
            <a:r>
              <a:rPr sz="1200" spc="-10" dirty="0">
                <a:latin typeface="Times New Roman" panose="02020603050405020304"/>
                <a:cs typeface="Times New Roman" panose="02020603050405020304"/>
              </a:rPr>
              <a:t> </a:t>
            </a:r>
            <a:r>
              <a:rPr sz="1200" dirty="0">
                <a:latin typeface="Times New Roman" panose="02020603050405020304"/>
                <a:cs typeface="Times New Roman" panose="02020603050405020304"/>
              </a:rPr>
              <a:t>form</a:t>
            </a:r>
            <a:r>
              <a:rPr sz="1200" spc="-10" dirty="0">
                <a:latin typeface="Times New Roman" panose="02020603050405020304"/>
                <a:cs typeface="Times New Roman" panose="02020603050405020304"/>
              </a:rPr>
              <a:t> </a:t>
            </a:r>
            <a:r>
              <a:rPr sz="1200" dirty="0">
                <a:latin typeface="Times New Roman" panose="02020603050405020304"/>
                <a:cs typeface="Times New Roman" panose="02020603050405020304"/>
              </a:rPr>
              <a:t>of</a:t>
            </a:r>
            <a:r>
              <a:rPr sz="1200" spc="-10" dirty="0">
                <a:latin typeface="Times New Roman" panose="02020603050405020304"/>
                <a:cs typeface="Times New Roman" panose="02020603050405020304"/>
              </a:rPr>
              <a:t> </a:t>
            </a:r>
            <a:r>
              <a:rPr sz="1200" dirty="0">
                <a:latin typeface="Times New Roman" panose="02020603050405020304"/>
                <a:cs typeface="Times New Roman" panose="02020603050405020304"/>
              </a:rPr>
              <a:t>dd mm </a:t>
            </a:r>
            <a:r>
              <a:rPr sz="1200" spc="-10" dirty="0">
                <a:latin typeface="Times New Roman" panose="02020603050405020304"/>
                <a:cs typeface="Times New Roman" panose="02020603050405020304"/>
              </a:rPr>
              <a:t>yyyy\n"); scanf("%d%d%d",&amp;day,&amp;month,&amp;year); tomm_month=month;</a:t>
            </a:r>
            <a:endParaRPr sz="1200">
              <a:latin typeface="Times New Roman" panose="02020603050405020304"/>
              <a:cs typeface="Times New Roman" panose="02020603050405020304"/>
            </a:endParaRPr>
          </a:p>
          <a:p>
            <a:pPr marL="926465" marR="3572510">
              <a:lnSpc>
                <a:spcPts val="1380"/>
              </a:lnSpc>
            </a:pPr>
            <a:r>
              <a:rPr sz="1200" dirty="0">
                <a:latin typeface="Times New Roman" panose="02020603050405020304"/>
                <a:cs typeface="Times New Roman" panose="02020603050405020304"/>
              </a:rPr>
              <a:t>tomm_year=</a:t>
            </a:r>
            <a:r>
              <a:rPr sz="1200" spc="-55" dirty="0">
                <a:latin typeface="Times New Roman" panose="02020603050405020304"/>
                <a:cs typeface="Times New Roman" panose="02020603050405020304"/>
              </a:rPr>
              <a:t> </a:t>
            </a:r>
            <a:r>
              <a:rPr sz="1200" spc="-20" dirty="0">
                <a:latin typeface="Times New Roman" panose="02020603050405020304"/>
                <a:cs typeface="Times New Roman" panose="02020603050405020304"/>
              </a:rPr>
              <a:t>year; </a:t>
            </a:r>
            <a:r>
              <a:rPr sz="1200" dirty="0">
                <a:latin typeface="Times New Roman" panose="02020603050405020304"/>
                <a:cs typeface="Times New Roman" panose="02020603050405020304"/>
              </a:rPr>
              <a:t>if(day&lt;1</a:t>
            </a:r>
            <a:r>
              <a:rPr sz="1200" spc="-10" dirty="0">
                <a:latin typeface="Times New Roman" panose="02020603050405020304"/>
                <a:cs typeface="Times New Roman" panose="02020603050405020304"/>
              </a:rPr>
              <a:t> </a:t>
            </a:r>
            <a:r>
              <a:rPr sz="1200" dirty="0">
                <a:latin typeface="Times New Roman" panose="02020603050405020304"/>
                <a:cs typeface="Times New Roman" panose="02020603050405020304"/>
              </a:rPr>
              <a:t>||</a:t>
            </a:r>
            <a:r>
              <a:rPr sz="1200" spc="-35" dirty="0">
                <a:latin typeface="Times New Roman" panose="02020603050405020304"/>
                <a:cs typeface="Times New Roman" panose="02020603050405020304"/>
              </a:rPr>
              <a:t> </a:t>
            </a:r>
            <a:r>
              <a:rPr sz="1200" spc="-10" dirty="0">
                <a:latin typeface="Times New Roman" panose="02020603050405020304"/>
                <a:cs typeface="Times New Roman" panose="02020603050405020304"/>
              </a:rPr>
              <a:t>day&gt;31)</a:t>
            </a:r>
            <a:endParaRPr sz="1200">
              <a:latin typeface="Times New Roman" panose="02020603050405020304"/>
              <a:cs typeface="Times New Roman" panose="02020603050405020304"/>
            </a:endParaRPr>
          </a:p>
          <a:p>
            <a:pPr marL="926465">
              <a:lnSpc>
                <a:spcPts val="1315"/>
              </a:lnSpc>
            </a:pPr>
            <a:r>
              <a:rPr sz="1200" spc="-50" dirty="0">
                <a:latin typeface="Times New Roman" panose="02020603050405020304"/>
                <a:cs typeface="Times New Roman" panose="02020603050405020304"/>
              </a:rPr>
              <a:t>{</a:t>
            </a:r>
            <a:endParaRPr sz="1200">
              <a:latin typeface="Times New Roman" panose="02020603050405020304"/>
              <a:cs typeface="Times New Roman" panose="02020603050405020304"/>
            </a:endParaRPr>
          </a:p>
          <a:p>
            <a:pPr marL="1498600" marR="1322705" indent="-38100">
              <a:lnSpc>
                <a:spcPts val="1380"/>
              </a:lnSpc>
              <a:spcBef>
                <a:spcPts val="65"/>
              </a:spcBef>
            </a:pPr>
            <a:r>
              <a:rPr sz="1200" dirty="0">
                <a:latin typeface="Times New Roman" panose="02020603050405020304"/>
                <a:cs typeface="Times New Roman" panose="02020603050405020304"/>
              </a:rPr>
              <a:t>printf("value</a:t>
            </a:r>
            <a:r>
              <a:rPr sz="1200" spc="-25" dirty="0">
                <a:latin typeface="Times New Roman" panose="02020603050405020304"/>
                <a:cs typeface="Times New Roman" panose="02020603050405020304"/>
              </a:rPr>
              <a:t> </a:t>
            </a:r>
            <a:r>
              <a:rPr sz="1200" dirty="0">
                <a:latin typeface="Times New Roman" panose="02020603050405020304"/>
                <a:cs typeface="Times New Roman" panose="02020603050405020304"/>
              </a:rPr>
              <a:t>of</a:t>
            </a:r>
            <a:r>
              <a:rPr sz="1200" spc="-30" dirty="0">
                <a:latin typeface="Times New Roman" panose="02020603050405020304"/>
                <a:cs typeface="Times New Roman" panose="02020603050405020304"/>
              </a:rPr>
              <a:t> </a:t>
            </a:r>
            <a:r>
              <a:rPr sz="1200" dirty="0">
                <a:latin typeface="Times New Roman" panose="02020603050405020304"/>
                <a:cs typeface="Times New Roman" panose="02020603050405020304"/>
              </a:rPr>
              <a:t>day,</a:t>
            </a:r>
            <a:r>
              <a:rPr sz="1200" spc="-25" dirty="0">
                <a:latin typeface="Times New Roman" panose="02020603050405020304"/>
                <a:cs typeface="Times New Roman" panose="02020603050405020304"/>
              </a:rPr>
              <a:t> </a:t>
            </a:r>
            <a:r>
              <a:rPr sz="1200" dirty="0">
                <a:latin typeface="Times New Roman" panose="02020603050405020304"/>
                <a:cs typeface="Times New Roman" panose="02020603050405020304"/>
              </a:rPr>
              <a:t>not</a:t>
            </a:r>
            <a:r>
              <a:rPr sz="1200" spc="-25" dirty="0">
                <a:latin typeface="Times New Roman" panose="02020603050405020304"/>
                <a:cs typeface="Times New Roman" panose="02020603050405020304"/>
              </a:rPr>
              <a:t> </a:t>
            </a:r>
            <a:r>
              <a:rPr sz="1200" dirty="0">
                <a:latin typeface="Times New Roman" panose="02020603050405020304"/>
                <a:cs typeface="Times New Roman" panose="02020603050405020304"/>
              </a:rPr>
              <a:t>in</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the</a:t>
            </a:r>
            <a:r>
              <a:rPr sz="1200" spc="-25" dirty="0">
                <a:latin typeface="Times New Roman" panose="02020603050405020304"/>
                <a:cs typeface="Times New Roman" panose="02020603050405020304"/>
              </a:rPr>
              <a:t> </a:t>
            </a:r>
            <a:r>
              <a:rPr sz="1200" dirty="0">
                <a:latin typeface="Times New Roman" panose="02020603050405020304"/>
                <a:cs typeface="Times New Roman" panose="02020603050405020304"/>
              </a:rPr>
              <a:t>range</a:t>
            </a:r>
            <a:r>
              <a:rPr sz="1200" spc="-25" dirty="0">
                <a:latin typeface="Times New Roman" panose="02020603050405020304"/>
                <a:cs typeface="Times New Roman" panose="02020603050405020304"/>
              </a:rPr>
              <a:t> </a:t>
            </a:r>
            <a:r>
              <a:rPr sz="1200" spc="-10" dirty="0">
                <a:latin typeface="Times New Roman" panose="02020603050405020304"/>
                <a:cs typeface="Times New Roman" panose="02020603050405020304"/>
              </a:rPr>
              <a:t>1...31\n"); flag='n';</a:t>
            </a:r>
            <a:endParaRPr sz="1200">
              <a:latin typeface="Times New Roman" panose="02020603050405020304"/>
              <a:cs typeface="Times New Roman" panose="02020603050405020304"/>
            </a:endParaRPr>
          </a:p>
          <a:p>
            <a:pPr marL="926465">
              <a:lnSpc>
                <a:spcPts val="1315"/>
              </a:lnSpc>
            </a:pPr>
            <a:r>
              <a:rPr sz="1200" spc="-50" dirty="0">
                <a:latin typeface="Times New Roman" panose="02020603050405020304"/>
                <a:cs typeface="Times New Roman" panose="02020603050405020304"/>
              </a:rPr>
              <a:t>}</a:t>
            </a:r>
            <a:endParaRPr sz="1200">
              <a:latin typeface="Times New Roman" panose="02020603050405020304"/>
              <a:cs typeface="Times New Roman" panose="02020603050405020304"/>
            </a:endParaRPr>
          </a:p>
          <a:p>
            <a:pPr marL="926465">
              <a:lnSpc>
                <a:spcPts val="1380"/>
              </a:lnSpc>
            </a:pPr>
            <a:r>
              <a:rPr sz="1200" dirty="0">
                <a:latin typeface="Times New Roman" panose="02020603050405020304"/>
                <a:cs typeface="Times New Roman" panose="02020603050405020304"/>
              </a:rPr>
              <a:t>if(month&lt;1</a:t>
            </a:r>
            <a:r>
              <a:rPr sz="1200" spc="-35" dirty="0">
                <a:latin typeface="Times New Roman" panose="02020603050405020304"/>
                <a:cs typeface="Times New Roman" panose="02020603050405020304"/>
              </a:rPr>
              <a:t> </a:t>
            </a:r>
            <a:r>
              <a:rPr sz="1200" dirty="0">
                <a:latin typeface="Times New Roman" panose="02020603050405020304"/>
                <a:cs typeface="Times New Roman" panose="02020603050405020304"/>
              </a:rPr>
              <a:t>||</a:t>
            </a:r>
            <a:r>
              <a:rPr sz="1200" spc="-50" dirty="0">
                <a:latin typeface="Times New Roman" panose="02020603050405020304"/>
                <a:cs typeface="Times New Roman" panose="02020603050405020304"/>
              </a:rPr>
              <a:t> </a:t>
            </a:r>
            <a:r>
              <a:rPr sz="1200" spc="-10" dirty="0">
                <a:latin typeface="Times New Roman" panose="02020603050405020304"/>
                <a:cs typeface="Times New Roman" panose="02020603050405020304"/>
              </a:rPr>
              <a:t>month&gt;12)</a:t>
            </a:r>
            <a:endParaRPr sz="1200">
              <a:latin typeface="Times New Roman" panose="02020603050405020304"/>
              <a:cs typeface="Times New Roman" panose="02020603050405020304"/>
            </a:endParaRPr>
          </a:p>
          <a:p>
            <a:pPr marL="964565">
              <a:lnSpc>
                <a:spcPts val="1380"/>
              </a:lnSpc>
            </a:pPr>
            <a:r>
              <a:rPr sz="1200" spc="-50" dirty="0">
                <a:latin typeface="Times New Roman" panose="02020603050405020304"/>
                <a:cs typeface="Times New Roman" panose="02020603050405020304"/>
              </a:rPr>
              <a:t>{</a:t>
            </a:r>
            <a:endParaRPr sz="1200">
              <a:latin typeface="Times New Roman" panose="02020603050405020304"/>
              <a:cs typeface="Times New Roman" panose="02020603050405020304"/>
            </a:endParaRPr>
          </a:p>
          <a:p>
            <a:pPr marL="1422400" marR="1151890">
              <a:lnSpc>
                <a:spcPts val="1380"/>
              </a:lnSpc>
              <a:spcBef>
                <a:spcPts val="70"/>
              </a:spcBef>
            </a:pPr>
            <a:r>
              <a:rPr sz="1200" dirty="0">
                <a:latin typeface="Times New Roman" panose="02020603050405020304"/>
                <a:cs typeface="Times New Roman" panose="02020603050405020304"/>
              </a:rPr>
              <a:t>printf("value</a:t>
            </a:r>
            <a:r>
              <a:rPr sz="1200" spc="-30" dirty="0">
                <a:latin typeface="Times New Roman" panose="02020603050405020304"/>
                <a:cs typeface="Times New Roman" panose="02020603050405020304"/>
              </a:rPr>
              <a:t> </a:t>
            </a:r>
            <a:r>
              <a:rPr sz="1200" dirty="0">
                <a:latin typeface="Times New Roman" panose="02020603050405020304"/>
                <a:cs typeface="Times New Roman" panose="02020603050405020304"/>
              </a:rPr>
              <a:t>of</a:t>
            </a:r>
            <a:r>
              <a:rPr sz="1200" spc="-35" dirty="0">
                <a:latin typeface="Times New Roman" panose="02020603050405020304"/>
                <a:cs typeface="Times New Roman" panose="02020603050405020304"/>
              </a:rPr>
              <a:t> </a:t>
            </a:r>
            <a:r>
              <a:rPr sz="1200" dirty="0">
                <a:latin typeface="Times New Roman" panose="02020603050405020304"/>
                <a:cs typeface="Times New Roman" panose="02020603050405020304"/>
              </a:rPr>
              <a:t>month,</a:t>
            </a:r>
            <a:r>
              <a:rPr sz="1200" spc="-15" dirty="0">
                <a:latin typeface="Times New Roman" panose="02020603050405020304"/>
                <a:cs typeface="Times New Roman" panose="02020603050405020304"/>
              </a:rPr>
              <a:t> </a:t>
            </a:r>
            <a:r>
              <a:rPr sz="1200" dirty="0">
                <a:latin typeface="Times New Roman" panose="02020603050405020304"/>
                <a:cs typeface="Times New Roman" panose="02020603050405020304"/>
              </a:rPr>
              <a:t>not</a:t>
            </a:r>
            <a:r>
              <a:rPr sz="1200" spc="-30" dirty="0">
                <a:latin typeface="Times New Roman" panose="02020603050405020304"/>
                <a:cs typeface="Times New Roman" panose="02020603050405020304"/>
              </a:rPr>
              <a:t> </a:t>
            </a:r>
            <a:r>
              <a:rPr sz="1200" dirty="0">
                <a:latin typeface="Times New Roman" panose="02020603050405020304"/>
                <a:cs typeface="Times New Roman" panose="02020603050405020304"/>
              </a:rPr>
              <a:t>in</a:t>
            </a:r>
            <a:r>
              <a:rPr sz="1200" spc="-25" dirty="0">
                <a:latin typeface="Times New Roman" panose="02020603050405020304"/>
                <a:cs typeface="Times New Roman" panose="02020603050405020304"/>
              </a:rPr>
              <a:t> </a:t>
            </a:r>
            <a:r>
              <a:rPr sz="1200" dirty="0">
                <a:latin typeface="Times New Roman" panose="02020603050405020304"/>
                <a:cs typeface="Times New Roman" panose="02020603050405020304"/>
              </a:rPr>
              <a:t>the</a:t>
            </a:r>
            <a:r>
              <a:rPr sz="1200" spc="-25" dirty="0">
                <a:latin typeface="Times New Roman" panose="02020603050405020304"/>
                <a:cs typeface="Times New Roman" panose="02020603050405020304"/>
              </a:rPr>
              <a:t> </a:t>
            </a:r>
            <a:r>
              <a:rPr sz="1200" dirty="0">
                <a:latin typeface="Times New Roman" panose="02020603050405020304"/>
                <a:cs typeface="Times New Roman" panose="02020603050405020304"/>
              </a:rPr>
              <a:t>range</a:t>
            </a:r>
            <a:r>
              <a:rPr sz="1200" spc="-30" dirty="0">
                <a:latin typeface="Times New Roman" panose="02020603050405020304"/>
                <a:cs typeface="Times New Roman" panose="02020603050405020304"/>
              </a:rPr>
              <a:t> </a:t>
            </a:r>
            <a:r>
              <a:rPr sz="1200" spc="-10" dirty="0">
                <a:latin typeface="Times New Roman" panose="02020603050405020304"/>
                <a:cs typeface="Times New Roman" panose="02020603050405020304"/>
              </a:rPr>
              <a:t>1....12\n"); flag='n';</a:t>
            </a:r>
            <a:endParaRPr sz="1200">
              <a:latin typeface="Times New Roman" panose="02020603050405020304"/>
              <a:cs typeface="Times New Roman" panose="02020603050405020304"/>
            </a:endParaRPr>
          </a:p>
          <a:p>
            <a:pPr marL="926465">
              <a:lnSpc>
                <a:spcPts val="1315"/>
              </a:lnSpc>
            </a:pPr>
            <a:r>
              <a:rPr sz="1200" spc="-50" dirty="0">
                <a:latin typeface="Times New Roman" panose="02020603050405020304"/>
                <a:cs typeface="Times New Roman" panose="02020603050405020304"/>
              </a:rPr>
              <a:t>}</a:t>
            </a:r>
            <a:endParaRPr sz="1200">
              <a:latin typeface="Times New Roman" panose="02020603050405020304"/>
              <a:cs typeface="Times New Roman" panose="02020603050405020304"/>
            </a:endParaRPr>
          </a:p>
          <a:p>
            <a:pPr marL="926465">
              <a:lnSpc>
                <a:spcPts val="1380"/>
              </a:lnSpc>
            </a:pPr>
            <a:r>
              <a:rPr sz="1200" dirty="0">
                <a:latin typeface="Times New Roman" panose="02020603050405020304"/>
                <a:cs typeface="Times New Roman" panose="02020603050405020304"/>
              </a:rPr>
              <a:t>else</a:t>
            </a:r>
            <a:r>
              <a:rPr sz="1200" spc="-25" dirty="0">
                <a:latin typeface="Times New Roman" panose="02020603050405020304"/>
                <a:cs typeface="Times New Roman" panose="02020603050405020304"/>
              </a:rPr>
              <a:t> </a:t>
            </a:r>
            <a:r>
              <a:rPr sz="1200" spc="-10" dirty="0">
                <a:latin typeface="Times New Roman" panose="02020603050405020304"/>
                <a:cs typeface="Times New Roman" panose="02020603050405020304"/>
              </a:rPr>
              <a:t>if(check(day,month))</a:t>
            </a:r>
            <a:endParaRPr sz="1200">
              <a:latin typeface="Times New Roman" panose="02020603050405020304"/>
              <a:cs typeface="Times New Roman" panose="02020603050405020304"/>
            </a:endParaRPr>
          </a:p>
          <a:p>
            <a:pPr marL="926465">
              <a:lnSpc>
                <a:spcPts val="1380"/>
              </a:lnSpc>
            </a:pPr>
            <a:r>
              <a:rPr sz="1200" spc="-50" dirty="0">
                <a:latin typeface="Times New Roman" panose="02020603050405020304"/>
                <a:cs typeface="Times New Roman" panose="02020603050405020304"/>
              </a:rPr>
              <a:t>{</a:t>
            </a:r>
            <a:endParaRPr sz="1200">
              <a:latin typeface="Times New Roman" panose="02020603050405020304"/>
              <a:cs typeface="Times New Roman" panose="02020603050405020304"/>
            </a:endParaRPr>
          </a:p>
          <a:p>
            <a:pPr marL="1422400" marR="1316990" indent="-38100">
              <a:lnSpc>
                <a:spcPts val="1380"/>
              </a:lnSpc>
              <a:spcBef>
                <a:spcPts val="65"/>
              </a:spcBef>
            </a:pPr>
            <a:r>
              <a:rPr sz="1200" dirty="0">
                <a:latin typeface="Times New Roman" panose="02020603050405020304"/>
                <a:cs typeface="Times New Roman" panose="02020603050405020304"/>
              </a:rPr>
              <a:t>printf("value</a:t>
            </a:r>
            <a:r>
              <a:rPr sz="1200" spc="-25" dirty="0">
                <a:latin typeface="Times New Roman" panose="02020603050405020304"/>
                <a:cs typeface="Times New Roman" panose="02020603050405020304"/>
              </a:rPr>
              <a:t> </a:t>
            </a:r>
            <a:r>
              <a:rPr sz="1200" dirty="0">
                <a:latin typeface="Times New Roman" panose="02020603050405020304"/>
                <a:cs typeface="Times New Roman" panose="02020603050405020304"/>
              </a:rPr>
              <a:t>of</a:t>
            </a:r>
            <a:r>
              <a:rPr sz="1200" spc="-30" dirty="0">
                <a:latin typeface="Times New Roman" panose="02020603050405020304"/>
                <a:cs typeface="Times New Roman" panose="02020603050405020304"/>
              </a:rPr>
              <a:t> </a:t>
            </a:r>
            <a:r>
              <a:rPr sz="1200" dirty="0">
                <a:latin typeface="Times New Roman" panose="02020603050405020304"/>
                <a:cs typeface="Times New Roman" panose="02020603050405020304"/>
              </a:rPr>
              <a:t>day,</a:t>
            </a:r>
            <a:r>
              <a:rPr sz="1200" spc="-25" dirty="0">
                <a:latin typeface="Times New Roman" panose="02020603050405020304"/>
                <a:cs typeface="Times New Roman" panose="02020603050405020304"/>
              </a:rPr>
              <a:t> </a:t>
            </a:r>
            <a:r>
              <a:rPr sz="1200" dirty="0">
                <a:latin typeface="Times New Roman" panose="02020603050405020304"/>
                <a:cs typeface="Times New Roman" panose="02020603050405020304"/>
              </a:rPr>
              <a:t>not</a:t>
            </a:r>
            <a:r>
              <a:rPr sz="1200" spc="-25" dirty="0">
                <a:latin typeface="Times New Roman" panose="02020603050405020304"/>
                <a:cs typeface="Times New Roman" panose="02020603050405020304"/>
              </a:rPr>
              <a:t> </a:t>
            </a:r>
            <a:r>
              <a:rPr sz="1200" dirty="0">
                <a:latin typeface="Times New Roman" panose="02020603050405020304"/>
                <a:cs typeface="Times New Roman" panose="02020603050405020304"/>
              </a:rPr>
              <a:t>in</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the</a:t>
            </a:r>
            <a:r>
              <a:rPr sz="1200" spc="-25" dirty="0">
                <a:latin typeface="Times New Roman" panose="02020603050405020304"/>
                <a:cs typeface="Times New Roman" panose="02020603050405020304"/>
              </a:rPr>
              <a:t> </a:t>
            </a:r>
            <a:r>
              <a:rPr sz="1200" dirty="0">
                <a:latin typeface="Times New Roman" panose="02020603050405020304"/>
                <a:cs typeface="Times New Roman" panose="02020603050405020304"/>
              </a:rPr>
              <a:t>range</a:t>
            </a:r>
            <a:r>
              <a:rPr sz="1200" spc="-25" dirty="0">
                <a:latin typeface="Times New Roman" panose="02020603050405020304"/>
                <a:cs typeface="Times New Roman" panose="02020603050405020304"/>
              </a:rPr>
              <a:t> </a:t>
            </a:r>
            <a:r>
              <a:rPr sz="1200" spc="-10" dirty="0">
                <a:latin typeface="Times New Roman" panose="02020603050405020304"/>
                <a:cs typeface="Times New Roman" panose="02020603050405020304"/>
              </a:rPr>
              <a:t>day&lt;=30"); flag='n';</a:t>
            </a:r>
            <a:endParaRPr sz="1200">
              <a:latin typeface="Times New Roman" panose="02020603050405020304"/>
              <a:cs typeface="Times New Roman" panose="02020603050405020304"/>
            </a:endParaRPr>
          </a:p>
          <a:p>
            <a:pPr marL="926465">
              <a:lnSpc>
                <a:spcPts val="1345"/>
              </a:lnSpc>
            </a:pPr>
            <a:r>
              <a:rPr sz="1200" spc="-50" dirty="0">
                <a:latin typeface="Times New Roman" panose="02020603050405020304"/>
                <a:cs typeface="Times New Roman" panose="02020603050405020304"/>
              </a:rPr>
              <a:t>}</a:t>
            </a:r>
            <a:endParaRPr sz="1200">
              <a:latin typeface="Times New Roman" panose="02020603050405020304"/>
              <a:cs typeface="Times New Roman" panose="02020603050405020304"/>
            </a:endParaRPr>
          </a:p>
          <a:p>
            <a:pPr marL="926465">
              <a:lnSpc>
                <a:spcPts val="1410"/>
              </a:lnSpc>
              <a:spcBef>
                <a:spcPts val="1320"/>
              </a:spcBef>
            </a:pPr>
            <a:r>
              <a:rPr sz="1200" dirty="0">
                <a:latin typeface="Times New Roman" panose="02020603050405020304"/>
                <a:cs typeface="Times New Roman" panose="02020603050405020304"/>
              </a:rPr>
              <a:t>if(year&lt;=1812</a:t>
            </a:r>
            <a:r>
              <a:rPr sz="1200" spc="-15" dirty="0">
                <a:latin typeface="Times New Roman" panose="02020603050405020304"/>
                <a:cs typeface="Times New Roman" panose="02020603050405020304"/>
              </a:rPr>
              <a:t> </a:t>
            </a:r>
            <a:r>
              <a:rPr sz="1200" dirty="0">
                <a:latin typeface="Times New Roman" panose="02020603050405020304"/>
                <a:cs typeface="Times New Roman" panose="02020603050405020304"/>
              </a:rPr>
              <a:t>||</a:t>
            </a:r>
            <a:r>
              <a:rPr sz="1200" spc="-15" dirty="0">
                <a:latin typeface="Times New Roman" panose="02020603050405020304"/>
                <a:cs typeface="Times New Roman" panose="02020603050405020304"/>
              </a:rPr>
              <a:t> </a:t>
            </a:r>
            <a:r>
              <a:rPr sz="1200" spc="-10" dirty="0">
                <a:latin typeface="Times New Roman" panose="02020603050405020304"/>
                <a:cs typeface="Times New Roman" panose="02020603050405020304"/>
              </a:rPr>
              <a:t>year&gt;2013)</a:t>
            </a:r>
            <a:endParaRPr sz="1200">
              <a:latin typeface="Times New Roman" panose="02020603050405020304"/>
              <a:cs typeface="Times New Roman" panose="02020603050405020304"/>
            </a:endParaRPr>
          </a:p>
          <a:p>
            <a:pPr marL="926465">
              <a:lnSpc>
                <a:spcPts val="1410"/>
              </a:lnSpc>
            </a:pPr>
            <a:r>
              <a:rPr sz="1200" spc="-50" dirty="0">
                <a:latin typeface="Times New Roman" panose="02020603050405020304"/>
                <a:cs typeface="Times New Roman" panose="02020603050405020304"/>
              </a:rPr>
              <a:t>{</a:t>
            </a:r>
            <a:endParaRPr sz="1200">
              <a:latin typeface="Times New Roman" panose="02020603050405020304"/>
              <a:cs typeface="Times New Roman" panose="02020603050405020304"/>
            </a:endParaRPr>
          </a:p>
        </p:txBody>
      </p:sp>
      <p:sp>
        <p:nvSpPr>
          <p:cNvPr id="7" name="object 7"/>
          <p:cNvSpPr txBox="1">
            <a:spLocks noGrp="1"/>
          </p:cNvSpPr>
          <p:nvPr>
            <p:ph type="ftr" sz="quarter" idx="5"/>
          </p:nvPr>
        </p:nvSpPr>
        <p:spPr>
          <a:prstGeom prst="rect">
            <a:avLst/>
          </a:prstGeom>
        </p:spPr>
        <p:txBody>
          <a:bodyPr vert="horz" wrap="square" lIns="0" tIns="5080" rIns="0" bIns="0" rtlCol="0">
            <a:spAutoFit/>
          </a:bodyPr>
          <a:lstStyle/>
          <a:p>
            <a:pPr marL="279400">
              <a:lnSpc>
                <a:spcPct val="100000"/>
              </a:lnSpc>
              <a:spcBef>
                <a:spcPts val="40"/>
              </a:spcBef>
            </a:pPr>
            <a:r>
              <a:rPr dirty="0"/>
              <a:t>Dept.</a:t>
            </a:r>
            <a:r>
              <a:rPr spc="-15" dirty="0"/>
              <a:t> </a:t>
            </a:r>
            <a:r>
              <a:rPr dirty="0"/>
              <a:t>of</a:t>
            </a:r>
            <a:r>
              <a:rPr spc="-25" dirty="0"/>
              <a:t> ISE</a:t>
            </a:r>
            <a:endParaRPr spc="-25" dirty="0"/>
          </a:p>
        </p:txBody>
      </p:sp>
      <p:sp>
        <p:nvSpPr>
          <p:cNvPr id="8" name="object 8"/>
          <p:cNvSpPr txBox="1">
            <a:spLocks noGrp="1"/>
          </p:cNvSpPr>
          <p:nvPr>
            <p:ph type="sldNum" sz="quarter" idx="7"/>
          </p:nvPr>
        </p:nvSpPr>
        <p:spPr>
          <a:prstGeom prst="rect">
            <a:avLst/>
          </a:prstGeom>
        </p:spPr>
        <p:txBody>
          <a:bodyPr vert="horz" wrap="square" lIns="0" tIns="5080" rIns="0" bIns="0" rtlCol="0">
            <a:spAutoFit/>
          </a:bodyPr>
          <a:lstStyle/>
          <a:p>
            <a:pPr marL="52070">
              <a:lnSpc>
                <a:spcPct val="100000"/>
              </a:lnSpc>
              <a:spcBef>
                <a:spcPts val="40"/>
              </a:spcBef>
            </a:pPr>
            <a:r>
              <a:rPr dirty="0"/>
              <a:t>Page</a:t>
            </a:r>
            <a:r>
              <a:rPr spc="-30" dirty="0"/>
              <a:t> </a:t>
            </a:r>
            <a:r>
              <a:rPr spc="-25" dirty="0"/>
              <a:t>37</a:t>
            </a:r>
            <a:endParaRPr spc="-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40104" y="438403"/>
            <a:ext cx="140144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Cambria" panose="02040503050406030204"/>
                <a:cs typeface="Cambria" panose="02040503050406030204"/>
              </a:rPr>
              <a:t>Software</a:t>
            </a:r>
            <a:r>
              <a:rPr sz="1200" spc="-15" dirty="0">
                <a:latin typeface="Cambria" panose="02040503050406030204"/>
                <a:cs typeface="Cambria" panose="02040503050406030204"/>
              </a:rPr>
              <a:t> </a:t>
            </a:r>
            <a:r>
              <a:rPr sz="1200" dirty="0">
                <a:latin typeface="Cambria" panose="02040503050406030204"/>
                <a:cs typeface="Cambria" panose="02040503050406030204"/>
              </a:rPr>
              <a:t>Testing</a:t>
            </a:r>
            <a:r>
              <a:rPr sz="1200" spc="-15" dirty="0">
                <a:latin typeface="Cambria" panose="02040503050406030204"/>
                <a:cs typeface="Cambria" panose="02040503050406030204"/>
              </a:rPr>
              <a:t> </a:t>
            </a:r>
            <a:r>
              <a:rPr sz="1200" spc="-25" dirty="0">
                <a:latin typeface="Cambria" panose="02040503050406030204"/>
                <a:cs typeface="Cambria" panose="02040503050406030204"/>
              </a:rPr>
              <a:t>Lab</a:t>
            </a:r>
            <a:endParaRPr sz="1200">
              <a:latin typeface="Cambria" panose="02040503050406030204"/>
              <a:cs typeface="Cambria" panose="02040503050406030204"/>
            </a:endParaRPr>
          </a:p>
        </p:txBody>
      </p:sp>
      <p:sp>
        <p:nvSpPr>
          <p:cNvPr id="3" name="object 3"/>
          <p:cNvSpPr txBox="1"/>
          <p:nvPr/>
        </p:nvSpPr>
        <p:spPr>
          <a:xfrm>
            <a:off x="6450329" y="438403"/>
            <a:ext cx="289560"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Cambria" panose="02040503050406030204"/>
                <a:cs typeface="Cambria" panose="02040503050406030204"/>
              </a:rPr>
              <a:t>MIT</a:t>
            </a:r>
            <a:endParaRPr sz="1200">
              <a:latin typeface="Cambria" panose="02040503050406030204"/>
              <a:cs typeface="Cambria" panose="02040503050406030204"/>
            </a:endParaRPr>
          </a:p>
        </p:txBody>
      </p:sp>
      <p:sp>
        <p:nvSpPr>
          <p:cNvPr id="4" name="object 4"/>
          <p:cNvSpPr/>
          <p:nvPr/>
        </p:nvSpPr>
        <p:spPr>
          <a:xfrm>
            <a:off x="934516" y="676655"/>
            <a:ext cx="5691505" cy="56515"/>
          </a:xfrm>
          <a:custGeom>
            <a:avLst/>
            <a:gdLst/>
            <a:ahLst/>
            <a:cxnLst/>
            <a:rect l="l" t="t" r="r" b="b"/>
            <a:pathLst>
              <a:path w="5691505" h="56515">
                <a:moveTo>
                  <a:pt x="5691492" y="18288"/>
                </a:moveTo>
                <a:lnTo>
                  <a:pt x="0" y="18288"/>
                </a:lnTo>
                <a:lnTo>
                  <a:pt x="0" y="56388"/>
                </a:lnTo>
                <a:lnTo>
                  <a:pt x="5691492" y="56388"/>
                </a:lnTo>
                <a:lnTo>
                  <a:pt x="5691492" y="18288"/>
                </a:lnTo>
                <a:close/>
              </a:path>
              <a:path w="5691505" h="56515">
                <a:moveTo>
                  <a:pt x="5691492" y="0"/>
                </a:moveTo>
                <a:lnTo>
                  <a:pt x="0" y="0"/>
                </a:lnTo>
                <a:lnTo>
                  <a:pt x="0" y="9144"/>
                </a:lnTo>
                <a:lnTo>
                  <a:pt x="5691492" y="9144"/>
                </a:lnTo>
                <a:lnTo>
                  <a:pt x="5691492" y="0"/>
                </a:lnTo>
                <a:close/>
              </a:path>
            </a:pathLst>
          </a:custGeom>
          <a:solidFill>
            <a:srgbClr val="612322"/>
          </a:solidFill>
        </p:spPr>
        <p:txBody>
          <a:bodyPr wrap="square" lIns="0" tIns="0" rIns="0" bIns="0" rtlCol="0"/>
          <a:lstStyle/>
          <a:p/>
        </p:txBody>
      </p:sp>
      <p:sp>
        <p:nvSpPr>
          <p:cNvPr id="5" name="object 5"/>
          <p:cNvSpPr/>
          <p:nvPr/>
        </p:nvSpPr>
        <p:spPr>
          <a:xfrm>
            <a:off x="934516" y="9963911"/>
            <a:ext cx="5691505" cy="56515"/>
          </a:xfrm>
          <a:custGeom>
            <a:avLst/>
            <a:gdLst/>
            <a:ahLst/>
            <a:cxnLst/>
            <a:rect l="l" t="t" r="r" b="b"/>
            <a:pathLst>
              <a:path w="5691505" h="56515">
                <a:moveTo>
                  <a:pt x="5691492" y="47256"/>
                </a:moveTo>
                <a:lnTo>
                  <a:pt x="0" y="47256"/>
                </a:lnTo>
                <a:lnTo>
                  <a:pt x="0" y="56388"/>
                </a:lnTo>
                <a:lnTo>
                  <a:pt x="5691492" y="56388"/>
                </a:lnTo>
                <a:lnTo>
                  <a:pt x="5691492" y="47256"/>
                </a:lnTo>
                <a:close/>
              </a:path>
              <a:path w="5691505" h="56515">
                <a:moveTo>
                  <a:pt x="5691492" y="0"/>
                </a:moveTo>
                <a:lnTo>
                  <a:pt x="0" y="0"/>
                </a:lnTo>
                <a:lnTo>
                  <a:pt x="0" y="38100"/>
                </a:lnTo>
                <a:lnTo>
                  <a:pt x="5691492" y="38100"/>
                </a:lnTo>
                <a:lnTo>
                  <a:pt x="5691492" y="0"/>
                </a:lnTo>
                <a:close/>
              </a:path>
            </a:pathLst>
          </a:custGeom>
          <a:solidFill>
            <a:srgbClr val="612322"/>
          </a:solidFill>
        </p:spPr>
        <p:txBody>
          <a:bodyPr wrap="square" lIns="0" tIns="0" rIns="0" bIns="0" rtlCol="0"/>
          <a:lstStyle/>
          <a:p/>
        </p:txBody>
      </p:sp>
      <p:sp>
        <p:nvSpPr>
          <p:cNvPr id="6" name="object 6"/>
          <p:cNvSpPr txBox="1"/>
          <p:nvPr/>
        </p:nvSpPr>
        <p:spPr>
          <a:xfrm>
            <a:off x="1397253" y="705103"/>
            <a:ext cx="4518025" cy="9148445"/>
          </a:xfrm>
          <a:prstGeom prst="rect">
            <a:avLst/>
          </a:prstGeom>
        </p:spPr>
        <p:txBody>
          <a:bodyPr vert="horz" wrap="square" lIns="0" tIns="24765" rIns="0" bIns="0" rtlCol="0">
            <a:spAutoFit/>
          </a:bodyPr>
          <a:lstStyle/>
          <a:p>
            <a:pPr marL="1041400" marR="5080">
              <a:lnSpc>
                <a:spcPts val="1380"/>
              </a:lnSpc>
              <a:spcBef>
                <a:spcPts val="195"/>
              </a:spcBef>
            </a:pPr>
            <a:r>
              <a:rPr sz="1200" dirty="0">
                <a:latin typeface="Times New Roman" panose="02020603050405020304"/>
                <a:cs typeface="Times New Roman" panose="02020603050405020304"/>
              </a:rPr>
              <a:t>printf("value</a:t>
            </a:r>
            <a:r>
              <a:rPr sz="1200" spc="-30" dirty="0">
                <a:latin typeface="Times New Roman" panose="02020603050405020304"/>
                <a:cs typeface="Times New Roman" panose="02020603050405020304"/>
              </a:rPr>
              <a:t> </a:t>
            </a:r>
            <a:r>
              <a:rPr sz="1200" dirty="0">
                <a:latin typeface="Times New Roman" panose="02020603050405020304"/>
                <a:cs typeface="Times New Roman" panose="02020603050405020304"/>
              </a:rPr>
              <a:t>of</a:t>
            </a:r>
            <a:r>
              <a:rPr sz="1200" spc="-15" dirty="0">
                <a:latin typeface="Times New Roman" panose="02020603050405020304"/>
                <a:cs typeface="Times New Roman" panose="02020603050405020304"/>
              </a:rPr>
              <a:t> </a:t>
            </a:r>
            <a:r>
              <a:rPr sz="1200" dirty="0">
                <a:latin typeface="Times New Roman" panose="02020603050405020304"/>
                <a:cs typeface="Times New Roman" panose="02020603050405020304"/>
              </a:rPr>
              <a:t>year,</a:t>
            </a:r>
            <a:r>
              <a:rPr sz="1200" spc="-25" dirty="0">
                <a:latin typeface="Times New Roman" panose="02020603050405020304"/>
                <a:cs typeface="Times New Roman" panose="02020603050405020304"/>
              </a:rPr>
              <a:t> </a:t>
            </a:r>
            <a:r>
              <a:rPr sz="1200" dirty="0">
                <a:latin typeface="Times New Roman" panose="02020603050405020304"/>
                <a:cs typeface="Times New Roman" panose="02020603050405020304"/>
              </a:rPr>
              <a:t>not</a:t>
            </a:r>
            <a:r>
              <a:rPr sz="1200" spc="-30" dirty="0">
                <a:latin typeface="Times New Roman" panose="02020603050405020304"/>
                <a:cs typeface="Times New Roman" panose="02020603050405020304"/>
              </a:rPr>
              <a:t> </a:t>
            </a:r>
            <a:r>
              <a:rPr sz="1200" dirty="0">
                <a:latin typeface="Times New Roman" panose="02020603050405020304"/>
                <a:cs typeface="Times New Roman" panose="02020603050405020304"/>
              </a:rPr>
              <a:t>in</a:t>
            </a:r>
            <a:r>
              <a:rPr sz="1200" spc="-25" dirty="0">
                <a:latin typeface="Times New Roman" panose="02020603050405020304"/>
                <a:cs typeface="Times New Roman" panose="02020603050405020304"/>
              </a:rPr>
              <a:t> </a:t>
            </a:r>
            <a:r>
              <a:rPr sz="1200" dirty="0">
                <a:latin typeface="Times New Roman" panose="02020603050405020304"/>
                <a:cs typeface="Times New Roman" panose="02020603050405020304"/>
              </a:rPr>
              <a:t>the</a:t>
            </a:r>
            <a:r>
              <a:rPr sz="1200" spc="-25" dirty="0">
                <a:latin typeface="Times New Roman" panose="02020603050405020304"/>
                <a:cs typeface="Times New Roman" panose="02020603050405020304"/>
              </a:rPr>
              <a:t> </a:t>
            </a:r>
            <a:r>
              <a:rPr sz="1200" dirty="0">
                <a:latin typeface="Times New Roman" panose="02020603050405020304"/>
                <a:cs typeface="Times New Roman" panose="02020603050405020304"/>
              </a:rPr>
              <a:t>range</a:t>
            </a:r>
            <a:r>
              <a:rPr sz="1200" spc="-35" dirty="0">
                <a:latin typeface="Times New Roman" panose="02020603050405020304"/>
                <a:cs typeface="Times New Roman" panose="02020603050405020304"/>
              </a:rPr>
              <a:t> </a:t>
            </a:r>
            <a:r>
              <a:rPr sz="1200" spc="-10" dirty="0">
                <a:latin typeface="Times New Roman" panose="02020603050405020304"/>
                <a:cs typeface="Times New Roman" panose="02020603050405020304"/>
              </a:rPr>
              <a:t>1812.......2013\n"); flag='n';</a:t>
            </a:r>
            <a:endParaRPr sz="1200">
              <a:latin typeface="Times New Roman" panose="02020603050405020304"/>
              <a:cs typeface="Times New Roman" panose="02020603050405020304"/>
            </a:endParaRPr>
          </a:p>
          <a:p>
            <a:pPr marL="469900">
              <a:lnSpc>
                <a:spcPts val="1315"/>
              </a:lnSpc>
            </a:pPr>
            <a:r>
              <a:rPr sz="1200" spc="-50" dirty="0">
                <a:latin typeface="Times New Roman" panose="02020603050405020304"/>
                <a:cs typeface="Times New Roman" panose="02020603050405020304"/>
              </a:rPr>
              <a:t>}</a:t>
            </a:r>
            <a:endParaRPr sz="1200">
              <a:latin typeface="Times New Roman" panose="02020603050405020304"/>
              <a:cs typeface="Times New Roman" panose="02020603050405020304"/>
            </a:endParaRPr>
          </a:p>
          <a:p>
            <a:pPr marL="469900">
              <a:lnSpc>
                <a:spcPts val="1380"/>
              </a:lnSpc>
            </a:pPr>
            <a:r>
              <a:rPr sz="1200" spc="-10" dirty="0">
                <a:latin typeface="Times New Roman" panose="02020603050405020304"/>
                <a:cs typeface="Times New Roman" panose="02020603050405020304"/>
              </a:rPr>
              <a:t>if(month==2)</a:t>
            </a:r>
            <a:endParaRPr sz="1200">
              <a:latin typeface="Times New Roman" panose="02020603050405020304"/>
              <a:cs typeface="Times New Roman" panose="02020603050405020304"/>
            </a:endParaRPr>
          </a:p>
          <a:p>
            <a:pPr marL="469900">
              <a:lnSpc>
                <a:spcPts val="1380"/>
              </a:lnSpc>
            </a:pPr>
            <a:r>
              <a:rPr sz="1200" spc="-50" dirty="0">
                <a:latin typeface="Times New Roman" panose="02020603050405020304"/>
                <a:cs typeface="Times New Roman" panose="02020603050405020304"/>
              </a:rPr>
              <a:t>{</a:t>
            </a:r>
            <a:endParaRPr sz="1200">
              <a:latin typeface="Times New Roman" panose="02020603050405020304"/>
              <a:cs typeface="Times New Roman" panose="02020603050405020304"/>
            </a:endParaRPr>
          </a:p>
          <a:p>
            <a:pPr marL="927100">
              <a:lnSpc>
                <a:spcPts val="1380"/>
              </a:lnSpc>
            </a:pPr>
            <a:r>
              <a:rPr sz="1200" spc="-10" dirty="0">
                <a:latin typeface="Times New Roman" panose="02020603050405020304"/>
                <a:cs typeface="Times New Roman" panose="02020603050405020304"/>
              </a:rPr>
              <a:t>if(isleap(year)</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&amp;&amp;</a:t>
            </a:r>
            <a:r>
              <a:rPr sz="1200" spc="10" dirty="0">
                <a:latin typeface="Times New Roman" panose="02020603050405020304"/>
                <a:cs typeface="Times New Roman" panose="02020603050405020304"/>
              </a:rPr>
              <a:t> </a:t>
            </a:r>
            <a:r>
              <a:rPr sz="1200" spc="-10" dirty="0">
                <a:latin typeface="Times New Roman" panose="02020603050405020304"/>
                <a:cs typeface="Times New Roman" panose="02020603050405020304"/>
              </a:rPr>
              <a:t>day&gt;29)</a:t>
            </a:r>
            <a:endParaRPr sz="1200">
              <a:latin typeface="Times New Roman" panose="02020603050405020304"/>
              <a:cs typeface="Times New Roman" panose="02020603050405020304"/>
            </a:endParaRPr>
          </a:p>
          <a:p>
            <a:pPr marL="965200">
              <a:lnSpc>
                <a:spcPts val="1380"/>
              </a:lnSpc>
            </a:pPr>
            <a:r>
              <a:rPr sz="1200" spc="-50" dirty="0">
                <a:latin typeface="Times New Roman" panose="02020603050405020304"/>
                <a:cs typeface="Times New Roman" panose="02020603050405020304"/>
              </a:rPr>
              <a:t>{</a:t>
            </a:r>
            <a:endParaRPr sz="1200">
              <a:latin typeface="Times New Roman" panose="02020603050405020304"/>
              <a:cs typeface="Times New Roman" panose="02020603050405020304"/>
            </a:endParaRPr>
          </a:p>
          <a:p>
            <a:pPr marL="1384300" marR="646430">
              <a:lnSpc>
                <a:spcPts val="1380"/>
              </a:lnSpc>
              <a:spcBef>
                <a:spcPts val="65"/>
              </a:spcBef>
            </a:pPr>
            <a:r>
              <a:rPr sz="1200" spc="-10" dirty="0">
                <a:latin typeface="Times New Roman" panose="02020603050405020304"/>
                <a:cs typeface="Times New Roman" panose="02020603050405020304"/>
              </a:rPr>
              <a:t>printf("invalid</a:t>
            </a:r>
            <a:r>
              <a:rPr sz="1200" spc="-5" dirty="0">
                <a:latin typeface="Times New Roman" panose="02020603050405020304"/>
                <a:cs typeface="Times New Roman" panose="02020603050405020304"/>
              </a:rPr>
              <a:t> </a:t>
            </a:r>
            <a:r>
              <a:rPr sz="1200" dirty="0">
                <a:latin typeface="Times New Roman" panose="02020603050405020304"/>
                <a:cs typeface="Times New Roman" panose="02020603050405020304"/>
              </a:rPr>
              <a:t>date</a:t>
            </a:r>
            <a:r>
              <a:rPr sz="1200" spc="-10" dirty="0">
                <a:latin typeface="Times New Roman" panose="02020603050405020304"/>
                <a:cs typeface="Times New Roman" panose="02020603050405020304"/>
              </a:rPr>
              <a:t> </a:t>
            </a:r>
            <a:r>
              <a:rPr sz="1200" dirty="0">
                <a:latin typeface="Times New Roman" panose="02020603050405020304"/>
                <a:cs typeface="Times New Roman" panose="02020603050405020304"/>
              </a:rPr>
              <a:t>input</a:t>
            </a:r>
            <a:r>
              <a:rPr sz="1200" spc="-5" dirty="0">
                <a:latin typeface="Times New Roman" panose="02020603050405020304"/>
                <a:cs typeface="Times New Roman" panose="02020603050405020304"/>
              </a:rPr>
              <a:t> </a:t>
            </a:r>
            <a:r>
              <a:rPr sz="1200" dirty="0">
                <a:latin typeface="Times New Roman" panose="02020603050405020304"/>
                <a:cs typeface="Times New Roman" panose="02020603050405020304"/>
              </a:rPr>
              <a:t>for</a:t>
            </a:r>
            <a:r>
              <a:rPr sz="1200" spc="-5" dirty="0">
                <a:latin typeface="Times New Roman" panose="02020603050405020304"/>
                <a:cs typeface="Times New Roman" panose="02020603050405020304"/>
              </a:rPr>
              <a:t> </a:t>
            </a:r>
            <a:r>
              <a:rPr sz="1200" dirty="0">
                <a:latin typeface="Times New Roman" panose="02020603050405020304"/>
                <a:cs typeface="Times New Roman" panose="02020603050405020304"/>
              </a:rPr>
              <a:t>leap</a:t>
            </a:r>
            <a:r>
              <a:rPr sz="1200" spc="15" dirty="0">
                <a:latin typeface="Times New Roman" panose="02020603050405020304"/>
                <a:cs typeface="Times New Roman" panose="02020603050405020304"/>
              </a:rPr>
              <a:t> </a:t>
            </a:r>
            <a:r>
              <a:rPr sz="1200" spc="-10" dirty="0">
                <a:latin typeface="Times New Roman" panose="02020603050405020304"/>
                <a:cs typeface="Times New Roman" panose="02020603050405020304"/>
              </a:rPr>
              <a:t>year"); flag='n';</a:t>
            </a:r>
            <a:endParaRPr sz="1200">
              <a:latin typeface="Times New Roman" panose="02020603050405020304"/>
              <a:cs typeface="Times New Roman" panose="02020603050405020304"/>
            </a:endParaRPr>
          </a:p>
          <a:p>
            <a:pPr marL="927100">
              <a:lnSpc>
                <a:spcPts val="1315"/>
              </a:lnSpc>
            </a:pPr>
            <a:r>
              <a:rPr sz="1200" spc="-50" dirty="0">
                <a:latin typeface="Times New Roman" panose="02020603050405020304"/>
                <a:cs typeface="Times New Roman" panose="02020603050405020304"/>
              </a:rPr>
              <a:t>}</a:t>
            </a:r>
            <a:endParaRPr sz="1200">
              <a:latin typeface="Times New Roman" panose="02020603050405020304"/>
              <a:cs typeface="Times New Roman" panose="02020603050405020304"/>
            </a:endParaRPr>
          </a:p>
          <a:p>
            <a:pPr marL="927100">
              <a:lnSpc>
                <a:spcPts val="1380"/>
              </a:lnSpc>
            </a:pPr>
            <a:r>
              <a:rPr sz="1200" dirty="0">
                <a:latin typeface="Times New Roman" panose="02020603050405020304"/>
                <a:cs typeface="Times New Roman" panose="02020603050405020304"/>
              </a:rPr>
              <a:t>else</a:t>
            </a:r>
            <a:r>
              <a:rPr sz="1200" spc="20" dirty="0">
                <a:latin typeface="Times New Roman" panose="02020603050405020304"/>
                <a:cs typeface="Times New Roman" panose="02020603050405020304"/>
              </a:rPr>
              <a:t> </a:t>
            </a:r>
            <a:r>
              <a:rPr sz="1200" spc="-10" dirty="0">
                <a:latin typeface="Times New Roman" panose="02020603050405020304"/>
                <a:cs typeface="Times New Roman" panose="02020603050405020304"/>
              </a:rPr>
              <a:t>if(!(isleap(year))&amp;&amp;</a:t>
            </a:r>
            <a:r>
              <a:rPr sz="1200" spc="25" dirty="0">
                <a:latin typeface="Times New Roman" panose="02020603050405020304"/>
                <a:cs typeface="Times New Roman" panose="02020603050405020304"/>
              </a:rPr>
              <a:t> </a:t>
            </a:r>
            <a:r>
              <a:rPr sz="1200" spc="-10" dirty="0">
                <a:latin typeface="Times New Roman" panose="02020603050405020304"/>
                <a:cs typeface="Times New Roman" panose="02020603050405020304"/>
              </a:rPr>
              <a:t>day&gt;28)</a:t>
            </a:r>
            <a:endParaRPr sz="1200">
              <a:latin typeface="Times New Roman" panose="02020603050405020304"/>
              <a:cs typeface="Times New Roman" panose="02020603050405020304"/>
            </a:endParaRPr>
          </a:p>
          <a:p>
            <a:pPr marL="927100">
              <a:lnSpc>
                <a:spcPts val="1380"/>
              </a:lnSpc>
            </a:pPr>
            <a:r>
              <a:rPr sz="1200" spc="-50" dirty="0">
                <a:latin typeface="Times New Roman" panose="02020603050405020304"/>
                <a:cs typeface="Times New Roman" panose="02020603050405020304"/>
              </a:rPr>
              <a:t>{</a:t>
            </a:r>
            <a:endParaRPr sz="1200">
              <a:latin typeface="Times New Roman" panose="02020603050405020304"/>
              <a:cs typeface="Times New Roman" panose="02020603050405020304"/>
            </a:endParaRPr>
          </a:p>
          <a:p>
            <a:pPr marL="1384300" marR="307340">
              <a:lnSpc>
                <a:spcPts val="1380"/>
              </a:lnSpc>
              <a:spcBef>
                <a:spcPts val="65"/>
              </a:spcBef>
            </a:pPr>
            <a:r>
              <a:rPr sz="1200" spc="-10" dirty="0">
                <a:latin typeface="Times New Roman" panose="02020603050405020304"/>
                <a:cs typeface="Times New Roman" panose="02020603050405020304"/>
              </a:rPr>
              <a:t>printf("invalid </a:t>
            </a:r>
            <a:r>
              <a:rPr sz="1200" dirty="0">
                <a:latin typeface="Times New Roman" panose="02020603050405020304"/>
                <a:cs typeface="Times New Roman" panose="02020603050405020304"/>
              </a:rPr>
              <a:t>date</a:t>
            </a:r>
            <a:r>
              <a:rPr sz="1200" spc="-10" dirty="0">
                <a:latin typeface="Times New Roman" panose="02020603050405020304"/>
                <a:cs typeface="Times New Roman" panose="02020603050405020304"/>
              </a:rPr>
              <a:t> </a:t>
            </a:r>
            <a:r>
              <a:rPr sz="1200" dirty="0">
                <a:latin typeface="Times New Roman" panose="02020603050405020304"/>
                <a:cs typeface="Times New Roman" panose="02020603050405020304"/>
              </a:rPr>
              <a:t>input</a:t>
            </a:r>
            <a:r>
              <a:rPr sz="1200" spc="-5" dirty="0">
                <a:latin typeface="Times New Roman" panose="02020603050405020304"/>
                <a:cs typeface="Times New Roman" panose="02020603050405020304"/>
              </a:rPr>
              <a:t> </a:t>
            </a:r>
            <a:r>
              <a:rPr sz="1200" dirty="0">
                <a:latin typeface="Times New Roman" panose="02020603050405020304"/>
                <a:cs typeface="Times New Roman" panose="02020603050405020304"/>
              </a:rPr>
              <a:t>for</a:t>
            </a:r>
            <a:r>
              <a:rPr sz="1200" spc="-15" dirty="0">
                <a:latin typeface="Times New Roman" panose="02020603050405020304"/>
                <a:cs typeface="Times New Roman" panose="02020603050405020304"/>
              </a:rPr>
              <a:t> </a:t>
            </a:r>
            <a:r>
              <a:rPr sz="1200" dirty="0">
                <a:latin typeface="Times New Roman" panose="02020603050405020304"/>
                <a:cs typeface="Times New Roman" panose="02020603050405020304"/>
              </a:rPr>
              <a:t>not</a:t>
            </a:r>
            <a:r>
              <a:rPr sz="1200" spc="-5" dirty="0">
                <a:latin typeface="Times New Roman" panose="02020603050405020304"/>
                <a:cs typeface="Times New Roman" panose="02020603050405020304"/>
              </a:rPr>
              <a:t> </a:t>
            </a:r>
            <a:r>
              <a:rPr sz="1200" dirty="0">
                <a:latin typeface="Times New Roman" panose="02020603050405020304"/>
                <a:cs typeface="Times New Roman" panose="02020603050405020304"/>
              </a:rPr>
              <a:t>a</a:t>
            </a:r>
            <a:r>
              <a:rPr sz="1200" spc="-5" dirty="0">
                <a:latin typeface="Times New Roman" panose="02020603050405020304"/>
                <a:cs typeface="Times New Roman" panose="02020603050405020304"/>
              </a:rPr>
              <a:t> </a:t>
            </a:r>
            <a:r>
              <a:rPr sz="1200" dirty="0">
                <a:latin typeface="Times New Roman" panose="02020603050405020304"/>
                <a:cs typeface="Times New Roman" panose="02020603050405020304"/>
              </a:rPr>
              <a:t>leap</a:t>
            </a:r>
            <a:r>
              <a:rPr sz="1200" spc="10" dirty="0">
                <a:latin typeface="Times New Roman" panose="02020603050405020304"/>
                <a:cs typeface="Times New Roman" panose="02020603050405020304"/>
              </a:rPr>
              <a:t> </a:t>
            </a:r>
            <a:r>
              <a:rPr sz="1200" spc="-10" dirty="0">
                <a:latin typeface="Times New Roman" panose="02020603050405020304"/>
                <a:cs typeface="Times New Roman" panose="02020603050405020304"/>
              </a:rPr>
              <a:t>year"); flag='n';</a:t>
            </a:r>
            <a:endParaRPr sz="1200">
              <a:latin typeface="Times New Roman" panose="02020603050405020304"/>
              <a:cs typeface="Times New Roman" panose="02020603050405020304"/>
            </a:endParaRPr>
          </a:p>
          <a:p>
            <a:pPr marL="965200">
              <a:lnSpc>
                <a:spcPts val="1315"/>
              </a:lnSpc>
            </a:pPr>
            <a:r>
              <a:rPr sz="1200" spc="-50" dirty="0">
                <a:latin typeface="Times New Roman" panose="02020603050405020304"/>
                <a:cs typeface="Times New Roman" panose="02020603050405020304"/>
              </a:rPr>
              <a:t>}</a:t>
            </a:r>
            <a:endParaRPr sz="1200">
              <a:latin typeface="Times New Roman" panose="02020603050405020304"/>
              <a:cs typeface="Times New Roman" panose="02020603050405020304"/>
            </a:endParaRPr>
          </a:p>
          <a:p>
            <a:pPr marL="469900">
              <a:lnSpc>
                <a:spcPts val="1380"/>
              </a:lnSpc>
            </a:pPr>
            <a:r>
              <a:rPr sz="1200" spc="-50" dirty="0">
                <a:latin typeface="Times New Roman" panose="02020603050405020304"/>
                <a:cs typeface="Times New Roman" panose="02020603050405020304"/>
              </a:rPr>
              <a:t>}</a:t>
            </a:r>
            <a:endParaRPr sz="1200">
              <a:latin typeface="Times New Roman" panose="02020603050405020304"/>
              <a:cs typeface="Times New Roman" panose="02020603050405020304"/>
            </a:endParaRPr>
          </a:p>
          <a:p>
            <a:pPr marL="12700">
              <a:lnSpc>
                <a:spcPts val="1410"/>
              </a:lnSpc>
            </a:pPr>
            <a:r>
              <a:rPr sz="1200" spc="-10" dirty="0">
                <a:latin typeface="Times New Roman" panose="02020603050405020304"/>
                <a:cs typeface="Times New Roman" panose="02020603050405020304"/>
              </a:rPr>
              <a:t>}while(flag=='n');</a:t>
            </a:r>
            <a:endParaRPr sz="1200">
              <a:latin typeface="Times New Roman" panose="02020603050405020304"/>
              <a:cs typeface="Times New Roman" panose="02020603050405020304"/>
            </a:endParaRPr>
          </a:p>
          <a:p>
            <a:pPr>
              <a:lnSpc>
                <a:spcPct val="100000"/>
              </a:lnSpc>
              <a:spcBef>
                <a:spcPts val="1320"/>
              </a:spcBef>
            </a:pPr>
            <a:endParaRPr sz="1200">
              <a:latin typeface="Times New Roman" panose="02020603050405020304"/>
              <a:cs typeface="Times New Roman" panose="02020603050405020304"/>
            </a:endParaRPr>
          </a:p>
          <a:p>
            <a:pPr marL="12700">
              <a:lnSpc>
                <a:spcPts val="1410"/>
              </a:lnSpc>
            </a:pPr>
            <a:r>
              <a:rPr sz="1200" dirty="0">
                <a:latin typeface="Times New Roman" panose="02020603050405020304"/>
                <a:cs typeface="Times New Roman" panose="02020603050405020304"/>
              </a:rPr>
              <a:t>switch</a:t>
            </a:r>
            <a:r>
              <a:rPr sz="1200" spc="-35" dirty="0">
                <a:latin typeface="Times New Roman" panose="02020603050405020304"/>
                <a:cs typeface="Times New Roman" panose="02020603050405020304"/>
              </a:rPr>
              <a:t> </a:t>
            </a:r>
            <a:r>
              <a:rPr sz="1200" spc="-10" dirty="0">
                <a:latin typeface="Times New Roman" panose="02020603050405020304"/>
                <a:cs typeface="Times New Roman" panose="02020603050405020304"/>
              </a:rPr>
              <a:t>(month)</a:t>
            </a:r>
            <a:endParaRPr sz="1200">
              <a:latin typeface="Times New Roman" panose="02020603050405020304"/>
              <a:cs typeface="Times New Roman" panose="02020603050405020304"/>
            </a:endParaRPr>
          </a:p>
          <a:p>
            <a:pPr marL="12700">
              <a:lnSpc>
                <a:spcPts val="1380"/>
              </a:lnSpc>
            </a:pPr>
            <a:r>
              <a:rPr sz="1200" spc="-50" dirty="0">
                <a:latin typeface="Times New Roman" panose="02020603050405020304"/>
                <a:cs typeface="Times New Roman" panose="02020603050405020304"/>
              </a:rPr>
              <a:t>{</a:t>
            </a:r>
            <a:endParaRPr sz="1200">
              <a:latin typeface="Times New Roman" panose="02020603050405020304"/>
              <a:cs typeface="Times New Roman" panose="02020603050405020304"/>
            </a:endParaRPr>
          </a:p>
          <a:p>
            <a:pPr marL="469900">
              <a:lnSpc>
                <a:spcPts val="1380"/>
              </a:lnSpc>
            </a:pPr>
            <a:r>
              <a:rPr sz="1200" dirty="0">
                <a:latin typeface="Times New Roman" panose="02020603050405020304"/>
                <a:cs typeface="Times New Roman" panose="02020603050405020304"/>
              </a:rPr>
              <a:t>case</a:t>
            </a:r>
            <a:r>
              <a:rPr sz="1200" spc="-40" dirty="0">
                <a:latin typeface="Times New Roman" panose="02020603050405020304"/>
                <a:cs typeface="Times New Roman" panose="02020603050405020304"/>
              </a:rPr>
              <a:t> </a:t>
            </a:r>
            <a:r>
              <a:rPr sz="1200" spc="-25" dirty="0">
                <a:latin typeface="Times New Roman" panose="02020603050405020304"/>
                <a:cs typeface="Times New Roman" panose="02020603050405020304"/>
              </a:rPr>
              <a:t>1:</a:t>
            </a:r>
            <a:endParaRPr sz="1200">
              <a:latin typeface="Times New Roman" panose="02020603050405020304"/>
              <a:cs typeface="Times New Roman" panose="02020603050405020304"/>
            </a:endParaRPr>
          </a:p>
          <a:p>
            <a:pPr marL="469900">
              <a:lnSpc>
                <a:spcPts val="1380"/>
              </a:lnSpc>
            </a:pPr>
            <a:r>
              <a:rPr sz="1200" dirty="0">
                <a:latin typeface="Times New Roman" panose="02020603050405020304"/>
                <a:cs typeface="Times New Roman" panose="02020603050405020304"/>
              </a:rPr>
              <a:t>case</a:t>
            </a:r>
            <a:r>
              <a:rPr sz="1200" spc="-40" dirty="0">
                <a:latin typeface="Times New Roman" panose="02020603050405020304"/>
                <a:cs typeface="Times New Roman" panose="02020603050405020304"/>
              </a:rPr>
              <a:t> </a:t>
            </a:r>
            <a:r>
              <a:rPr sz="1200" spc="-25" dirty="0">
                <a:latin typeface="Times New Roman" panose="02020603050405020304"/>
                <a:cs typeface="Times New Roman" panose="02020603050405020304"/>
              </a:rPr>
              <a:t>3:</a:t>
            </a:r>
            <a:endParaRPr sz="1200">
              <a:latin typeface="Times New Roman" panose="02020603050405020304"/>
              <a:cs typeface="Times New Roman" panose="02020603050405020304"/>
            </a:endParaRPr>
          </a:p>
          <a:p>
            <a:pPr marL="469900">
              <a:lnSpc>
                <a:spcPts val="1380"/>
              </a:lnSpc>
            </a:pPr>
            <a:r>
              <a:rPr sz="1200" dirty="0">
                <a:latin typeface="Times New Roman" panose="02020603050405020304"/>
                <a:cs typeface="Times New Roman" panose="02020603050405020304"/>
              </a:rPr>
              <a:t>case</a:t>
            </a:r>
            <a:r>
              <a:rPr sz="1200" spc="-40" dirty="0">
                <a:latin typeface="Times New Roman" panose="02020603050405020304"/>
                <a:cs typeface="Times New Roman" panose="02020603050405020304"/>
              </a:rPr>
              <a:t> </a:t>
            </a:r>
            <a:r>
              <a:rPr sz="1200" spc="-25" dirty="0">
                <a:latin typeface="Times New Roman" panose="02020603050405020304"/>
                <a:cs typeface="Times New Roman" panose="02020603050405020304"/>
              </a:rPr>
              <a:t>5:</a:t>
            </a:r>
            <a:endParaRPr sz="1200">
              <a:latin typeface="Times New Roman" panose="02020603050405020304"/>
              <a:cs typeface="Times New Roman" panose="02020603050405020304"/>
            </a:endParaRPr>
          </a:p>
          <a:p>
            <a:pPr marL="469900">
              <a:lnSpc>
                <a:spcPts val="1380"/>
              </a:lnSpc>
            </a:pPr>
            <a:r>
              <a:rPr sz="1200" dirty="0">
                <a:latin typeface="Times New Roman" panose="02020603050405020304"/>
                <a:cs typeface="Times New Roman" panose="02020603050405020304"/>
              </a:rPr>
              <a:t>case</a:t>
            </a:r>
            <a:r>
              <a:rPr sz="1200" spc="-40" dirty="0">
                <a:latin typeface="Times New Roman" panose="02020603050405020304"/>
                <a:cs typeface="Times New Roman" panose="02020603050405020304"/>
              </a:rPr>
              <a:t> </a:t>
            </a:r>
            <a:r>
              <a:rPr sz="1200" spc="-25" dirty="0">
                <a:latin typeface="Times New Roman" panose="02020603050405020304"/>
                <a:cs typeface="Times New Roman" panose="02020603050405020304"/>
              </a:rPr>
              <a:t>7:</a:t>
            </a:r>
            <a:endParaRPr sz="1200">
              <a:latin typeface="Times New Roman" panose="02020603050405020304"/>
              <a:cs typeface="Times New Roman" panose="02020603050405020304"/>
            </a:endParaRPr>
          </a:p>
          <a:p>
            <a:pPr marL="469900">
              <a:lnSpc>
                <a:spcPts val="1380"/>
              </a:lnSpc>
            </a:pPr>
            <a:r>
              <a:rPr sz="1200" dirty="0">
                <a:latin typeface="Times New Roman" panose="02020603050405020304"/>
                <a:cs typeface="Times New Roman" panose="02020603050405020304"/>
              </a:rPr>
              <a:t>case</a:t>
            </a:r>
            <a:r>
              <a:rPr sz="1200" spc="-40" dirty="0">
                <a:latin typeface="Times New Roman" panose="02020603050405020304"/>
                <a:cs typeface="Times New Roman" panose="02020603050405020304"/>
              </a:rPr>
              <a:t> </a:t>
            </a:r>
            <a:r>
              <a:rPr sz="1200" spc="-25" dirty="0">
                <a:latin typeface="Times New Roman" panose="02020603050405020304"/>
                <a:cs typeface="Times New Roman" panose="02020603050405020304"/>
              </a:rPr>
              <a:t>8:</a:t>
            </a:r>
            <a:endParaRPr sz="1200">
              <a:latin typeface="Times New Roman" panose="02020603050405020304"/>
              <a:cs typeface="Times New Roman" panose="02020603050405020304"/>
            </a:endParaRPr>
          </a:p>
          <a:p>
            <a:pPr marL="469900">
              <a:lnSpc>
                <a:spcPts val="1380"/>
              </a:lnSpc>
            </a:pPr>
            <a:r>
              <a:rPr sz="1200" dirty="0">
                <a:latin typeface="Times New Roman" panose="02020603050405020304"/>
                <a:cs typeface="Times New Roman" panose="02020603050405020304"/>
              </a:rPr>
              <a:t>case</a:t>
            </a:r>
            <a:r>
              <a:rPr sz="1200" spc="-40" dirty="0">
                <a:latin typeface="Times New Roman" panose="02020603050405020304"/>
                <a:cs typeface="Times New Roman" panose="02020603050405020304"/>
              </a:rPr>
              <a:t> </a:t>
            </a:r>
            <a:r>
              <a:rPr sz="1200" spc="-10" dirty="0">
                <a:latin typeface="Times New Roman" panose="02020603050405020304"/>
                <a:cs typeface="Times New Roman" panose="02020603050405020304"/>
              </a:rPr>
              <a:t>10:if(day&lt;31)</a:t>
            </a:r>
            <a:endParaRPr sz="1200">
              <a:latin typeface="Times New Roman" panose="02020603050405020304"/>
              <a:cs typeface="Times New Roman" panose="02020603050405020304"/>
            </a:endParaRPr>
          </a:p>
          <a:p>
            <a:pPr marL="1384300">
              <a:lnSpc>
                <a:spcPts val="1380"/>
              </a:lnSpc>
            </a:pPr>
            <a:r>
              <a:rPr sz="1200" spc="-10" dirty="0">
                <a:latin typeface="Times New Roman" panose="02020603050405020304"/>
                <a:cs typeface="Times New Roman" panose="02020603050405020304"/>
              </a:rPr>
              <a:t>tomm_day=day+1;</a:t>
            </a:r>
            <a:endParaRPr sz="1200">
              <a:latin typeface="Times New Roman" panose="02020603050405020304"/>
              <a:cs typeface="Times New Roman" panose="02020603050405020304"/>
            </a:endParaRPr>
          </a:p>
          <a:p>
            <a:pPr marR="3345815" algn="r">
              <a:lnSpc>
                <a:spcPts val="1380"/>
              </a:lnSpc>
            </a:pPr>
            <a:r>
              <a:rPr sz="1200" spc="-20" dirty="0">
                <a:latin typeface="Times New Roman" panose="02020603050405020304"/>
                <a:cs typeface="Times New Roman" panose="02020603050405020304"/>
              </a:rPr>
              <a:t>else</a:t>
            </a:r>
            <a:endParaRPr sz="1200">
              <a:latin typeface="Times New Roman" panose="02020603050405020304"/>
              <a:cs typeface="Times New Roman" panose="02020603050405020304"/>
            </a:endParaRPr>
          </a:p>
          <a:p>
            <a:pPr marR="3394710" algn="r">
              <a:lnSpc>
                <a:spcPts val="1380"/>
              </a:lnSpc>
            </a:pPr>
            <a:r>
              <a:rPr sz="1200" spc="-50" dirty="0">
                <a:latin typeface="Times New Roman" panose="02020603050405020304"/>
                <a:cs typeface="Times New Roman" panose="02020603050405020304"/>
              </a:rPr>
              <a:t>{</a:t>
            </a:r>
            <a:endParaRPr sz="1200">
              <a:latin typeface="Times New Roman" panose="02020603050405020304"/>
              <a:cs typeface="Times New Roman" panose="02020603050405020304"/>
            </a:endParaRPr>
          </a:p>
          <a:p>
            <a:pPr marL="1384300" marR="1623060">
              <a:lnSpc>
                <a:spcPts val="1380"/>
              </a:lnSpc>
              <a:spcBef>
                <a:spcPts val="70"/>
              </a:spcBef>
            </a:pPr>
            <a:r>
              <a:rPr sz="1200" spc="-10" dirty="0">
                <a:latin typeface="Times New Roman" panose="02020603050405020304"/>
                <a:cs typeface="Times New Roman" panose="02020603050405020304"/>
              </a:rPr>
              <a:t>tomm_day=1; tomm_month=month+1;</a:t>
            </a:r>
            <a:endParaRPr sz="1200">
              <a:latin typeface="Times New Roman" panose="02020603050405020304"/>
              <a:cs typeface="Times New Roman" panose="02020603050405020304"/>
            </a:endParaRPr>
          </a:p>
          <a:p>
            <a:pPr marL="1041400">
              <a:lnSpc>
                <a:spcPts val="1315"/>
              </a:lnSpc>
            </a:pPr>
            <a:r>
              <a:rPr sz="1200" spc="-50" dirty="0">
                <a:latin typeface="Times New Roman" panose="02020603050405020304"/>
                <a:cs typeface="Times New Roman" panose="02020603050405020304"/>
              </a:rPr>
              <a:t>}</a:t>
            </a:r>
            <a:endParaRPr sz="1200">
              <a:latin typeface="Times New Roman" panose="02020603050405020304"/>
              <a:cs typeface="Times New Roman" panose="02020603050405020304"/>
            </a:endParaRPr>
          </a:p>
          <a:p>
            <a:pPr marL="927100">
              <a:lnSpc>
                <a:spcPts val="1380"/>
              </a:lnSpc>
            </a:pPr>
            <a:r>
              <a:rPr sz="1200" spc="-10" dirty="0">
                <a:latin typeface="Times New Roman" panose="02020603050405020304"/>
                <a:cs typeface="Times New Roman" panose="02020603050405020304"/>
              </a:rPr>
              <a:t>break;</a:t>
            </a:r>
            <a:endParaRPr sz="1200">
              <a:latin typeface="Times New Roman" panose="02020603050405020304"/>
              <a:cs typeface="Times New Roman" panose="02020603050405020304"/>
            </a:endParaRPr>
          </a:p>
          <a:p>
            <a:pPr marL="469900">
              <a:lnSpc>
                <a:spcPts val="1380"/>
              </a:lnSpc>
            </a:pPr>
            <a:r>
              <a:rPr sz="1200" dirty="0">
                <a:latin typeface="Times New Roman" panose="02020603050405020304"/>
                <a:cs typeface="Times New Roman" panose="02020603050405020304"/>
              </a:rPr>
              <a:t>case</a:t>
            </a:r>
            <a:r>
              <a:rPr sz="1200" spc="-40" dirty="0">
                <a:latin typeface="Times New Roman" panose="02020603050405020304"/>
                <a:cs typeface="Times New Roman" panose="02020603050405020304"/>
              </a:rPr>
              <a:t> </a:t>
            </a:r>
            <a:r>
              <a:rPr sz="1200" spc="-25" dirty="0">
                <a:latin typeface="Times New Roman" panose="02020603050405020304"/>
                <a:cs typeface="Times New Roman" panose="02020603050405020304"/>
              </a:rPr>
              <a:t>4:</a:t>
            </a:r>
            <a:endParaRPr sz="1200">
              <a:latin typeface="Times New Roman" panose="02020603050405020304"/>
              <a:cs typeface="Times New Roman" panose="02020603050405020304"/>
            </a:endParaRPr>
          </a:p>
          <a:p>
            <a:pPr marL="469900">
              <a:lnSpc>
                <a:spcPts val="1380"/>
              </a:lnSpc>
            </a:pPr>
            <a:r>
              <a:rPr sz="1200" dirty="0">
                <a:latin typeface="Times New Roman" panose="02020603050405020304"/>
                <a:cs typeface="Times New Roman" panose="02020603050405020304"/>
              </a:rPr>
              <a:t>case</a:t>
            </a:r>
            <a:r>
              <a:rPr sz="1200" spc="-40" dirty="0">
                <a:latin typeface="Times New Roman" panose="02020603050405020304"/>
                <a:cs typeface="Times New Roman" panose="02020603050405020304"/>
              </a:rPr>
              <a:t> </a:t>
            </a:r>
            <a:r>
              <a:rPr sz="1200" spc="-25" dirty="0">
                <a:latin typeface="Times New Roman" panose="02020603050405020304"/>
                <a:cs typeface="Times New Roman" panose="02020603050405020304"/>
              </a:rPr>
              <a:t>6:</a:t>
            </a:r>
            <a:endParaRPr sz="1200">
              <a:latin typeface="Times New Roman" panose="02020603050405020304"/>
              <a:cs typeface="Times New Roman" panose="02020603050405020304"/>
            </a:endParaRPr>
          </a:p>
          <a:p>
            <a:pPr marL="469900">
              <a:lnSpc>
                <a:spcPts val="1380"/>
              </a:lnSpc>
            </a:pPr>
            <a:r>
              <a:rPr sz="1200" dirty="0">
                <a:latin typeface="Times New Roman" panose="02020603050405020304"/>
                <a:cs typeface="Times New Roman" panose="02020603050405020304"/>
              </a:rPr>
              <a:t>case</a:t>
            </a:r>
            <a:r>
              <a:rPr sz="1200" spc="-40" dirty="0">
                <a:latin typeface="Times New Roman" panose="02020603050405020304"/>
                <a:cs typeface="Times New Roman" panose="02020603050405020304"/>
              </a:rPr>
              <a:t> </a:t>
            </a:r>
            <a:r>
              <a:rPr sz="1200" spc="-25" dirty="0">
                <a:latin typeface="Times New Roman" panose="02020603050405020304"/>
                <a:cs typeface="Times New Roman" panose="02020603050405020304"/>
              </a:rPr>
              <a:t>9:</a:t>
            </a:r>
            <a:endParaRPr sz="1200">
              <a:latin typeface="Times New Roman" panose="02020603050405020304"/>
              <a:cs typeface="Times New Roman" panose="02020603050405020304"/>
            </a:endParaRPr>
          </a:p>
          <a:p>
            <a:pPr marL="469900">
              <a:lnSpc>
                <a:spcPts val="1380"/>
              </a:lnSpc>
            </a:pPr>
            <a:r>
              <a:rPr sz="1200" dirty="0">
                <a:latin typeface="Times New Roman" panose="02020603050405020304"/>
                <a:cs typeface="Times New Roman" panose="02020603050405020304"/>
              </a:rPr>
              <a:t>case</a:t>
            </a:r>
            <a:r>
              <a:rPr sz="1200" spc="-30" dirty="0">
                <a:latin typeface="Times New Roman" panose="02020603050405020304"/>
                <a:cs typeface="Times New Roman" panose="02020603050405020304"/>
              </a:rPr>
              <a:t> </a:t>
            </a:r>
            <a:r>
              <a:rPr sz="1200" dirty="0">
                <a:latin typeface="Times New Roman" panose="02020603050405020304"/>
                <a:cs typeface="Times New Roman" panose="02020603050405020304"/>
              </a:rPr>
              <a:t>11:</a:t>
            </a:r>
            <a:r>
              <a:rPr sz="1200" spc="-25" dirty="0">
                <a:latin typeface="Times New Roman" panose="02020603050405020304"/>
                <a:cs typeface="Times New Roman" panose="02020603050405020304"/>
              </a:rPr>
              <a:t> </a:t>
            </a:r>
            <a:r>
              <a:rPr sz="1200" spc="-10" dirty="0">
                <a:latin typeface="Times New Roman" panose="02020603050405020304"/>
                <a:cs typeface="Times New Roman" panose="02020603050405020304"/>
              </a:rPr>
              <a:t>if(day&lt;30)</a:t>
            </a:r>
            <a:endParaRPr sz="1200">
              <a:latin typeface="Times New Roman" panose="02020603050405020304"/>
              <a:cs typeface="Times New Roman" panose="02020603050405020304"/>
            </a:endParaRPr>
          </a:p>
          <a:p>
            <a:pPr marL="1384300">
              <a:lnSpc>
                <a:spcPts val="1380"/>
              </a:lnSpc>
            </a:pPr>
            <a:r>
              <a:rPr sz="1200" spc="-10" dirty="0">
                <a:latin typeface="Times New Roman" panose="02020603050405020304"/>
                <a:cs typeface="Times New Roman" panose="02020603050405020304"/>
              </a:rPr>
              <a:t>tomm_day=day+1;</a:t>
            </a:r>
            <a:endParaRPr sz="1200">
              <a:latin typeface="Times New Roman" panose="02020603050405020304"/>
              <a:cs typeface="Times New Roman" panose="02020603050405020304"/>
            </a:endParaRPr>
          </a:p>
          <a:p>
            <a:pPr marR="3307715" algn="r">
              <a:lnSpc>
                <a:spcPts val="1380"/>
              </a:lnSpc>
            </a:pPr>
            <a:r>
              <a:rPr sz="1200" spc="-20" dirty="0">
                <a:latin typeface="Times New Roman" panose="02020603050405020304"/>
                <a:cs typeface="Times New Roman" panose="02020603050405020304"/>
              </a:rPr>
              <a:t>else</a:t>
            </a:r>
            <a:endParaRPr sz="1200">
              <a:latin typeface="Times New Roman" panose="02020603050405020304"/>
              <a:cs typeface="Times New Roman" panose="02020603050405020304"/>
            </a:endParaRPr>
          </a:p>
          <a:p>
            <a:pPr marR="3356610" algn="r">
              <a:lnSpc>
                <a:spcPts val="1380"/>
              </a:lnSpc>
            </a:pPr>
            <a:r>
              <a:rPr sz="1200" spc="-50" dirty="0">
                <a:latin typeface="Times New Roman" panose="02020603050405020304"/>
                <a:cs typeface="Times New Roman" panose="02020603050405020304"/>
              </a:rPr>
              <a:t>{</a:t>
            </a:r>
            <a:endParaRPr sz="1200">
              <a:latin typeface="Times New Roman" panose="02020603050405020304"/>
              <a:cs typeface="Times New Roman" panose="02020603050405020304"/>
            </a:endParaRPr>
          </a:p>
          <a:p>
            <a:pPr marL="1384300" marR="1623060">
              <a:lnSpc>
                <a:spcPts val="1380"/>
              </a:lnSpc>
              <a:spcBef>
                <a:spcPts val="65"/>
              </a:spcBef>
            </a:pPr>
            <a:r>
              <a:rPr sz="1200" spc="-10" dirty="0">
                <a:latin typeface="Times New Roman" panose="02020603050405020304"/>
                <a:cs typeface="Times New Roman" panose="02020603050405020304"/>
              </a:rPr>
              <a:t>tomm_day=1; tomm_month=month+1;</a:t>
            </a:r>
            <a:endParaRPr sz="1200">
              <a:latin typeface="Times New Roman" panose="02020603050405020304"/>
              <a:cs typeface="Times New Roman" panose="02020603050405020304"/>
            </a:endParaRPr>
          </a:p>
          <a:p>
            <a:pPr marR="2277110" algn="ctr">
              <a:lnSpc>
                <a:spcPts val="1315"/>
              </a:lnSpc>
            </a:pPr>
            <a:r>
              <a:rPr sz="1200" spc="-50" dirty="0">
                <a:latin typeface="Times New Roman" panose="02020603050405020304"/>
                <a:cs typeface="Times New Roman" panose="02020603050405020304"/>
              </a:rPr>
              <a:t>}</a:t>
            </a:r>
            <a:endParaRPr sz="1200">
              <a:latin typeface="Times New Roman" panose="02020603050405020304"/>
              <a:cs typeface="Times New Roman" panose="02020603050405020304"/>
            </a:endParaRPr>
          </a:p>
          <a:p>
            <a:pPr marR="2275840" algn="ctr">
              <a:lnSpc>
                <a:spcPts val="1410"/>
              </a:lnSpc>
            </a:pPr>
            <a:r>
              <a:rPr sz="1200" spc="-10" dirty="0">
                <a:latin typeface="Times New Roman" panose="02020603050405020304"/>
                <a:cs typeface="Times New Roman" panose="02020603050405020304"/>
              </a:rPr>
              <a:t>break;</a:t>
            </a:r>
            <a:endParaRPr sz="1200">
              <a:latin typeface="Times New Roman" panose="02020603050405020304"/>
              <a:cs typeface="Times New Roman" panose="02020603050405020304"/>
            </a:endParaRPr>
          </a:p>
          <a:p>
            <a:pPr marL="469900">
              <a:lnSpc>
                <a:spcPts val="1410"/>
              </a:lnSpc>
              <a:spcBef>
                <a:spcPts val="1320"/>
              </a:spcBef>
            </a:pPr>
            <a:r>
              <a:rPr sz="1200" dirty="0">
                <a:latin typeface="Times New Roman" panose="02020603050405020304"/>
                <a:cs typeface="Times New Roman" panose="02020603050405020304"/>
              </a:rPr>
              <a:t>case</a:t>
            </a:r>
            <a:r>
              <a:rPr sz="1200" spc="-30" dirty="0">
                <a:latin typeface="Times New Roman" panose="02020603050405020304"/>
                <a:cs typeface="Times New Roman" panose="02020603050405020304"/>
              </a:rPr>
              <a:t> </a:t>
            </a:r>
            <a:r>
              <a:rPr sz="1200" dirty="0">
                <a:latin typeface="Times New Roman" panose="02020603050405020304"/>
                <a:cs typeface="Times New Roman" panose="02020603050405020304"/>
              </a:rPr>
              <a:t>12:</a:t>
            </a:r>
            <a:r>
              <a:rPr sz="1200" spc="-25" dirty="0">
                <a:latin typeface="Times New Roman" panose="02020603050405020304"/>
                <a:cs typeface="Times New Roman" panose="02020603050405020304"/>
              </a:rPr>
              <a:t> </a:t>
            </a:r>
            <a:r>
              <a:rPr sz="1200" spc="-10" dirty="0">
                <a:latin typeface="Times New Roman" panose="02020603050405020304"/>
                <a:cs typeface="Times New Roman" panose="02020603050405020304"/>
              </a:rPr>
              <a:t>if(day&lt;31)</a:t>
            </a:r>
            <a:endParaRPr sz="1200">
              <a:latin typeface="Times New Roman" panose="02020603050405020304"/>
              <a:cs typeface="Times New Roman" panose="02020603050405020304"/>
            </a:endParaRPr>
          </a:p>
          <a:p>
            <a:pPr marL="1384300">
              <a:lnSpc>
                <a:spcPts val="1380"/>
              </a:lnSpc>
            </a:pPr>
            <a:r>
              <a:rPr sz="1200" spc="-10" dirty="0">
                <a:latin typeface="Times New Roman" panose="02020603050405020304"/>
                <a:cs typeface="Times New Roman" panose="02020603050405020304"/>
              </a:rPr>
              <a:t>tomm_day=day+1;</a:t>
            </a:r>
            <a:endParaRPr sz="1200">
              <a:latin typeface="Times New Roman" panose="02020603050405020304"/>
              <a:cs typeface="Times New Roman" panose="02020603050405020304"/>
            </a:endParaRPr>
          </a:p>
          <a:p>
            <a:pPr marR="3345815" algn="r">
              <a:lnSpc>
                <a:spcPts val="1380"/>
              </a:lnSpc>
            </a:pPr>
            <a:r>
              <a:rPr sz="1200" spc="-20" dirty="0">
                <a:latin typeface="Times New Roman" panose="02020603050405020304"/>
                <a:cs typeface="Times New Roman" panose="02020603050405020304"/>
              </a:rPr>
              <a:t>else</a:t>
            </a:r>
            <a:endParaRPr sz="1200">
              <a:latin typeface="Times New Roman" panose="02020603050405020304"/>
              <a:cs typeface="Times New Roman" panose="02020603050405020304"/>
            </a:endParaRPr>
          </a:p>
          <a:p>
            <a:pPr marR="3394710" algn="r">
              <a:lnSpc>
                <a:spcPts val="1380"/>
              </a:lnSpc>
            </a:pPr>
            <a:r>
              <a:rPr sz="1200" spc="-50" dirty="0">
                <a:latin typeface="Times New Roman" panose="02020603050405020304"/>
                <a:cs typeface="Times New Roman" panose="02020603050405020304"/>
              </a:rPr>
              <a:t>{</a:t>
            </a:r>
            <a:endParaRPr sz="1200">
              <a:latin typeface="Times New Roman" panose="02020603050405020304"/>
              <a:cs typeface="Times New Roman" panose="02020603050405020304"/>
            </a:endParaRPr>
          </a:p>
          <a:p>
            <a:pPr marL="1384300" marR="2098040">
              <a:lnSpc>
                <a:spcPts val="1380"/>
              </a:lnSpc>
              <a:spcBef>
                <a:spcPts val="65"/>
              </a:spcBef>
            </a:pPr>
            <a:r>
              <a:rPr sz="1200" spc="-10" dirty="0">
                <a:latin typeface="Times New Roman" panose="02020603050405020304"/>
                <a:cs typeface="Times New Roman" panose="02020603050405020304"/>
              </a:rPr>
              <a:t>tomm_day=1; tomm_month=1;</a:t>
            </a:r>
            <a:endParaRPr sz="1200">
              <a:latin typeface="Times New Roman" panose="02020603050405020304"/>
              <a:cs typeface="Times New Roman" panose="02020603050405020304"/>
            </a:endParaRPr>
          </a:p>
        </p:txBody>
      </p:sp>
      <p:sp>
        <p:nvSpPr>
          <p:cNvPr id="7" name="object 7"/>
          <p:cNvSpPr txBox="1">
            <a:spLocks noGrp="1"/>
          </p:cNvSpPr>
          <p:nvPr>
            <p:ph type="ftr" sz="quarter" idx="5"/>
          </p:nvPr>
        </p:nvSpPr>
        <p:spPr>
          <a:prstGeom prst="rect">
            <a:avLst/>
          </a:prstGeom>
        </p:spPr>
        <p:txBody>
          <a:bodyPr vert="horz" wrap="square" lIns="0" tIns="5080" rIns="0" bIns="0" rtlCol="0">
            <a:spAutoFit/>
          </a:bodyPr>
          <a:lstStyle/>
          <a:p>
            <a:pPr marL="279400">
              <a:lnSpc>
                <a:spcPct val="100000"/>
              </a:lnSpc>
              <a:spcBef>
                <a:spcPts val="40"/>
              </a:spcBef>
            </a:pPr>
            <a:r>
              <a:rPr dirty="0"/>
              <a:t>Dept.</a:t>
            </a:r>
            <a:r>
              <a:rPr spc="-15" dirty="0"/>
              <a:t> </a:t>
            </a:r>
            <a:r>
              <a:rPr dirty="0"/>
              <a:t>of</a:t>
            </a:r>
            <a:r>
              <a:rPr spc="-25" dirty="0"/>
              <a:t> ISE</a:t>
            </a:r>
            <a:endParaRPr spc="-25" dirty="0"/>
          </a:p>
        </p:txBody>
      </p:sp>
      <p:sp>
        <p:nvSpPr>
          <p:cNvPr id="8" name="object 8"/>
          <p:cNvSpPr txBox="1">
            <a:spLocks noGrp="1"/>
          </p:cNvSpPr>
          <p:nvPr>
            <p:ph type="sldNum" sz="quarter" idx="7"/>
          </p:nvPr>
        </p:nvSpPr>
        <p:spPr>
          <a:prstGeom prst="rect">
            <a:avLst/>
          </a:prstGeom>
        </p:spPr>
        <p:txBody>
          <a:bodyPr vert="horz" wrap="square" lIns="0" tIns="5080" rIns="0" bIns="0" rtlCol="0">
            <a:spAutoFit/>
          </a:bodyPr>
          <a:lstStyle/>
          <a:p>
            <a:pPr marL="52070">
              <a:lnSpc>
                <a:spcPct val="100000"/>
              </a:lnSpc>
              <a:spcBef>
                <a:spcPts val="40"/>
              </a:spcBef>
            </a:pPr>
            <a:r>
              <a:rPr dirty="0"/>
              <a:t>Page</a:t>
            </a:r>
            <a:r>
              <a:rPr spc="-30" dirty="0"/>
              <a:t> </a:t>
            </a:r>
            <a:r>
              <a:rPr spc="-25" dirty="0"/>
              <a:t>38</a:t>
            </a:r>
            <a:endParaRPr spc="-2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40104" y="438403"/>
            <a:ext cx="140144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Cambria" panose="02040503050406030204"/>
                <a:cs typeface="Cambria" panose="02040503050406030204"/>
              </a:rPr>
              <a:t>Software</a:t>
            </a:r>
            <a:r>
              <a:rPr sz="1200" spc="-15" dirty="0">
                <a:latin typeface="Cambria" panose="02040503050406030204"/>
                <a:cs typeface="Cambria" panose="02040503050406030204"/>
              </a:rPr>
              <a:t> </a:t>
            </a:r>
            <a:r>
              <a:rPr sz="1200" dirty="0">
                <a:latin typeface="Cambria" panose="02040503050406030204"/>
                <a:cs typeface="Cambria" panose="02040503050406030204"/>
              </a:rPr>
              <a:t>Testing</a:t>
            </a:r>
            <a:r>
              <a:rPr sz="1200" spc="-15" dirty="0">
                <a:latin typeface="Cambria" panose="02040503050406030204"/>
                <a:cs typeface="Cambria" panose="02040503050406030204"/>
              </a:rPr>
              <a:t> </a:t>
            </a:r>
            <a:r>
              <a:rPr sz="1200" spc="-25" dirty="0">
                <a:latin typeface="Cambria" panose="02040503050406030204"/>
                <a:cs typeface="Cambria" panose="02040503050406030204"/>
              </a:rPr>
              <a:t>Lab</a:t>
            </a:r>
            <a:endParaRPr sz="1200">
              <a:latin typeface="Cambria" panose="02040503050406030204"/>
              <a:cs typeface="Cambria" panose="02040503050406030204"/>
            </a:endParaRPr>
          </a:p>
        </p:txBody>
      </p:sp>
      <p:sp>
        <p:nvSpPr>
          <p:cNvPr id="3" name="object 3"/>
          <p:cNvSpPr txBox="1"/>
          <p:nvPr/>
        </p:nvSpPr>
        <p:spPr>
          <a:xfrm>
            <a:off x="6450329" y="438403"/>
            <a:ext cx="289560"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Cambria" panose="02040503050406030204"/>
                <a:cs typeface="Cambria" panose="02040503050406030204"/>
              </a:rPr>
              <a:t>MIT</a:t>
            </a:r>
            <a:endParaRPr sz="1200">
              <a:latin typeface="Cambria" panose="02040503050406030204"/>
              <a:cs typeface="Cambria" panose="02040503050406030204"/>
            </a:endParaRPr>
          </a:p>
        </p:txBody>
      </p:sp>
      <p:sp>
        <p:nvSpPr>
          <p:cNvPr id="4" name="object 4"/>
          <p:cNvSpPr/>
          <p:nvPr/>
        </p:nvSpPr>
        <p:spPr>
          <a:xfrm>
            <a:off x="934516" y="676655"/>
            <a:ext cx="5691505" cy="56515"/>
          </a:xfrm>
          <a:custGeom>
            <a:avLst/>
            <a:gdLst/>
            <a:ahLst/>
            <a:cxnLst/>
            <a:rect l="l" t="t" r="r" b="b"/>
            <a:pathLst>
              <a:path w="5691505" h="56515">
                <a:moveTo>
                  <a:pt x="5691492" y="18288"/>
                </a:moveTo>
                <a:lnTo>
                  <a:pt x="0" y="18288"/>
                </a:lnTo>
                <a:lnTo>
                  <a:pt x="0" y="56388"/>
                </a:lnTo>
                <a:lnTo>
                  <a:pt x="5691492" y="56388"/>
                </a:lnTo>
                <a:lnTo>
                  <a:pt x="5691492" y="18288"/>
                </a:lnTo>
                <a:close/>
              </a:path>
              <a:path w="5691505" h="56515">
                <a:moveTo>
                  <a:pt x="5691492" y="0"/>
                </a:moveTo>
                <a:lnTo>
                  <a:pt x="0" y="0"/>
                </a:lnTo>
                <a:lnTo>
                  <a:pt x="0" y="9144"/>
                </a:lnTo>
                <a:lnTo>
                  <a:pt x="5691492" y="9144"/>
                </a:lnTo>
                <a:lnTo>
                  <a:pt x="5691492" y="0"/>
                </a:lnTo>
                <a:close/>
              </a:path>
            </a:pathLst>
          </a:custGeom>
          <a:solidFill>
            <a:srgbClr val="612322"/>
          </a:solidFill>
        </p:spPr>
        <p:txBody>
          <a:bodyPr wrap="square" lIns="0" tIns="0" rIns="0" bIns="0" rtlCol="0"/>
          <a:lstStyle/>
          <a:p/>
        </p:txBody>
      </p:sp>
      <p:sp>
        <p:nvSpPr>
          <p:cNvPr id="5" name="object 5"/>
          <p:cNvSpPr/>
          <p:nvPr/>
        </p:nvSpPr>
        <p:spPr>
          <a:xfrm>
            <a:off x="934516" y="9963911"/>
            <a:ext cx="5691505" cy="56515"/>
          </a:xfrm>
          <a:custGeom>
            <a:avLst/>
            <a:gdLst/>
            <a:ahLst/>
            <a:cxnLst/>
            <a:rect l="l" t="t" r="r" b="b"/>
            <a:pathLst>
              <a:path w="5691505" h="56515">
                <a:moveTo>
                  <a:pt x="5691492" y="47256"/>
                </a:moveTo>
                <a:lnTo>
                  <a:pt x="0" y="47256"/>
                </a:lnTo>
                <a:lnTo>
                  <a:pt x="0" y="56388"/>
                </a:lnTo>
                <a:lnTo>
                  <a:pt x="5691492" y="56388"/>
                </a:lnTo>
                <a:lnTo>
                  <a:pt x="5691492" y="47256"/>
                </a:lnTo>
                <a:close/>
              </a:path>
              <a:path w="5691505" h="56515">
                <a:moveTo>
                  <a:pt x="5691492" y="0"/>
                </a:moveTo>
                <a:lnTo>
                  <a:pt x="0" y="0"/>
                </a:lnTo>
                <a:lnTo>
                  <a:pt x="0" y="38100"/>
                </a:lnTo>
                <a:lnTo>
                  <a:pt x="5691492" y="38100"/>
                </a:lnTo>
                <a:lnTo>
                  <a:pt x="5691492" y="0"/>
                </a:lnTo>
                <a:close/>
              </a:path>
            </a:pathLst>
          </a:custGeom>
          <a:solidFill>
            <a:srgbClr val="612322"/>
          </a:solidFill>
        </p:spPr>
        <p:txBody>
          <a:bodyPr wrap="square" lIns="0" tIns="0" rIns="0" bIns="0" rtlCol="0"/>
          <a:lstStyle/>
          <a:p/>
        </p:txBody>
      </p:sp>
      <p:sp>
        <p:nvSpPr>
          <p:cNvPr id="6" name="object 6"/>
          <p:cNvSpPr txBox="1"/>
          <p:nvPr/>
        </p:nvSpPr>
        <p:spPr>
          <a:xfrm>
            <a:off x="1397253" y="705103"/>
            <a:ext cx="4586605" cy="4064635"/>
          </a:xfrm>
          <a:prstGeom prst="rect">
            <a:avLst/>
          </a:prstGeom>
        </p:spPr>
        <p:txBody>
          <a:bodyPr vert="horz" wrap="square" lIns="0" tIns="12700" rIns="0" bIns="0" rtlCol="0">
            <a:spAutoFit/>
          </a:bodyPr>
          <a:lstStyle/>
          <a:p>
            <a:pPr marL="1384300">
              <a:lnSpc>
                <a:spcPts val="1410"/>
              </a:lnSpc>
              <a:spcBef>
                <a:spcPts val="100"/>
              </a:spcBef>
            </a:pPr>
            <a:r>
              <a:rPr sz="1200" spc="-10" dirty="0">
                <a:latin typeface="Times New Roman" panose="02020603050405020304"/>
                <a:cs typeface="Times New Roman" panose="02020603050405020304"/>
              </a:rPr>
              <a:t>if(year==2013)</a:t>
            </a:r>
            <a:endParaRPr sz="1200">
              <a:latin typeface="Times New Roman" panose="02020603050405020304"/>
              <a:cs typeface="Times New Roman" panose="02020603050405020304"/>
            </a:endParaRPr>
          </a:p>
          <a:p>
            <a:pPr marL="1460500">
              <a:lnSpc>
                <a:spcPts val="1380"/>
              </a:lnSpc>
            </a:pPr>
            <a:r>
              <a:rPr sz="1200" spc="-50" dirty="0">
                <a:latin typeface="Times New Roman" panose="02020603050405020304"/>
                <a:cs typeface="Times New Roman" panose="02020603050405020304"/>
              </a:rPr>
              <a:t>{</a:t>
            </a:r>
            <a:endParaRPr sz="1200">
              <a:latin typeface="Times New Roman" panose="02020603050405020304"/>
              <a:cs typeface="Times New Roman" panose="02020603050405020304"/>
            </a:endParaRPr>
          </a:p>
          <a:p>
            <a:pPr marL="1574800" marR="5080" indent="-457200">
              <a:lnSpc>
                <a:spcPts val="1380"/>
              </a:lnSpc>
              <a:spcBef>
                <a:spcPts val="65"/>
              </a:spcBef>
            </a:pPr>
            <a:r>
              <a:rPr sz="1200" dirty="0">
                <a:latin typeface="Times New Roman" panose="02020603050405020304"/>
                <a:cs typeface="Times New Roman" panose="02020603050405020304"/>
              </a:rPr>
              <a:t>printf("the</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next</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day</a:t>
            </a:r>
            <a:r>
              <a:rPr sz="1200" spc="-40" dirty="0">
                <a:latin typeface="Times New Roman" panose="02020603050405020304"/>
                <a:cs typeface="Times New Roman" panose="02020603050405020304"/>
              </a:rPr>
              <a:t> </a:t>
            </a:r>
            <a:r>
              <a:rPr sz="1200" dirty="0">
                <a:latin typeface="Times New Roman" panose="02020603050405020304"/>
                <a:cs typeface="Times New Roman" panose="02020603050405020304"/>
              </a:rPr>
              <a:t>is</a:t>
            </a:r>
            <a:r>
              <a:rPr sz="1200" spc="-10" dirty="0">
                <a:latin typeface="Times New Roman" panose="02020603050405020304"/>
                <a:cs typeface="Times New Roman" panose="02020603050405020304"/>
              </a:rPr>
              <a:t> </a:t>
            </a:r>
            <a:r>
              <a:rPr sz="1200" dirty="0">
                <a:latin typeface="Times New Roman" panose="02020603050405020304"/>
                <a:cs typeface="Times New Roman" panose="02020603050405020304"/>
              </a:rPr>
              <a:t>out</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of</a:t>
            </a:r>
            <a:r>
              <a:rPr sz="1200" spc="-25" dirty="0">
                <a:latin typeface="Times New Roman" panose="02020603050405020304"/>
                <a:cs typeface="Times New Roman" panose="02020603050405020304"/>
              </a:rPr>
              <a:t> </a:t>
            </a:r>
            <a:r>
              <a:rPr sz="1200" dirty="0">
                <a:latin typeface="Times New Roman" panose="02020603050405020304"/>
                <a:cs typeface="Times New Roman" panose="02020603050405020304"/>
              </a:rPr>
              <a:t>boundary</a:t>
            </a:r>
            <a:r>
              <a:rPr sz="1200" spc="-40" dirty="0">
                <a:latin typeface="Times New Roman" panose="02020603050405020304"/>
                <a:cs typeface="Times New Roman" panose="02020603050405020304"/>
              </a:rPr>
              <a:t> </a:t>
            </a:r>
            <a:r>
              <a:rPr sz="1200" dirty="0">
                <a:latin typeface="Times New Roman" panose="02020603050405020304"/>
                <a:cs typeface="Times New Roman" panose="02020603050405020304"/>
              </a:rPr>
              <a:t>value</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of</a:t>
            </a:r>
            <a:r>
              <a:rPr sz="1200" spc="-5" dirty="0">
                <a:latin typeface="Times New Roman" panose="02020603050405020304"/>
                <a:cs typeface="Times New Roman" panose="02020603050405020304"/>
              </a:rPr>
              <a:t> </a:t>
            </a:r>
            <a:r>
              <a:rPr sz="1200" spc="-10" dirty="0">
                <a:latin typeface="Times New Roman" panose="02020603050405020304"/>
                <a:cs typeface="Times New Roman" panose="02020603050405020304"/>
              </a:rPr>
              <a:t>year\n"); tomm_year=year+1;</a:t>
            </a:r>
            <a:endParaRPr sz="1200">
              <a:latin typeface="Times New Roman" panose="02020603050405020304"/>
              <a:cs typeface="Times New Roman" panose="02020603050405020304"/>
            </a:endParaRPr>
          </a:p>
          <a:p>
            <a:pPr marL="1460500">
              <a:lnSpc>
                <a:spcPts val="1315"/>
              </a:lnSpc>
            </a:pPr>
            <a:r>
              <a:rPr sz="1200" spc="-50" dirty="0">
                <a:latin typeface="Times New Roman" panose="02020603050405020304"/>
                <a:cs typeface="Times New Roman" panose="02020603050405020304"/>
              </a:rPr>
              <a:t>}</a:t>
            </a:r>
            <a:endParaRPr sz="1200">
              <a:latin typeface="Times New Roman" panose="02020603050405020304"/>
              <a:cs typeface="Times New Roman" panose="02020603050405020304"/>
            </a:endParaRPr>
          </a:p>
          <a:p>
            <a:pPr marL="1384300">
              <a:lnSpc>
                <a:spcPts val="1380"/>
              </a:lnSpc>
            </a:pPr>
            <a:r>
              <a:rPr sz="1200" spc="-20" dirty="0">
                <a:latin typeface="Times New Roman" panose="02020603050405020304"/>
                <a:cs typeface="Times New Roman" panose="02020603050405020304"/>
              </a:rPr>
              <a:t>else</a:t>
            </a:r>
            <a:endParaRPr sz="1200">
              <a:latin typeface="Times New Roman" panose="02020603050405020304"/>
              <a:cs typeface="Times New Roman" panose="02020603050405020304"/>
            </a:endParaRPr>
          </a:p>
          <a:p>
            <a:pPr marL="1536700">
              <a:lnSpc>
                <a:spcPts val="1380"/>
              </a:lnSpc>
            </a:pPr>
            <a:r>
              <a:rPr sz="1200" spc="-10" dirty="0">
                <a:latin typeface="Times New Roman" panose="02020603050405020304"/>
                <a:cs typeface="Times New Roman" panose="02020603050405020304"/>
              </a:rPr>
              <a:t>tomm_year=year+1;</a:t>
            </a:r>
            <a:endParaRPr sz="1200">
              <a:latin typeface="Times New Roman" panose="02020603050405020304"/>
              <a:cs typeface="Times New Roman" panose="02020603050405020304"/>
            </a:endParaRPr>
          </a:p>
          <a:p>
            <a:pPr marL="1041400">
              <a:lnSpc>
                <a:spcPts val="1380"/>
              </a:lnSpc>
            </a:pPr>
            <a:r>
              <a:rPr sz="1200" spc="-50" dirty="0">
                <a:latin typeface="Times New Roman" panose="02020603050405020304"/>
                <a:cs typeface="Times New Roman" panose="02020603050405020304"/>
              </a:rPr>
              <a:t>}</a:t>
            </a:r>
            <a:endParaRPr sz="1200">
              <a:latin typeface="Times New Roman" panose="02020603050405020304"/>
              <a:cs typeface="Times New Roman" panose="02020603050405020304"/>
            </a:endParaRPr>
          </a:p>
          <a:p>
            <a:pPr marL="927100">
              <a:lnSpc>
                <a:spcPts val="1380"/>
              </a:lnSpc>
            </a:pPr>
            <a:r>
              <a:rPr sz="1200" spc="-10" dirty="0">
                <a:latin typeface="Times New Roman" panose="02020603050405020304"/>
                <a:cs typeface="Times New Roman" panose="02020603050405020304"/>
              </a:rPr>
              <a:t>break;</a:t>
            </a:r>
            <a:endParaRPr sz="1200">
              <a:latin typeface="Times New Roman" panose="02020603050405020304"/>
              <a:cs typeface="Times New Roman" panose="02020603050405020304"/>
            </a:endParaRPr>
          </a:p>
          <a:p>
            <a:pPr marL="469900">
              <a:lnSpc>
                <a:spcPts val="1380"/>
              </a:lnSpc>
            </a:pPr>
            <a:r>
              <a:rPr sz="1200" dirty="0">
                <a:latin typeface="Times New Roman" panose="02020603050405020304"/>
                <a:cs typeface="Times New Roman" panose="02020603050405020304"/>
              </a:rPr>
              <a:t>case</a:t>
            </a:r>
            <a:r>
              <a:rPr sz="1200" spc="-40" dirty="0">
                <a:latin typeface="Times New Roman" panose="02020603050405020304"/>
                <a:cs typeface="Times New Roman" panose="02020603050405020304"/>
              </a:rPr>
              <a:t> </a:t>
            </a:r>
            <a:r>
              <a:rPr sz="1200" spc="-25" dirty="0">
                <a:latin typeface="Times New Roman" panose="02020603050405020304"/>
                <a:cs typeface="Times New Roman" panose="02020603050405020304"/>
              </a:rPr>
              <a:t>2:</a:t>
            </a:r>
            <a:endParaRPr sz="1200">
              <a:latin typeface="Times New Roman" panose="02020603050405020304"/>
              <a:cs typeface="Times New Roman" panose="02020603050405020304"/>
            </a:endParaRPr>
          </a:p>
          <a:p>
            <a:pPr marL="927100">
              <a:lnSpc>
                <a:spcPts val="1380"/>
              </a:lnSpc>
            </a:pPr>
            <a:r>
              <a:rPr sz="1200" spc="-10" dirty="0">
                <a:latin typeface="Times New Roman" panose="02020603050405020304"/>
                <a:cs typeface="Times New Roman" panose="02020603050405020304"/>
              </a:rPr>
              <a:t>if(day&lt;28)</a:t>
            </a:r>
            <a:endParaRPr sz="1200">
              <a:latin typeface="Times New Roman" panose="02020603050405020304"/>
              <a:cs typeface="Times New Roman" panose="02020603050405020304"/>
            </a:endParaRPr>
          </a:p>
          <a:p>
            <a:pPr marL="1384300">
              <a:lnSpc>
                <a:spcPts val="1380"/>
              </a:lnSpc>
            </a:pPr>
            <a:r>
              <a:rPr sz="1200" spc="-10" dirty="0">
                <a:latin typeface="Times New Roman" panose="02020603050405020304"/>
                <a:cs typeface="Times New Roman" panose="02020603050405020304"/>
              </a:rPr>
              <a:t>tomm_day=day+1;</a:t>
            </a:r>
            <a:endParaRPr sz="1200">
              <a:latin typeface="Times New Roman" panose="02020603050405020304"/>
              <a:cs typeface="Times New Roman" panose="02020603050405020304"/>
            </a:endParaRPr>
          </a:p>
          <a:p>
            <a:pPr marL="927100">
              <a:lnSpc>
                <a:spcPts val="1380"/>
              </a:lnSpc>
            </a:pPr>
            <a:r>
              <a:rPr sz="1200" dirty="0">
                <a:latin typeface="Times New Roman" panose="02020603050405020304"/>
                <a:cs typeface="Times New Roman" panose="02020603050405020304"/>
              </a:rPr>
              <a:t>else</a:t>
            </a:r>
            <a:r>
              <a:rPr sz="1200" spc="15" dirty="0">
                <a:latin typeface="Times New Roman" panose="02020603050405020304"/>
                <a:cs typeface="Times New Roman" panose="02020603050405020304"/>
              </a:rPr>
              <a:t> </a:t>
            </a:r>
            <a:r>
              <a:rPr sz="1200" spc="-10" dirty="0">
                <a:latin typeface="Times New Roman" panose="02020603050405020304"/>
                <a:cs typeface="Times New Roman" panose="02020603050405020304"/>
              </a:rPr>
              <a:t>if(isleap(year)&amp;&amp;</a:t>
            </a:r>
            <a:r>
              <a:rPr sz="1200" spc="10" dirty="0">
                <a:latin typeface="Times New Roman" panose="02020603050405020304"/>
                <a:cs typeface="Times New Roman" panose="02020603050405020304"/>
              </a:rPr>
              <a:t> </a:t>
            </a:r>
            <a:r>
              <a:rPr sz="1200" spc="-10" dirty="0">
                <a:latin typeface="Times New Roman" panose="02020603050405020304"/>
                <a:cs typeface="Times New Roman" panose="02020603050405020304"/>
              </a:rPr>
              <a:t>day==28)</a:t>
            </a:r>
            <a:endParaRPr sz="1200">
              <a:latin typeface="Times New Roman" panose="02020603050405020304"/>
              <a:cs typeface="Times New Roman" panose="02020603050405020304"/>
            </a:endParaRPr>
          </a:p>
          <a:p>
            <a:pPr marL="965200" marR="1576070" indent="876300">
              <a:lnSpc>
                <a:spcPts val="1380"/>
              </a:lnSpc>
              <a:spcBef>
                <a:spcPts val="65"/>
              </a:spcBef>
            </a:pPr>
            <a:r>
              <a:rPr sz="1200" spc="-10" dirty="0">
                <a:latin typeface="Times New Roman" panose="02020603050405020304"/>
                <a:cs typeface="Times New Roman" panose="02020603050405020304"/>
              </a:rPr>
              <a:t>tomm_day=day+1; </a:t>
            </a:r>
            <a:r>
              <a:rPr sz="1200" dirty="0">
                <a:latin typeface="Times New Roman" panose="02020603050405020304"/>
                <a:cs typeface="Times New Roman" panose="02020603050405020304"/>
              </a:rPr>
              <a:t>else</a:t>
            </a:r>
            <a:r>
              <a:rPr sz="1200" spc="-25" dirty="0">
                <a:latin typeface="Times New Roman" panose="02020603050405020304"/>
                <a:cs typeface="Times New Roman" panose="02020603050405020304"/>
              </a:rPr>
              <a:t> </a:t>
            </a:r>
            <a:r>
              <a:rPr sz="1200" dirty="0">
                <a:latin typeface="Times New Roman" panose="02020603050405020304"/>
                <a:cs typeface="Times New Roman" panose="02020603050405020304"/>
              </a:rPr>
              <a:t>if(day==28</a:t>
            </a:r>
            <a:r>
              <a:rPr sz="1200" spc="-5" dirty="0">
                <a:latin typeface="Times New Roman" panose="02020603050405020304"/>
                <a:cs typeface="Times New Roman" panose="02020603050405020304"/>
              </a:rPr>
              <a:t> </a:t>
            </a:r>
            <a:r>
              <a:rPr sz="1200" dirty="0">
                <a:latin typeface="Times New Roman" panose="02020603050405020304"/>
                <a:cs typeface="Times New Roman" panose="02020603050405020304"/>
              </a:rPr>
              <a:t>||</a:t>
            </a:r>
            <a:r>
              <a:rPr sz="1200" spc="-35" dirty="0">
                <a:latin typeface="Times New Roman" panose="02020603050405020304"/>
                <a:cs typeface="Times New Roman" panose="02020603050405020304"/>
              </a:rPr>
              <a:t> </a:t>
            </a:r>
            <a:r>
              <a:rPr sz="1200" spc="-10" dirty="0">
                <a:latin typeface="Times New Roman" panose="02020603050405020304"/>
                <a:cs typeface="Times New Roman" panose="02020603050405020304"/>
              </a:rPr>
              <a:t>day==29)</a:t>
            </a:r>
            <a:endParaRPr sz="1200">
              <a:latin typeface="Times New Roman" panose="02020603050405020304"/>
              <a:cs typeface="Times New Roman" panose="02020603050405020304"/>
            </a:endParaRPr>
          </a:p>
          <a:p>
            <a:pPr marL="1384300">
              <a:lnSpc>
                <a:spcPts val="1315"/>
              </a:lnSpc>
            </a:pPr>
            <a:r>
              <a:rPr sz="1200" spc="-50" dirty="0">
                <a:latin typeface="Times New Roman" panose="02020603050405020304"/>
                <a:cs typeface="Times New Roman" panose="02020603050405020304"/>
              </a:rPr>
              <a:t>{</a:t>
            </a:r>
            <a:endParaRPr sz="1200">
              <a:latin typeface="Times New Roman" panose="02020603050405020304"/>
              <a:cs typeface="Times New Roman" panose="02020603050405020304"/>
            </a:endParaRPr>
          </a:p>
          <a:p>
            <a:pPr marL="1460500" marR="2090420">
              <a:lnSpc>
                <a:spcPts val="1380"/>
              </a:lnSpc>
              <a:spcBef>
                <a:spcPts val="70"/>
              </a:spcBef>
            </a:pPr>
            <a:r>
              <a:rPr sz="1200" spc="-10" dirty="0">
                <a:latin typeface="Times New Roman" panose="02020603050405020304"/>
                <a:cs typeface="Times New Roman" panose="02020603050405020304"/>
              </a:rPr>
              <a:t>tomm_day=1; tomm_month=3;</a:t>
            </a:r>
            <a:endParaRPr sz="1200">
              <a:latin typeface="Times New Roman" panose="02020603050405020304"/>
              <a:cs typeface="Times New Roman" panose="02020603050405020304"/>
            </a:endParaRPr>
          </a:p>
          <a:p>
            <a:pPr marL="1384300">
              <a:lnSpc>
                <a:spcPts val="1315"/>
              </a:lnSpc>
            </a:pPr>
            <a:r>
              <a:rPr sz="1200" spc="-50" dirty="0">
                <a:latin typeface="Times New Roman" panose="02020603050405020304"/>
                <a:cs typeface="Times New Roman" panose="02020603050405020304"/>
              </a:rPr>
              <a:t>}</a:t>
            </a:r>
            <a:endParaRPr sz="1200">
              <a:latin typeface="Times New Roman" panose="02020603050405020304"/>
              <a:cs typeface="Times New Roman" panose="02020603050405020304"/>
            </a:endParaRPr>
          </a:p>
          <a:p>
            <a:pPr marL="927100">
              <a:lnSpc>
                <a:spcPts val="1380"/>
              </a:lnSpc>
            </a:pPr>
            <a:r>
              <a:rPr sz="1200" spc="-10" dirty="0">
                <a:latin typeface="Times New Roman" panose="02020603050405020304"/>
                <a:cs typeface="Times New Roman" panose="02020603050405020304"/>
              </a:rPr>
              <a:t>break;</a:t>
            </a:r>
            <a:endParaRPr sz="1200">
              <a:latin typeface="Times New Roman" panose="02020603050405020304"/>
              <a:cs typeface="Times New Roman" panose="02020603050405020304"/>
            </a:endParaRPr>
          </a:p>
          <a:p>
            <a:pPr marL="12700">
              <a:lnSpc>
                <a:spcPts val="1380"/>
              </a:lnSpc>
            </a:pPr>
            <a:r>
              <a:rPr sz="1200" spc="-50" dirty="0">
                <a:latin typeface="Times New Roman" panose="02020603050405020304"/>
                <a:cs typeface="Times New Roman" panose="02020603050405020304"/>
              </a:rPr>
              <a:t>}</a:t>
            </a:r>
            <a:endParaRPr sz="1200">
              <a:latin typeface="Times New Roman" panose="02020603050405020304"/>
              <a:cs typeface="Times New Roman" panose="02020603050405020304"/>
            </a:endParaRPr>
          </a:p>
          <a:p>
            <a:pPr marL="12700" marR="138430">
              <a:lnSpc>
                <a:spcPts val="1380"/>
              </a:lnSpc>
              <a:spcBef>
                <a:spcPts val="65"/>
              </a:spcBef>
            </a:pPr>
            <a:r>
              <a:rPr sz="1200" dirty="0">
                <a:latin typeface="Times New Roman" panose="02020603050405020304"/>
                <a:cs typeface="Times New Roman" panose="02020603050405020304"/>
              </a:rPr>
              <a:t>printf("next</a:t>
            </a:r>
            <a:r>
              <a:rPr sz="1200" spc="-15" dirty="0">
                <a:latin typeface="Times New Roman" panose="02020603050405020304"/>
                <a:cs typeface="Times New Roman" panose="02020603050405020304"/>
              </a:rPr>
              <a:t> </a:t>
            </a:r>
            <a:r>
              <a:rPr sz="1200" dirty="0">
                <a:latin typeface="Times New Roman" panose="02020603050405020304"/>
                <a:cs typeface="Times New Roman" panose="02020603050405020304"/>
              </a:rPr>
              <a:t>day</a:t>
            </a:r>
            <a:r>
              <a:rPr sz="1200" spc="-35" dirty="0">
                <a:latin typeface="Times New Roman" panose="02020603050405020304"/>
                <a:cs typeface="Times New Roman" panose="02020603050405020304"/>
              </a:rPr>
              <a:t> </a:t>
            </a:r>
            <a:r>
              <a:rPr sz="1200" dirty="0">
                <a:latin typeface="Times New Roman" panose="02020603050405020304"/>
                <a:cs typeface="Times New Roman" panose="02020603050405020304"/>
              </a:rPr>
              <a:t>is</a:t>
            </a:r>
            <a:r>
              <a:rPr sz="1200" spc="-15" dirty="0">
                <a:latin typeface="Times New Roman" panose="02020603050405020304"/>
                <a:cs typeface="Times New Roman" panose="02020603050405020304"/>
              </a:rPr>
              <a:t> </a:t>
            </a:r>
            <a:r>
              <a:rPr sz="1200" dirty="0">
                <a:latin typeface="Times New Roman" panose="02020603050405020304"/>
                <a:cs typeface="Times New Roman" panose="02020603050405020304"/>
              </a:rPr>
              <a:t>:</a:t>
            </a:r>
            <a:r>
              <a:rPr sz="1200" spc="-10" dirty="0">
                <a:latin typeface="Times New Roman" panose="02020603050405020304"/>
                <a:cs typeface="Times New Roman" panose="02020603050405020304"/>
              </a:rPr>
              <a:t> </a:t>
            </a:r>
            <a:r>
              <a:rPr sz="1200" dirty="0">
                <a:latin typeface="Times New Roman" panose="02020603050405020304"/>
                <a:cs typeface="Times New Roman" panose="02020603050405020304"/>
              </a:rPr>
              <a:t>%d</a:t>
            </a:r>
            <a:r>
              <a:rPr sz="1200" spc="280" dirty="0">
                <a:latin typeface="Times New Roman" panose="02020603050405020304"/>
                <a:cs typeface="Times New Roman" panose="02020603050405020304"/>
              </a:rPr>
              <a:t> </a:t>
            </a:r>
            <a:r>
              <a:rPr sz="1200" dirty="0">
                <a:latin typeface="Times New Roman" panose="02020603050405020304"/>
                <a:cs typeface="Times New Roman" panose="02020603050405020304"/>
              </a:rPr>
              <a:t>%d</a:t>
            </a:r>
            <a:r>
              <a:rPr sz="1200" spc="275" dirty="0">
                <a:latin typeface="Times New Roman" panose="02020603050405020304"/>
                <a:cs typeface="Times New Roman" panose="02020603050405020304"/>
              </a:rPr>
              <a:t> </a:t>
            </a:r>
            <a:r>
              <a:rPr sz="1200" spc="-10" dirty="0">
                <a:latin typeface="Times New Roman" panose="02020603050405020304"/>
                <a:cs typeface="Times New Roman" panose="02020603050405020304"/>
              </a:rPr>
              <a:t>%d",tomm_day,tomm_month,tomm_year); </a:t>
            </a:r>
            <a:r>
              <a:rPr sz="1200" dirty="0">
                <a:latin typeface="Times New Roman" panose="02020603050405020304"/>
                <a:cs typeface="Times New Roman" panose="02020603050405020304"/>
              </a:rPr>
              <a:t>return</a:t>
            </a:r>
            <a:r>
              <a:rPr sz="1200" spc="-40" dirty="0">
                <a:latin typeface="Times New Roman" panose="02020603050405020304"/>
                <a:cs typeface="Times New Roman" panose="02020603050405020304"/>
              </a:rPr>
              <a:t> </a:t>
            </a:r>
            <a:r>
              <a:rPr sz="1200" spc="-25" dirty="0">
                <a:latin typeface="Times New Roman" panose="02020603050405020304"/>
                <a:cs typeface="Times New Roman" panose="02020603050405020304"/>
              </a:rPr>
              <a:t>0;}</a:t>
            </a:r>
            <a:endParaRPr sz="1200">
              <a:latin typeface="Times New Roman" panose="02020603050405020304"/>
              <a:cs typeface="Times New Roman" panose="02020603050405020304"/>
            </a:endParaRPr>
          </a:p>
        </p:txBody>
      </p:sp>
      <p:sp>
        <p:nvSpPr>
          <p:cNvPr id="7" name="object 7"/>
          <p:cNvSpPr txBox="1">
            <a:spLocks noGrp="1"/>
          </p:cNvSpPr>
          <p:nvPr>
            <p:ph type="ftr" sz="quarter" idx="5"/>
          </p:nvPr>
        </p:nvSpPr>
        <p:spPr>
          <a:prstGeom prst="rect">
            <a:avLst/>
          </a:prstGeom>
        </p:spPr>
        <p:txBody>
          <a:bodyPr vert="horz" wrap="square" lIns="0" tIns="5080" rIns="0" bIns="0" rtlCol="0">
            <a:spAutoFit/>
          </a:bodyPr>
          <a:lstStyle/>
          <a:p>
            <a:pPr marL="279400">
              <a:lnSpc>
                <a:spcPct val="100000"/>
              </a:lnSpc>
              <a:spcBef>
                <a:spcPts val="40"/>
              </a:spcBef>
            </a:pPr>
            <a:r>
              <a:rPr dirty="0"/>
              <a:t>Dept.</a:t>
            </a:r>
            <a:r>
              <a:rPr spc="-15" dirty="0"/>
              <a:t> </a:t>
            </a:r>
            <a:r>
              <a:rPr dirty="0"/>
              <a:t>of</a:t>
            </a:r>
            <a:r>
              <a:rPr spc="-25" dirty="0"/>
              <a:t> ISE</a:t>
            </a:r>
            <a:endParaRPr spc="-25" dirty="0"/>
          </a:p>
        </p:txBody>
      </p:sp>
      <p:sp>
        <p:nvSpPr>
          <p:cNvPr id="8" name="object 8"/>
          <p:cNvSpPr txBox="1">
            <a:spLocks noGrp="1"/>
          </p:cNvSpPr>
          <p:nvPr>
            <p:ph type="sldNum" sz="quarter" idx="7"/>
          </p:nvPr>
        </p:nvSpPr>
        <p:spPr>
          <a:prstGeom prst="rect">
            <a:avLst/>
          </a:prstGeom>
        </p:spPr>
        <p:txBody>
          <a:bodyPr vert="horz" wrap="square" lIns="0" tIns="5080" rIns="0" bIns="0" rtlCol="0">
            <a:spAutoFit/>
          </a:bodyPr>
          <a:lstStyle/>
          <a:p>
            <a:pPr marL="52070">
              <a:lnSpc>
                <a:spcPct val="100000"/>
              </a:lnSpc>
              <a:spcBef>
                <a:spcPts val="40"/>
              </a:spcBef>
            </a:pPr>
            <a:r>
              <a:rPr dirty="0"/>
              <a:t>Page</a:t>
            </a:r>
            <a:r>
              <a:rPr spc="-30" dirty="0"/>
              <a:t> </a:t>
            </a:r>
            <a:r>
              <a:rPr spc="-25" dirty="0"/>
              <a:t>39</a:t>
            </a:r>
            <a:endParaRPr spc="-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73100" y="964438"/>
            <a:ext cx="140081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Cambria" panose="02040503050406030204"/>
                <a:cs typeface="Cambria" panose="02040503050406030204"/>
              </a:rPr>
              <a:t>Software</a:t>
            </a:r>
            <a:r>
              <a:rPr sz="1200" spc="-40" dirty="0">
                <a:latin typeface="Cambria" panose="02040503050406030204"/>
                <a:cs typeface="Cambria" panose="02040503050406030204"/>
              </a:rPr>
              <a:t> </a:t>
            </a:r>
            <a:r>
              <a:rPr sz="1200" dirty="0">
                <a:latin typeface="Cambria" panose="02040503050406030204"/>
                <a:cs typeface="Cambria" panose="02040503050406030204"/>
              </a:rPr>
              <a:t>Testing</a:t>
            </a:r>
            <a:r>
              <a:rPr sz="1200" spc="-40" dirty="0">
                <a:latin typeface="Cambria" panose="02040503050406030204"/>
                <a:cs typeface="Cambria" panose="02040503050406030204"/>
              </a:rPr>
              <a:t> </a:t>
            </a:r>
            <a:r>
              <a:rPr sz="1200" spc="-25" dirty="0">
                <a:latin typeface="Cambria" panose="02040503050406030204"/>
                <a:cs typeface="Cambria" panose="02040503050406030204"/>
              </a:rPr>
              <a:t>Lab</a:t>
            </a:r>
            <a:endParaRPr sz="1200">
              <a:latin typeface="Cambria" panose="02040503050406030204"/>
              <a:cs typeface="Cambria" panose="02040503050406030204"/>
            </a:endParaRPr>
          </a:p>
        </p:txBody>
      </p:sp>
      <p:sp>
        <p:nvSpPr>
          <p:cNvPr id="3" name="object 3"/>
          <p:cNvSpPr txBox="1"/>
          <p:nvPr/>
        </p:nvSpPr>
        <p:spPr>
          <a:xfrm>
            <a:off x="9529064" y="964438"/>
            <a:ext cx="289560"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Cambria" panose="02040503050406030204"/>
                <a:cs typeface="Cambria" panose="02040503050406030204"/>
              </a:rPr>
              <a:t>MIT</a:t>
            </a:r>
            <a:endParaRPr sz="1200">
              <a:latin typeface="Cambria" panose="02040503050406030204"/>
              <a:cs typeface="Cambria" panose="02040503050406030204"/>
            </a:endParaRPr>
          </a:p>
        </p:txBody>
      </p:sp>
      <p:sp>
        <p:nvSpPr>
          <p:cNvPr id="4" name="object 4"/>
          <p:cNvSpPr/>
          <p:nvPr/>
        </p:nvSpPr>
        <p:spPr>
          <a:xfrm>
            <a:off x="667512" y="1204213"/>
            <a:ext cx="9359265" cy="56515"/>
          </a:xfrm>
          <a:custGeom>
            <a:avLst/>
            <a:gdLst/>
            <a:ahLst/>
            <a:cxnLst/>
            <a:rect l="l" t="t" r="r" b="b"/>
            <a:pathLst>
              <a:path w="9359265" h="56515">
                <a:moveTo>
                  <a:pt x="9358884" y="18288"/>
                </a:moveTo>
                <a:lnTo>
                  <a:pt x="0" y="18288"/>
                </a:lnTo>
                <a:lnTo>
                  <a:pt x="0" y="56388"/>
                </a:lnTo>
                <a:lnTo>
                  <a:pt x="9358884" y="56388"/>
                </a:lnTo>
                <a:lnTo>
                  <a:pt x="9358884" y="18288"/>
                </a:lnTo>
                <a:close/>
              </a:path>
              <a:path w="9359265" h="56515">
                <a:moveTo>
                  <a:pt x="9358884" y="0"/>
                </a:moveTo>
                <a:lnTo>
                  <a:pt x="0" y="0"/>
                </a:lnTo>
                <a:lnTo>
                  <a:pt x="0" y="9144"/>
                </a:lnTo>
                <a:lnTo>
                  <a:pt x="9358884" y="9144"/>
                </a:lnTo>
                <a:lnTo>
                  <a:pt x="9358884" y="0"/>
                </a:lnTo>
                <a:close/>
              </a:path>
            </a:pathLst>
          </a:custGeom>
          <a:solidFill>
            <a:srgbClr val="612322"/>
          </a:solidFill>
        </p:spPr>
        <p:txBody>
          <a:bodyPr wrap="square" lIns="0" tIns="0" rIns="0" bIns="0" rtlCol="0"/>
          <a:lstStyle/>
          <a:p/>
        </p:txBody>
      </p:sp>
      <p:sp>
        <p:nvSpPr>
          <p:cNvPr id="5" name="object 5"/>
          <p:cNvSpPr/>
          <p:nvPr/>
        </p:nvSpPr>
        <p:spPr>
          <a:xfrm>
            <a:off x="667512" y="6832092"/>
            <a:ext cx="9359265" cy="56515"/>
          </a:xfrm>
          <a:custGeom>
            <a:avLst/>
            <a:gdLst/>
            <a:ahLst/>
            <a:cxnLst/>
            <a:rect l="l" t="t" r="r" b="b"/>
            <a:pathLst>
              <a:path w="9359265" h="56515">
                <a:moveTo>
                  <a:pt x="9358884" y="47244"/>
                </a:moveTo>
                <a:lnTo>
                  <a:pt x="0" y="47244"/>
                </a:lnTo>
                <a:lnTo>
                  <a:pt x="0" y="56388"/>
                </a:lnTo>
                <a:lnTo>
                  <a:pt x="9358884" y="56388"/>
                </a:lnTo>
                <a:lnTo>
                  <a:pt x="9358884" y="47244"/>
                </a:lnTo>
                <a:close/>
              </a:path>
              <a:path w="9359265" h="56515">
                <a:moveTo>
                  <a:pt x="9358884" y="0"/>
                </a:moveTo>
                <a:lnTo>
                  <a:pt x="0" y="0"/>
                </a:lnTo>
                <a:lnTo>
                  <a:pt x="0" y="38100"/>
                </a:lnTo>
                <a:lnTo>
                  <a:pt x="9358884" y="38100"/>
                </a:lnTo>
                <a:lnTo>
                  <a:pt x="9358884" y="0"/>
                </a:lnTo>
                <a:close/>
              </a:path>
            </a:pathLst>
          </a:custGeom>
          <a:solidFill>
            <a:srgbClr val="612322"/>
          </a:solidFill>
        </p:spPr>
        <p:txBody>
          <a:bodyPr wrap="square" lIns="0" tIns="0" rIns="0" bIns="0" rtlCol="0"/>
          <a:lstStyle/>
          <a:p/>
        </p:txBody>
      </p:sp>
      <p:sp>
        <p:nvSpPr>
          <p:cNvPr id="6" name="object 6"/>
          <p:cNvSpPr txBox="1"/>
          <p:nvPr/>
        </p:nvSpPr>
        <p:spPr>
          <a:xfrm>
            <a:off x="627380" y="1246988"/>
            <a:ext cx="7389495" cy="1104265"/>
          </a:xfrm>
          <a:prstGeom prst="rect">
            <a:avLst/>
          </a:prstGeom>
        </p:spPr>
        <p:txBody>
          <a:bodyPr vert="horz" wrap="square" lIns="0" tIns="12700" rIns="0" bIns="0" rtlCol="0">
            <a:spAutoFit/>
          </a:bodyPr>
          <a:lstStyle/>
          <a:p>
            <a:pPr marL="12700" marR="1558290">
              <a:lnSpc>
                <a:spcPct val="110000"/>
              </a:lnSpc>
              <a:spcBef>
                <a:spcPts val="100"/>
              </a:spcBef>
            </a:pPr>
            <a:r>
              <a:rPr sz="1400" b="1" dirty="0">
                <a:latin typeface="Times New Roman" panose="02020603050405020304"/>
                <a:cs typeface="Times New Roman" panose="02020603050405020304"/>
              </a:rPr>
              <a:t>Test</a:t>
            </a:r>
            <a:r>
              <a:rPr sz="1400" b="1" spc="-30" dirty="0">
                <a:latin typeface="Times New Roman" panose="02020603050405020304"/>
                <a:cs typeface="Times New Roman" panose="02020603050405020304"/>
              </a:rPr>
              <a:t> </a:t>
            </a:r>
            <a:r>
              <a:rPr sz="1400" b="1" dirty="0">
                <a:latin typeface="Times New Roman" panose="02020603050405020304"/>
                <a:cs typeface="Times New Roman" panose="02020603050405020304"/>
              </a:rPr>
              <a:t>Case</a:t>
            </a:r>
            <a:r>
              <a:rPr sz="1400" b="1" spc="-25" dirty="0">
                <a:latin typeface="Times New Roman" panose="02020603050405020304"/>
                <a:cs typeface="Times New Roman" panose="02020603050405020304"/>
              </a:rPr>
              <a:t> </a:t>
            </a:r>
            <a:r>
              <a:rPr sz="1400" b="1" dirty="0">
                <a:latin typeface="Times New Roman" panose="02020603050405020304"/>
                <a:cs typeface="Times New Roman" panose="02020603050405020304"/>
              </a:rPr>
              <a:t>Name</a:t>
            </a:r>
            <a:r>
              <a:rPr sz="1400" b="1" spc="-25" dirty="0">
                <a:latin typeface="Times New Roman" panose="02020603050405020304"/>
                <a:cs typeface="Times New Roman" panose="02020603050405020304"/>
              </a:rPr>
              <a:t> </a:t>
            </a:r>
            <a:r>
              <a:rPr sz="1400" b="1" dirty="0">
                <a:latin typeface="Times New Roman" panose="02020603050405020304"/>
                <a:cs typeface="Times New Roman" panose="02020603050405020304"/>
              </a:rPr>
              <a:t>:</a:t>
            </a:r>
            <a:r>
              <a:rPr sz="1400" b="1" spc="-25" dirty="0">
                <a:latin typeface="Times New Roman" panose="02020603050405020304"/>
                <a:cs typeface="Times New Roman" panose="02020603050405020304"/>
              </a:rPr>
              <a:t> </a:t>
            </a:r>
            <a:r>
              <a:rPr sz="1400" b="1" dirty="0">
                <a:latin typeface="Times New Roman" panose="02020603050405020304"/>
                <a:cs typeface="Times New Roman" panose="02020603050405020304"/>
              </a:rPr>
              <a:t>Boundary</a:t>
            </a:r>
            <a:r>
              <a:rPr sz="1400" b="1" spc="-20" dirty="0">
                <a:latin typeface="Times New Roman" panose="02020603050405020304"/>
                <a:cs typeface="Times New Roman" panose="02020603050405020304"/>
              </a:rPr>
              <a:t> </a:t>
            </a:r>
            <a:r>
              <a:rPr sz="1400" b="1" dirty="0">
                <a:latin typeface="Times New Roman" panose="02020603050405020304"/>
                <a:cs typeface="Times New Roman" panose="02020603050405020304"/>
              </a:rPr>
              <a:t>Value</a:t>
            </a:r>
            <a:r>
              <a:rPr sz="1400" b="1" spc="-30" dirty="0">
                <a:latin typeface="Times New Roman" panose="02020603050405020304"/>
                <a:cs typeface="Times New Roman" panose="02020603050405020304"/>
              </a:rPr>
              <a:t> </a:t>
            </a:r>
            <a:r>
              <a:rPr sz="1400" b="1" dirty="0">
                <a:latin typeface="Times New Roman" panose="02020603050405020304"/>
                <a:cs typeface="Times New Roman" panose="02020603050405020304"/>
              </a:rPr>
              <a:t>Analysis</a:t>
            </a:r>
            <a:r>
              <a:rPr sz="1400" b="1" spc="-10" dirty="0">
                <a:latin typeface="Times New Roman" panose="02020603050405020304"/>
                <a:cs typeface="Times New Roman" panose="02020603050405020304"/>
              </a:rPr>
              <a:t> </a:t>
            </a:r>
            <a:r>
              <a:rPr sz="1400" b="1" dirty="0">
                <a:latin typeface="Times New Roman" panose="02020603050405020304"/>
                <a:cs typeface="Times New Roman" panose="02020603050405020304"/>
              </a:rPr>
              <a:t>test</a:t>
            </a:r>
            <a:r>
              <a:rPr sz="1400" b="1" spc="-25" dirty="0">
                <a:latin typeface="Times New Roman" panose="02020603050405020304"/>
                <a:cs typeface="Times New Roman" panose="02020603050405020304"/>
              </a:rPr>
              <a:t> </a:t>
            </a:r>
            <a:r>
              <a:rPr sz="1400" b="1" dirty="0">
                <a:latin typeface="Times New Roman" panose="02020603050405020304"/>
                <a:cs typeface="Times New Roman" panose="02020603050405020304"/>
              </a:rPr>
              <a:t>cases</a:t>
            </a:r>
            <a:r>
              <a:rPr sz="1400" b="1" spc="-20" dirty="0">
                <a:latin typeface="Times New Roman" panose="02020603050405020304"/>
                <a:cs typeface="Times New Roman" panose="02020603050405020304"/>
              </a:rPr>
              <a:t> </a:t>
            </a:r>
            <a:r>
              <a:rPr sz="1400" b="1" dirty="0">
                <a:latin typeface="Times New Roman" panose="02020603050405020304"/>
                <a:cs typeface="Times New Roman" panose="02020603050405020304"/>
              </a:rPr>
              <a:t>for</a:t>
            </a:r>
            <a:r>
              <a:rPr sz="1400" b="1" spc="-30" dirty="0">
                <a:latin typeface="Times New Roman" panose="02020603050405020304"/>
                <a:cs typeface="Times New Roman" panose="02020603050405020304"/>
              </a:rPr>
              <a:t> </a:t>
            </a:r>
            <a:r>
              <a:rPr sz="1400" b="1" dirty="0">
                <a:latin typeface="Times New Roman" panose="02020603050405020304"/>
                <a:cs typeface="Times New Roman" panose="02020603050405020304"/>
              </a:rPr>
              <a:t>Next</a:t>
            </a:r>
            <a:r>
              <a:rPr sz="1400" b="1" spc="-25" dirty="0">
                <a:latin typeface="Times New Roman" panose="02020603050405020304"/>
                <a:cs typeface="Times New Roman" panose="02020603050405020304"/>
              </a:rPr>
              <a:t> </a:t>
            </a:r>
            <a:r>
              <a:rPr sz="1400" b="1" dirty="0">
                <a:latin typeface="Times New Roman" panose="02020603050405020304"/>
                <a:cs typeface="Times New Roman" panose="02020603050405020304"/>
              </a:rPr>
              <a:t>date</a:t>
            </a:r>
            <a:r>
              <a:rPr sz="1400" b="1" spc="-20" dirty="0">
                <a:latin typeface="Times New Roman" panose="02020603050405020304"/>
                <a:cs typeface="Times New Roman" panose="02020603050405020304"/>
              </a:rPr>
              <a:t> </a:t>
            </a:r>
            <a:r>
              <a:rPr sz="1400" b="1" spc="-10" dirty="0">
                <a:latin typeface="Times New Roman" panose="02020603050405020304"/>
                <a:cs typeface="Times New Roman" panose="02020603050405020304"/>
              </a:rPr>
              <a:t>program </a:t>
            </a:r>
            <a:r>
              <a:rPr sz="1400" b="1" dirty="0">
                <a:latin typeface="Times New Roman" panose="02020603050405020304"/>
                <a:cs typeface="Times New Roman" panose="02020603050405020304"/>
              </a:rPr>
              <a:t>Experiment</a:t>
            </a:r>
            <a:r>
              <a:rPr sz="1400" b="1" spc="-20" dirty="0">
                <a:latin typeface="Times New Roman" panose="02020603050405020304"/>
                <a:cs typeface="Times New Roman" panose="02020603050405020304"/>
              </a:rPr>
              <a:t> </a:t>
            </a:r>
            <a:r>
              <a:rPr sz="1400" b="1" dirty="0">
                <a:latin typeface="Times New Roman" panose="02020603050405020304"/>
                <a:cs typeface="Times New Roman" panose="02020603050405020304"/>
              </a:rPr>
              <a:t>Number</a:t>
            </a:r>
            <a:r>
              <a:rPr sz="1400" b="1" spc="-20" dirty="0">
                <a:latin typeface="Times New Roman" panose="02020603050405020304"/>
                <a:cs typeface="Times New Roman" panose="02020603050405020304"/>
              </a:rPr>
              <a:t> </a:t>
            </a:r>
            <a:r>
              <a:rPr sz="1400" b="1" dirty="0">
                <a:latin typeface="Times New Roman" panose="02020603050405020304"/>
                <a:cs typeface="Times New Roman" panose="02020603050405020304"/>
              </a:rPr>
              <a:t>:</a:t>
            </a:r>
            <a:r>
              <a:rPr sz="1400" b="1" spc="-20" dirty="0">
                <a:latin typeface="Times New Roman" panose="02020603050405020304"/>
                <a:cs typeface="Times New Roman" panose="02020603050405020304"/>
              </a:rPr>
              <a:t> </a:t>
            </a:r>
            <a:r>
              <a:rPr sz="1400" spc="-25" dirty="0">
                <a:latin typeface="Times New Roman" panose="02020603050405020304"/>
                <a:cs typeface="Times New Roman" panose="02020603050405020304"/>
              </a:rPr>
              <a:t>11</a:t>
            </a:r>
            <a:endParaRPr sz="1400">
              <a:latin typeface="Times New Roman" panose="02020603050405020304"/>
              <a:cs typeface="Times New Roman" panose="02020603050405020304"/>
            </a:endParaRPr>
          </a:p>
          <a:p>
            <a:pPr marL="12700">
              <a:lnSpc>
                <a:spcPct val="100000"/>
              </a:lnSpc>
              <a:spcBef>
                <a:spcPts val="140"/>
              </a:spcBef>
            </a:pPr>
            <a:r>
              <a:rPr sz="1200" b="1" dirty="0">
                <a:latin typeface="Times New Roman" panose="02020603050405020304"/>
                <a:cs typeface="Times New Roman" panose="02020603050405020304"/>
              </a:rPr>
              <a:t>Test</a:t>
            </a:r>
            <a:r>
              <a:rPr sz="1200" b="1" spc="-20"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data</a:t>
            </a:r>
            <a:r>
              <a:rPr sz="1200" b="1" spc="-20"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a:t>
            </a:r>
            <a:r>
              <a:rPr sz="1200" b="1"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Enter</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the</a:t>
            </a:r>
            <a:r>
              <a:rPr sz="1200" spc="-30" dirty="0">
                <a:latin typeface="Times New Roman" panose="02020603050405020304"/>
                <a:cs typeface="Times New Roman" panose="02020603050405020304"/>
              </a:rPr>
              <a:t> </a:t>
            </a:r>
            <a:r>
              <a:rPr sz="1200" dirty="0">
                <a:latin typeface="Times New Roman" panose="02020603050405020304"/>
                <a:cs typeface="Times New Roman" panose="02020603050405020304"/>
              </a:rPr>
              <a:t>three</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integer</a:t>
            </a:r>
            <a:r>
              <a:rPr sz="1200" spc="-20" dirty="0">
                <a:latin typeface="Times New Roman" panose="02020603050405020304"/>
                <a:cs typeface="Times New Roman" panose="02020603050405020304"/>
              </a:rPr>
              <a:t> </a:t>
            </a:r>
            <a:r>
              <a:rPr sz="1200" spc="-10" dirty="0">
                <a:latin typeface="Times New Roman" panose="02020603050405020304"/>
                <a:cs typeface="Times New Roman" panose="02020603050405020304"/>
              </a:rPr>
              <a:t>value</a:t>
            </a:r>
            <a:endParaRPr sz="1200">
              <a:latin typeface="Times New Roman" panose="02020603050405020304"/>
              <a:cs typeface="Times New Roman" panose="02020603050405020304"/>
            </a:endParaRPr>
          </a:p>
          <a:p>
            <a:pPr marL="12700">
              <a:lnSpc>
                <a:spcPct val="100000"/>
              </a:lnSpc>
              <a:spcBef>
                <a:spcPts val="130"/>
              </a:spcBef>
            </a:pPr>
            <a:r>
              <a:rPr sz="1200" b="1" spc="-10" dirty="0">
                <a:latin typeface="Times New Roman" panose="02020603050405020304"/>
                <a:cs typeface="Times New Roman" panose="02020603050405020304"/>
              </a:rPr>
              <a:t>Pre-</a:t>
            </a:r>
            <a:r>
              <a:rPr sz="1200" b="1" dirty="0">
                <a:latin typeface="Times New Roman" panose="02020603050405020304"/>
                <a:cs typeface="Times New Roman" panose="02020603050405020304"/>
              </a:rPr>
              <a:t>condition</a:t>
            </a:r>
            <a:r>
              <a:rPr sz="1200" b="1" spc="-10"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a:t>
            </a:r>
            <a:r>
              <a:rPr sz="1200" b="1" spc="280" dirty="0">
                <a:latin typeface="Times New Roman" panose="02020603050405020304"/>
                <a:cs typeface="Times New Roman" panose="02020603050405020304"/>
              </a:rPr>
              <a:t> </a:t>
            </a:r>
            <a:r>
              <a:rPr sz="1200" dirty="0">
                <a:latin typeface="Times New Roman" panose="02020603050405020304"/>
                <a:cs typeface="Times New Roman" panose="02020603050405020304"/>
              </a:rPr>
              <a:t>Month</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1</a:t>
            </a:r>
            <a:r>
              <a:rPr sz="1200" spc="-10" dirty="0">
                <a:latin typeface="Times New Roman" panose="02020603050405020304"/>
                <a:cs typeface="Times New Roman" panose="02020603050405020304"/>
              </a:rPr>
              <a:t> </a:t>
            </a:r>
            <a:r>
              <a:rPr sz="1200" dirty="0">
                <a:latin typeface="Times New Roman" panose="02020603050405020304"/>
                <a:cs typeface="Times New Roman" panose="02020603050405020304"/>
              </a:rPr>
              <a:t>to</a:t>
            </a:r>
            <a:r>
              <a:rPr sz="1200" spc="-10" dirty="0">
                <a:latin typeface="Times New Roman" panose="02020603050405020304"/>
                <a:cs typeface="Times New Roman" panose="02020603050405020304"/>
              </a:rPr>
              <a:t> </a:t>
            </a:r>
            <a:r>
              <a:rPr sz="1200" dirty="0">
                <a:latin typeface="Times New Roman" panose="02020603050405020304"/>
                <a:cs typeface="Times New Roman" panose="02020603050405020304"/>
              </a:rPr>
              <a:t>12</a:t>
            </a:r>
            <a:r>
              <a:rPr sz="1200" spc="-5" dirty="0">
                <a:latin typeface="Times New Roman" panose="02020603050405020304"/>
                <a:cs typeface="Times New Roman" panose="02020603050405020304"/>
              </a:rPr>
              <a:t> </a:t>
            </a:r>
            <a:r>
              <a:rPr sz="1200" dirty="0">
                <a:latin typeface="Times New Roman" panose="02020603050405020304"/>
                <a:cs typeface="Times New Roman" panose="02020603050405020304"/>
              </a:rPr>
              <a:t>,</a:t>
            </a:r>
            <a:r>
              <a:rPr sz="1200" spc="-10" dirty="0">
                <a:latin typeface="Times New Roman" panose="02020603050405020304"/>
                <a:cs typeface="Times New Roman" panose="02020603050405020304"/>
              </a:rPr>
              <a:t> </a:t>
            </a:r>
            <a:r>
              <a:rPr sz="1200" dirty="0">
                <a:latin typeface="Times New Roman" panose="02020603050405020304"/>
                <a:cs typeface="Times New Roman" panose="02020603050405020304"/>
              </a:rPr>
              <a:t>DAY</a:t>
            </a:r>
            <a:r>
              <a:rPr sz="1200" spc="-15" dirty="0">
                <a:latin typeface="Times New Roman" panose="02020603050405020304"/>
                <a:cs typeface="Times New Roman" panose="02020603050405020304"/>
              </a:rPr>
              <a:t> </a:t>
            </a:r>
            <a:r>
              <a:rPr sz="1200" dirty="0">
                <a:latin typeface="Times New Roman" panose="02020603050405020304"/>
                <a:cs typeface="Times New Roman" panose="02020603050405020304"/>
              </a:rPr>
              <a:t>1</a:t>
            </a:r>
            <a:r>
              <a:rPr sz="1200" spc="-5" dirty="0">
                <a:latin typeface="Times New Roman" panose="02020603050405020304"/>
                <a:cs typeface="Times New Roman" panose="02020603050405020304"/>
              </a:rPr>
              <a:t> </a:t>
            </a:r>
            <a:r>
              <a:rPr sz="1200" dirty="0">
                <a:latin typeface="Times New Roman" panose="02020603050405020304"/>
                <a:cs typeface="Times New Roman" panose="02020603050405020304"/>
              </a:rPr>
              <a:t>TO</a:t>
            </a:r>
            <a:r>
              <a:rPr sz="1200" spc="-15" dirty="0">
                <a:latin typeface="Times New Roman" panose="02020603050405020304"/>
                <a:cs typeface="Times New Roman" panose="02020603050405020304"/>
              </a:rPr>
              <a:t> </a:t>
            </a:r>
            <a:r>
              <a:rPr sz="1200" dirty="0">
                <a:latin typeface="Times New Roman" panose="02020603050405020304"/>
                <a:cs typeface="Times New Roman" panose="02020603050405020304"/>
              </a:rPr>
              <a:t>31 AND</a:t>
            </a:r>
            <a:r>
              <a:rPr sz="1200" spc="-5" dirty="0">
                <a:latin typeface="Times New Roman" panose="02020603050405020304"/>
                <a:cs typeface="Times New Roman" panose="02020603050405020304"/>
              </a:rPr>
              <a:t> </a:t>
            </a:r>
            <a:r>
              <a:rPr sz="1200" dirty="0">
                <a:latin typeface="Times New Roman" panose="02020603050405020304"/>
                <a:cs typeface="Times New Roman" panose="02020603050405020304"/>
              </a:rPr>
              <a:t>YEAR</a:t>
            </a:r>
            <a:r>
              <a:rPr sz="1200" spc="-10" dirty="0">
                <a:latin typeface="Times New Roman" panose="02020603050405020304"/>
                <a:cs typeface="Times New Roman" panose="02020603050405020304"/>
              </a:rPr>
              <a:t> </a:t>
            </a:r>
            <a:r>
              <a:rPr sz="1200" dirty="0">
                <a:latin typeface="Times New Roman" panose="02020603050405020304"/>
                <a:cs typeface="Times New Roman" panose="02020603050405020304"/>
              </a:rPr>
              <a:t>1812</a:t>
            </a:r>
            <a:r>
              <a:rPr sz="1200" spc="-10" dirty="0">
                <a:latin typeface="Times New Roman" panose="02020603050405020304"/>
                <a:cs typeface="Times New Roman" panose="02020603050405020304"/>
              </a:rPr>
              <a:t> </a:t>
            </a:r>
            <a:r>
              <a:rPr sz="1200" dirty="0">
                <a:latin typeface="Times New Roman" panose="02020603050405020304"/>
                <a:cs typeface="Times New Roman" panose="02020603050405020304"/>
              </a:rPr>
              <a:t>TO</a:t>
            </a:r>
            <a:r>
              <a:rPr sz="1200" spc="-15" dirty="0">
                <a:latin typeface="Times New Roman" panose="02020603050405020304"/>
                <a:cs typeface="Times New Roman" panose="02020603050405020304"/>
              </a:rPr>
              <a:t> </a:t>
            </a:r>
            <a:r>
              <a:rPr sz="1200" dirty="0">
                <a:latin typeface="Times New Roman" panose="02020603050405020304"/>
                <a:cs typeface="Times New Roman" panose="02020603050405020304"/>
              </a:rPr>
              <a:t>2013 /</a:t>
            </a:r>
            <a:r>
              <a:rPr sz="1200" spc="-10" dirty="0">
                <a:latin typeface="Times New Roman" panose="02020603050405020304"/>
                <a:cs typeface="Times New Roman" panose="02020603050405020304"/>
              </a:rPr>
              <a:t> </a:t>
            </a:r>
            <a:r>
              <a:rPr sz="1200" dirty="0">
                <a:latin typeface="Times New Roman" panose="02020603050405020304"/>
                <a:cs typeface="Times New Roman" panose="02020603050405020304"/>
              </a:rPr>
              <a:t>we</a:t>
            </a:r>
            <a:r>
              <a:rPr sz="1200" spc="-15" dirty="0">
                <a:latin typeface="Times New Roman" panose="02020603050405020304"/>
                <a:cs typeface="Times New Roman" panose="02020603050405020304"/>
              </a:rPr>
              <a:t> </a:t>
            </a:r>
            <a:r>
              <a:rPr sz="1200" dirty="0">
                <a:latin typeface="Times New Roman" panose="02020603050405020304"/>
                <a:cs typeface="Times New Roman" panose="02020603050405020304"/>
              </a:rPr>
              <a:t>consider</a:t>
            </a:r>
            <a:r>
              <a:rPr sz="1200" spc="-5" dirty="0">
                <a:latin typeface="Times New Roman" panose="02020603050405020304"/>
                <a:cs typeface="Times New Roman" panose="02020603050405020304"/>
              </a:rPr>
              <a:t> </a:t>
            </a:r>
            <a:r>
              <a:rPr sz="1200" dirty="0">
                <a:latin typeface="Times New Roman" panose="02020603050405020304"/>
                <a:cs typeface="Times New Roman" panose="02020603050405020304"/>
              </a:rPr>
              <a:t>one</a:t>
            </a:r>
            <a:r>
              <a:rPr sz="1200" spc="-15" dirty="0">
                <a:latin typeface="Times New Roman" panose="02020603050405020304"/>
                <a:cs typeface="Times New Roman" panose="02020603050405020304"/>
              </a:rPr>
              <a:t> </a:t>
            </a:r>
            <a:r>
              <a:rPr sz="1200" dirty="0">
                <a:latin typeface="Times New Roman" panose="02020603050405020304"/>
                <a:cs typeface="Times New Roman" panose="02020603050405020304"/>
              </a:rPr>
              <a:t>corner</a:t>
            </a:r>
            <a:r>
              <a:rPr sz="1200" spc="-10" dirty="0">
                <a:latin typeface="Times New Roman" panose="02020603050405020304"/>
                <a:cs typeface="Times New Roman" panose="02020603050405020304"/>
              </a:rPr>
              <a:t> </a:t>
            </a:r>
            <a:r>
              <a:rPr sz="1200" dirty="0">
                <a:latin typeface="Times New Roman" panose="02020603050405020304"/>
                <a:cs typeface="Times New Roman" panose="02020603050405020304"/>
              </a:rPr>
              <a:t>for</a:t>
            </a:r>
            <a:r>
              <a:rPr sz="1200" spc="-10" dirty="0">
                <a:latin typeface="Times New Roman" panose="02020603050405020304"/>
                <a:cs typeface="Times New Roman" panose="02020603050405020304"/>
              </a:rPr>
              <a:t> </a:t>
            </a:r>
            <a:r>
              <a:rPr sz="1200" dirty="0">
                <a:latin typeface="Times New Roman" panose="02020603050405020304"/>
                <a:cs typeface="Times New Roman" panose="02020603050405020304"/>
              </a:rPr>
              <a:t>the</a:t>
            </a:r>
            <a:r>
              <a:rPr sz="1200" spc="-10" dirty="0">
                <a:latin typeface="Times New Roman" panose="02020603050405020304"/>
                <a:cs typeface="Times New Roman" panose="02020603050405020304"/>
              </a:rPr>
              <a:t> </a:t>
            </a:r>
            <a:r>
              <a:rPr sz="1200" dirty="0">
                <a:latin typeface="Times New Roman" panose="02020603050405020304"/>
                <a:cs typeface="Times New Roman" panose="02020603050405020304"/>
              </a:rPr>
              <a:t>input</a:t>
            </a:r>
            <a:r>
              <a:rPr sz="1200" spc="-10" dirty="0">
                <a:latin typeface="Times New Roman" panose="02020603050405020304"/>
                <a:cs typeface="Times New Roman" panose="02020603050405020304"/>
              </a:rPr>
              <a:t> space</a:t>
            </a:r>
            <a:endParaRPr sz="1200">
              <a:latin typeface="Times New Roman" panose="02020603050405020304"/>
              <a:cs typeface="Times New Roman" panose="02020603050405020304"/>
            </a:endParaRPr>
          </a:p>
          <a:p>
            <a:pPr marL="12700">
              <a:lnSpc>
                <a:spcPct val="100000"/>
              </a:lnSpc>
              <a:spcBef>
                <a:spcPts val="205"/>
              </a:spcBef>
            </a:pPr>
            <a:r>
              <a:rPr sz="1200" b="1" dirty="0">
                <a:latin typeface="Times New Roman" panose="02020603050405020304"/>
                <a:cs typeface="Times New Roman" panose="02020603050405020304"/>
              </a:rPr>
              <a:t>Brief</a:t>
            </a:r>
            <a:r>
              <a:rPr sz="1200" b="1" spc="-30"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Description</a:t>
            </a:r>
            <a:r>
              <a:rPr sz="1200" b="1" spc="-30" dirty="0">
                <a:latin typeface="Times New Roman" panose="02020603050405020304"/>
                <a:cs typeface="Times New Roman" panose="02020603050405020304"/>
              </a:rPr>
              <a:t> </a:t>
            </a:r>
            <a:r>
              <a:rPr sz="1200" b="1" spc="-50" dirty="0">
                <a:latin typeface="Times New Roman" panose="02020603050405020304"/>
                <a:cs typeface="Times New Roman" panose="02020603050405020304"/>
              </a:rPr>
              <a:t>:</a:t>
            </a:r>
            <a:endParaRPr sz="1200">
              <a:latin typeface="Times New Roman" panose="02020603050405020304"/>
              <a:cs typeface="Times New Roman" panose="02020603050405020304"/>
            </a:endParaRPr>
          </a:p>
        </p:txBody>
      </p:sp>
      <p:sp>
        <p:nvSpPr>
          <p:cNvPr id="10" name="object 10"/>
          <p:cNvSpPr txBox="1"/>
          <p:nvPr/>
        </p:nvSpPr>
        <p:spPr>
          <a:xfrm>
            <a:off x="673100" y="6887942"/>
            <a:ext cx="775970" cy="204470"/>
          </a:xfrm>
          <a:prstGeom prst="rect">
            <a:avLst/>
          </a:prstGeom>
        </p:spPr>
        <p:txBody>
          <a:bodyPr vert="horz" wrap="square" lIns="0" tIns="5080" rIns="0" bIns="0" rtlCol="0">
            <a:spAutoFit/>
          </a:bodyPr>
          <a:lstStyle/>
          <a:p>
            <a:pPr marL="12700">
              <a:lnSpc>
                <a:spcPct val="100000"/>
              </a:lnSpc>
              <a:spcBef>
                <a:spcPts val="40"/>
              </a:spcBef>
            </a:pPr>
            <a:r>
              <a:rPr sz="1200" dirty="0">
                <a:latin typeface="Cambria" panose="02040503050406030204"/>
                <a:cs typeface="Cambria" panose="02040503050406030204"/>
              </a:rPr>
              <a:t>Dept.</a:t>
            </a:r>
            <a:r>
              <a:rPr sz="1200" spc="-15" dirty="0">
                <a:latin typeface="Cambria" panose="02040503050406030204"/>
                <a:cs typeface="Cambria" panose="02040503050406030204"/>
              </a:rPr>
              <a:t> </a:t>
            </a:r>
            <a:r>
              <a:rPr sz="1200" dirty="0">
                <a:latin typeface="Cambria" panose="02040503050406030204"/>
                <a:cs typeface="Cambria" panose="02040503050406030204"/>
              </a:rPr>
              <a:t>of</a:t>
            </a:r>
            <a:r>
              <a:rPr sz="1200" spc="-25" dirty="0">
                <a:latin typeface="Cambria" panose="02040503050406030204"/>
                <a:cs typeface="Cambria" panose="02040503050406030204"/>
              </a:rPr>
              <a:t> ISE</a:t>
            </a:r>
            <a:endParaRPr sz="1200">
              <a:latin typeface="Cambria" panose="02040503050406030204"/>
              <a:cs typeface="Cambria" panose="02040503050406030204"/>
            </a:endParaRPr>
          </a:p>
        </p:txBody>
      </p:sp>
      <p:sp>
        <p:nvSpPr>
          <p:cNvPr id="11" name="object 11"/>
          <p:cNvSpPr txBox="1"/>
          <p:nvPr/>
        </p:nvSpPr>
        <p:spPr>
          <a:xfrm>
            <a:off x="9462007" y="6887942"/>
            <a:ext cx="575945" cy="204470"/>
          </a:xfrm>
          <a:prstGeom prst="rect">
            <a:avLst/>
          </a:prstGeom>
        </p:spPr>
        <p:txBody>
          <a:bodyPr vert="horz" wrap="square" lIns="0" tIns="5080" rIns="0" bIns="0" rtlCol="0">
            <a:spAutoFit/>
          </a:bodyPr>
          <a:lstStyle/>
          <a:p>
            <a:pPr marL="12700">
              <a:lnSpc>
                <a:spcPct val="100000"/>
              </a:lnSpc>
              <a:spcBef>
                <a:spcPts val="40"/>
              </a:spcBef>
            </a:pPr>
            <a:r>
              <a:rPr sz="1200" dirty="0">
                <a:latin typeface="Cambria" panose="02040503050406030204"/>
                <a:cs typeface="Cambria" panose="02040503050406030204"/>
              </a:rPr>
              <a:t>Page</a:t>
            </a:r>
            <a:r>
              <a:rPr sz="1200" spc="-30" dirty="0">
                <a:latin typeface="Cambria" panose="02040503050406030204"/>
                <a:cs typeface="Cambria" panose="02040503050406030204"/>
              </a:rPr>
              <a:t> </a:t>
            </a:r>
            <a:r>
              <a:rPr sz="1200" spc="-25" dirty="0">
                <a:latin typeface="Cambria" panose="02040503050406030204"/>
                <a:cs typeface="Cambria" panose="02040503050406030204"/>
              </a:rPr>
              <a:t>40</a:t>
            </a:r>
            <a:endParaRPr sz="1200">
              <a:latin typeface="Cambria" panose="02040503050406030204"/>
              <a:cs typeface="Cambria" panose="02040503050406030204"/>
            </a:endParaRPr>
          </a:p>
        </p:txBody>
      </p:sp>
      <p:graphicFrame>
        <p:nvGraphicFramePr>
          <p:cNvPr id="7" name="object 7"/>
          <p:cNvGraphicFramePr>
            <a:graphicFrameLocks noGrp="1"/>
          </p:cNvGraphicFramePr>
          <p:nvPr/>
        </p:nvGraphicFramePr>
        <p:xfrm>
          <a:off x="3883786" y="2136902"/>
          <a:ext cx="3569970" cy="966469"/>
        </p:xfrm>
        <a:graphic>
          <a:graphicData uri="http://schemas.openxmlformats.org/drawingml/2006/table">
            <a:tbl>
              <a:tblPr firstRow="1" bandRow="1">
                <a:tableStyleId>{2D5ABB26-0587-4C30-8999-92F81FD0307C}</a:tableStyleId>
              </a:tblPr>
              <a:tblGrid>
                <a:gridCol w="577850"/>
                <a:gridCol w="441959"/>
                <a:gridCol w="638810"/>
                <a:gridCol w="685800"/>
                <a:gridCol w="628015"/>
                <a:gridCol w="515620"/>
              </a:tblGrid>
              <a:tr h="205740">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400"/>
                        </a:lnSpc>
                        <a:spcBef>
                          <a:spcPts val="120"/>
                        </a:spcBef>
                      </a:pPr>
                      <a:r>
                        <a:rPr sz="1200" b="1" spc="-25" dirty="0">
                          <a:latin typeface="Times New Roman" panose="02020603050405020304"/>
                          <a:cs typeface="Times New Roman" panose="02020603050405020304"/>
                        </a:rPr>
                        <a:t>Min</a:t>
                      </a:r>
                      <a:endParaRPr sz="1200">
                        <a:latin typeface="Times New Roman" panose="02020603050405020304"/>
                        <a:cs typeface="Times New Roman" panose="02020603050405020304"/>
                      </a:endParaRPr>
                    </a:p>
                  </a:txBody>
                  <a:tcPr marL="0" marR="0" marT="152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400"/>
                        </a:lnSpc>
                        <a:spcBef>
                          <a:spcPts val="120"/>
                        </a:spcBef>
                      </a:pPr>
                      <a:r>
                        <a:rPr sz="1200" b="1" dirty="0">
                          <a:latin typeface="Times New Roman" panose="02020603050405020304"/>
                          <a:cs typeface="Times New Roman" panose="02020603050405020304"/>
                        </a:rPr>
                        <a:t>Min</a:t>
                      </a:r>
                      <a:r>
                        <a:rPr sz="1200" b="1" spc="-15" dirty="0">
                          <a:latin typeface="Times New Roman" panose="02020603050405020304"/>
                          <a:cs typeface="Times New Roman" panose="02020603050405020304"/>
                        </a:rPr>
                        <a:t> </a:t>
                      </a:r>
                      <a:r>
                        <a:rPr sz="1200" b="1" spc="-25" dirty="0">
                          <a:latin typeface="Times New Roman" panose="02020603050405020304"/>
                          <a:cs typeface="Times New Roman" panose="02020603050405020304"/>
                        </a:rPr>
                        <a:t>+1</a:t>
                      </a:r>
                      <a:endParaRPr sz="1200">
                        <a:latin typeface="Times New Roman" panose="02020603050405020304"/>
                        <a:cs typeface="Times New Roman" panose="02020603050405020304"/>
                      </a:endParaRPr>
                    </a:p>
                  </a:txBody>
                  <a:tcPr marL="0" marR="0" marT="152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400"/>
                        </a:lnSpc>
                        <a:spcBef>
                          <a:spcPts val="120"/>
                        </a:spcBef>
                      </a:pPr>
                      <a:r>
                        <a:rPr sz="1200" b="1" spc="-10" dirty="0">
                          <a:latin typeface="Times New Roman" panose="02020603050405020304"/>
                          <a:cs typeface="Times New Roman" panose="02020603050405020304"/>
                        </a:rPr>
                        <a:t>Normal</a:t>
                      </a:r>
                      <a:endParaRPr sz="1200">
                        <a:latin typeface="Times New Roman" panose="02020603050405020304"/>
                        <a:cs typeface="Times New Roman" panose="02020603050405020304"/>
                      </a:endParaRPr>
                    </a:p>
                  </a:txBody>
                  <a:tcPr marL="0" marR="0" marT="152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400"/>
                        </a:lnSpc>
                        <a:spcBef>
                          <a:spcPts val="120"/>
                        </a:spcBef>
                      </a:pPr>
                      <a:r>
                        <a:rPr sz="1200" b="1" dirty="0">
                          <a:latin typeface="Times New Roman" panose="02020603050405020304"/>
                          <a:cs typeface="Times New Roman" panose="02020603050405020304"/>
                        </a:rPr>
                        <a:t>Max</a:t>
                      </a:r>
                      <a:r>
                        <a:rPr sz="1200" b="1" spc="-20" dirty="0">
                          <a:latin typeface="Times New Roman" panose="02020603050405020304"/>
                          <a:cs typeface="Times New Roman" panose="02020603050405020304"/>
                        </a:rPr>
                        <a:t> </a:t>
                      </a:r>
                      <a:r>
                        <a:rPr sz="1200" b="1" spc="-10" dirty="0">
                          <a:latin typeface="Times New Roman" panose="02020603050405020304"/>
                          <a:cs typeface="Times New Roman" panose="02020603050405020304"/>
                        </a:rPr>
                        <a:t>-</a:t>
                      </a:r>
                      <a:r>
                        <a:rPr sz="1200" b="1" spc="-50" dirty="0">
                          <a:latin typeface="Times New Roman" panose="02020603050405020304"/>
                          <a:cs typeface="Times New Roman" panose="02020603050405020304"/>
                        </a:rPr>
                        <a:t>1</a:t>
                      </a:r>
                      <a:endParaRPr sz="1200">
                        <a:latin typeface="Times New Roman" panose="02020603050405020304"/>
                        <a:cs typeface="Times New Roman" panose="02020603050405020304"/>
                      </a:endParaRPr>
                    </a:p>
                  </a:txBody>
                  <a:tcPr marL="0" marR="0" marT="152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400"/>
                        </a:lnSpc>
                        <a:spcBef>
                          <a:spcPts val="120"/>
                        </a:spcBef>
                      </a:pPr>
                      <a:r>
                        <a:rPr sz="1200" b="1" spc="-25" dirty="0">
                          <a:latin typeface="Times New Roman" panose="02020603050405020304"/>
                          <a:cs typeface="Times New Roman" panose="02020603050405020304"/>
                        </a:rPr>
                        <a:t>Max</a:t>
                      </a:r>
                      <a:endParaRPr sz="1200">
                        <a:latin typeface="Times New Roman" panose="02020603050405020304"/>
                        <a:cs typeface="Times New Roman" panose="02020603050405020304"/>
                      </a:endParaRPr>
                    </a:p>
                  </a:txBody>
                  <a:tcPr marL="0" marR="0" marT="152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254000">
                <a:tc>
                  <a:txBody>
                    <a:bodyPr/>
                    <a:lstStyle/>
                    <a:p>
                      <a:pPr algn="ctr">
                        <a:lnSpc>
                          <a:spcPts val="1400"/>
                        </a:lnSpc>
                        <a:spcBef>
                          <a:spcPts val="505"/>
                        </a:spcBef>
                      </a:pPr>
                      <a:r>
                        <a:rPr sz="1200" b="1" spc="-10" dirty="0">
                          <a:latin typeface="Times New Roman" panose="02020603050405020304"/>
                          <a:cs typeface="Times New Roman" panose="02020603050405020304"/>
                        </a:rPr>
                        <a:t>Month</a:t>
                      </a:r>
                      <a:endParaRPr sz="1200">
                        <a:latin typeface="Times New Roman" panose="02020603050405020304"/>
                        <a:cs typeface="Times New Roman" panose="02020603050405020304"/>
                      </a:endParaRPr>
                    </a:p>
                  </a:txBody>
                  <a:tcPr marL="0" marR="0" marT="6413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425"/>
                        </a:lnSpc>
                        <a:spcBef>
                          <a:spcPts val="480"/>
                        </a:spcBef>
                      </a:pPr>
                      <a:r>
                        <a:rPr sz="1200" spc="-50" dirty="0">
                          <a:latin typeface="Times New Roman" panose="02020603050405020304"/>
                          <a:cs typeface="Times New Roman" panose="02020603050405020304"/>
                        </a:rPr>
                        <a:t>1</a:t>
                      </a:r>
                      <a:endParaRPr sz="1200">
                        <a:latin typeface="Times New Roman" panose="02020603050405020304"/>
                        <a:cs typeface="Times New Roman" panose="02020603050405020304"/>
                      </a:endParaRPr>
                    </a:p>
                  </a:txBody>
                  <a:tcPr marL="0" marR="0" marT="6096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425"/>
                        </a:lnSpc>
                        <a:spcBef>
                          <a:spcPts val="480"/>
                        </a:spcBef>
                      </a:pPr>
                      <a:r>
                        <a:rPr sz="1200" spc="-50" dirty="0">
                          <a:latin typeface="Times New Roman" panose="02020603050405020304"/>
                          <a:cs typeface="Times New Roman" panose="02020603050405020304"/>
                        </a:rPr>
                        <a:t>2</a:t>
                      </a:r>
                      <a:endParaRPr sz="1200">
                        <a:latin typeface="Times New Roman" panose="02020603050405020304"/>
                        <a:cs typeface="Times New Roman" panose="02020603050405020304"/>
                      </a:endParaRPr>
                    </a:p>
                  </a:txBody>
                  <a:tcPr marL="0" marR="0" marT="6096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425"/>
                        </a:lnSpc>
                        <a:spcBef>
                          <a:spcPts val="480"/>
                        </a:spcBef>
                      </a:pPr>
                      <a:r>
                        <a:rPr sz="1200" spc="-50" dirty="0">
                          <a:latin typeface="Times New Roman" panose="02020603050405020304"/>
                          <a:cs typeface="Times New Roman" panose="02020603050405020304"/>
                        </a:rPr>
                        <a:t>6</a:t>
                      </a:r>
                      <a:endParaRPr sz="1200">
                        <a:latin typeface="Times New Roman" panose="02020603050405020304"/>
                        <a:cs typeface="Times New Roman" panose="02020603050405020304"/>
                      </a:endParaRPr>
                    </a:p>
                  </a:txBody>
                  <a:tcPr marL="0" marR="0" marT="6096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425"/>
                        </a:lnSpc>
                        <a:spcBef>
                          <a:spcPts val="480"/>
                        </a:spcBef>
                      </a:pPr>
                      <a:r>
                        <a:rPr sz="1200" spc="-25" dirty="0">
                          <a:latin typeface="Times New Roman" panose="02020603050405020304"/>
                          <a:cs typeface="Times New Roman" panose="02020603050405020304"/>
                        </a:rPr>
                        <a:t>11</a:t>
                      </a:r>
                      <a:endParaRPr sz="1200">
                        <a:latin typeface="Times New Roman" panose="02020603050405020304"/>
                        <a:cs typeface="Times New Roman" panose="02020603050405020304"/>
                      </a:endParaRPr>
                    </a:p>
                  </a:txBody>
                  <a:tcPr marL="0" marR="0" marT="6096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425"/>
                        </a:lnSpc>
                        <a:spcBef>
                          <a:spcPts val="480"/>
                        </a:spcBef>
                      </a:pPr>
                      <a:r>
                        <a:rPr sz="1200" spc="-25" dirty="0">
                          <a:latin typeface="Times New Roman" panose="02020603050405020304"/>
                          <a:cs typeface="Times New Roman" panose="02020603050405020304"/>
                        </a:rPr>
                        <a:t>12</a:t>
                      </a:r>
                      <a:endParaRPr sz="1200">
                        <a:latin typeface="Times New Roman" panose="02020603050405020304"/>
                        <a:cs typeface="Times New Roman" panose="02020603050405020304"/>
                      </a:endParaRPr>
                    </a:p>
                  </a:txBody>
                  <a:tcPr marL="0" marR="0" marT="6096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254000">
                <a:tc>
                  <a:txBody>
                    <a:bodyPr/>
                    <a:lstStyle/>
                    <a:p>
                      <a:pPr algn="ctr">
                        <a:lnSpc>
                          <a:spcPts val="1400"/>
                        </a:lnSpc>
                        <a:spcBef>
                          <a:spcPts val="500"/>
                        </a:spcBef>
                      </a:pPr>
                      <a:r>
                        <a:rPr sz="1200" b="1" spc="-25" dirty="0">
                          <a:latin typeface="Times New Roman" panose="02020603050405020304"/>
                          <a:cs typeface="Times New Roman" panose="02020603050405020304"/>
                        </a:rPr>
                        <a:t>Day</a:t>
                      </a:r>
                      <a:endParaRPr sz="1200">
                        <a:latin typeface="Times New Roman" panose="02020603050405020304"/>
                        <a:cs typeface="Times New Roman" panose="02020603050405020304"/>
                      </a:endParaRPr>
                    </a:p>
                  </a:txBody>
                  <a:tcPr marL="0" marR="0" marT="6350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425"/>
                        </a:lnSpc>
                        <a:spcBef>
                          <a:spcPts val="480"/>
                        </a:spcBef>
                      </a:pPr>
                      <a:r>
                        <a:rPr sz="1200" spc="-50" dirty="0">
                          <a:latin typeface="Times New Roman" panose="02020603050405020304"/>
                          <a:cs typeface="Times New Roman" panose="02020603050405020304"/>
                        </a:rPr>
                        <a:t>1</a:t>
                      </a:r>
                      <a:endParaRPr sz="1200">
                        <a:latin typeface="Times New Roman" panose="02020603050405020304"/>
                        <a:cs typeface="Times New Roman" panose="02020603050405020304"/>
                      </a:endParaRPr>
                    </a:p>
                  </a:txBody>
                  <a:tcPr marL="0" marR="0" marT="6096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425"/>
                        </a:lnSpc>
                        <a:spcBef>
                          <a:spcPts val="480"/>
                        </a:spcBef>
                      </a:pPr>
                      <a:r>
                        <a:rPr sz="1200" spc="-50" dirty="0">
                          <a:latin typeface="Times New Roman" panose="02020603050405020304"/>
                          <a:cs typeface="Times New Roman" panose="02020603050405020304"/>
                        </a:rPr>
                        <a:t>2</a:t>
                      </a:r>
                      <a:endParaRPr sz="1200">
                        <a:latin typeface="Times New Roman" panose="02020603050405020304"/>
                        <a:cs typeface="Times New Roman" panose="02020603050405020304"/>
                      </a:endParaRPr>
                    </a:p>
                  </a:txBody>
                  <a:tcPr marL="0" marR="0" marT="6096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425"/>
                        </a:lnSpc>
                        <a:spcBef>
                          <a:spcPts val="480"/>
                        </a:spcBef>
                      </a:pPr>
                      <a:r>
                        <a:rPr sz="1200" spc="-25" dirty="0">
                          <a:latin typeface="Times New Roman" panose="02020603050405020304"/>
                          <a:cs typeface="Times New Roman" panose="02020603050405020304"/>
                        </a:rPr>
                        <a:t>15</a:t>
                      </a:r>
                      <a:endParaRPr sz="1200">
                        <a:latin typeface="Times New Roman" panose="02020603050405020304"/>
                        <a:cs typeface="Times New Roman" panose="02020603050405020304"/>
                      </a:endParaRPr>
                    </a:p>
                  </a:txBody>
                  <a:tcPr marL="0" marR="0" marT="6096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425"/>
                        </a:lnSpc>
                        <a:spcBef>
                          <a:spcPts val="480"/>
                        </a:spcBef>
                      </a:pPr>
                      <a:r>
                        <a:rPr sz="1200" spc="-25" dirty="0">
                          <a:latin typeface="Times New Roman" panose="02020603050405020304"/>
                          <a:cs typeface="Times New Roman" panose="02020603050405020304"/>
                        </a:rPr>
                        <a:t>30</a:t>
                      </a:r>
                      <a:endParaRPr sz="1200">
                        <a:latin typeface="Times New Roman" panose="02020603050405020304"/>
                        <a:cs typeface="Times New Roman" panose="02020603050405020304"/>
                      </a:endParaRPr>
                    </a:p>
                  </a:txBody>
                  <a:tcPr marL="0" marR="0" marT="6096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425"/>
                        </a:lnSpc>
                        <a:spcBef>
                          <a:spcPts val="480"/>
                        </a:spcBef>
                      </a:pPr>
                      <a:r>
                        <a:rPr sz="1200" spc="-25" dirty="0">
                          <a:latin typeface="Times New Roman" panose="02020603050405020304"/>
                          <a:cs typeface="Times New Roman" panose="02020603050405020304"/>
                        </a:rPr>
                        <a:t>31</a:t>
                      </a:r>
                      <a:endParaRPr sz="1200">
                        <a:latin typeface="Times New Roman" panose="02020603050405020304"/>
                        <a:cs typeface="Times New Roman" panose="02020603050405020304"/>
                      </a:endParaRPr>
                    </a:p>
                  </a:txBody>
                  <a:tcPr marL="0" marR="0" marT="6096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252729">
                <a:tc>
                  <a:txBody>
                    <a:bodyPr/>
                    <a:lstStyle/>
                    <a:p>
                      <a:pPr algn="ctr">
                        <a:lnSpc>
                          <a:spcPts val="1400"/>
                        </a:lnSpc>
                        <a:spcBef>
                          <a:spcPts val="490"/>
                        </a:spcBef>
                      </a:pPr>
                      <a:r>
                        <a:rPr sz="1200" b="1" spc="-20" dirty="0">
                          <a:latin typeface="Times New Roman" panose="02020603050405020304"/>
                          <a:cs typeface="Times New Roman" panose="02020603050405020304"/>
                        </a:rPr>
                        <a:t>Year</a:t>
                      </a:r>
                      <a:endParaRPr sz="1200">
                        <a:latin typeface="Times New Roman" panose="02020603050405020304"/>
                        <a:cs typeface="Times New Roman" panose="02020603050405020304"/>
                      </a:endParaRPr>
                    </a:p>
                  </a:txBody>
                  <a:tcPr marL="0" marR="0" marT="6223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425"/>
                        </a:lnSpc>
                        <a:spcBef>
                          <a:spcPts val="465"/>
                        </a:spcBef>
                      </a:pPr>
                      <a:r>
                        <a:rPr sz="1200" spc="-20" dirty="0">
                          <a:latin typeface="Times New Roman" panose="02020603050405020304"/>
                          <a:cs typeface="Times New Roman" panose="02020603050405020304"/>
                        </a:rPr>
                        <a:t>1812</a:t>
                      </a:r>
                      <a:endParaRPr sz="1200">
                        <a:latin typeface="Times New Roman" panose="02020603050405020304"/>
                        <a:cs typeface="Times New Roman" panose="02020603050405020304"/>
                      </a:endParaRPr>
                    </a:p>
                  </a:txBody>
                  <a:tcPr marL="0" marR="0" marT="5905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425"/>
                        </a:lnSpc>
                        <a:spcBef>
                          <a:spcPts val="465"/>
                        </a:spcBef>
                      </a:pPr>
                      <a:r>
                        <a:rPr sz="1200" spc="-20" dirty="0">
                          <a:latin typeface="Times New Roman" panose="02020603050405020304"/>
                          <a:cs typeface="Times New Roman" panose="02020603050405020304"/>
                        </a:rPr>
                        <a:t>1813</a:t>
                      </a:r>
                      <a:endParaRPr sz="1200">
                        <a:latin typeface="Times New Roman" panose="02020603050405020304"/>
                        <a:cs typeface="Times New Roman" panose="02020603050405020304"/>
                      </a:endParaRPr>
                    </a:p>
                  </a:txBody>
                  <a:tcPr marL="0" marR="0" marT="5905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425"/>
                        </a:lnSpc>
                        <a:spcBef>
                          <a:spcPts val="465"/>
                        </a:spcBef>
                      </a:pPr>
                      <a:r>
                        <a:rPr sz="1200" spc="-20" dirty="0">
                          <a:latin typeface="Times New Roman" panose="02020603050405020304"/>
                          <a:cs typeface="Times New Roman" panose="02020603050405020304"/>
                        </a:rPr>
                        <a:t>1912</a:t>
                      </a:r>
                      <a:endParaRPr sz="1200">
                        <a:latin typeface="Times New Roman" panose="02020603050405020304"/>
                        <a:cs typeface="Times New Roman" panose="02020603050405020304"/>
                      </a:endParaRPr>
                    </a:p>
                  </a:txBody>
                  <a:tcPr marL="0" marR="0" marT="5905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425"/>
                        </a:lnSpc>
                        <a:spcBef>
                          <a:spcPts val="465"/>
                        </a:spcBef>
                      </a:pPr>
                      <a:r>
                        <a:rPr sz="1200" spc="-20" dirty="0">
                          <a:latin typeface="Times New Roman" panose="02020603050405020304"/>
                          <a:cs typeface="Times New Roman" panose="02020603050405020304"/>
                        </a:rPr>
                        <a:t>2012</a:t>
                      </a:r>
                      <a:endParaRPr sz="1200">
                        <a:latin typeface="Times New Roman" panose="02020603050405020304"/>
                        <a:cs typeface="Times New Roman" panose="02020603050405020304"/>
                      </a:endParaRPr>
                    </a:p>
                  </a:txBody>
                  <a:tcPr marL="0" marR="0" marT="5905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425"/>
                        </a:lnSpc>
                        <a:spcBef>
                          <a:spcPts val="465"/>
                        </a:spcBef>
                      </a:pPr>
                      <a:r>
                        <a:rPr sz="1200" spc="-20" dirty="0">
                          <a:latin typeface="Times New Roman" panose="02020603050405020304"/>
                          <a:cs typeface="Times New Roman" panose="02020603050405020304"/>
                        </a:rPr>
                        <a:t>2013</a:t>
                      </a:r>
                      <a:endParaRPr sz="1200">
                        <a:latin typeface="Times New Roman" panose="02020603050405020304"/>
                        <a:cs typeface="Times New Roman" panose="02020603050405020304"/>
                      </a:endParaRPr>
                    </a:p>
                  </a:txBody>
                  <a:tcPr marL="0" marR="0" marT="5905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bl>
          </a:graphicData>
        </a:graphic>
      </p:graphicFrame>
      <p:sp>
        <p:nvSpPr>
          <p:cNvPr id="8" name="object 8"/>
          <p:cNvSpPr txBox="1"/>
          <p:nvPr/>
        </p:nvSpPr>
        <p:spPr>
          <a:xfrm>
            <a:off x="3726307" y="3305683"/>
            <a:ext cx="3120390"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Calibri" panose="020F0502020204030204"/>
                <a:cs typeface="Calibri" panose="020F0502020204030204"/>
              </a:rPr>
              <a:t>Next</a:t>
            </a:r>
            <a:r>
              <a:rPr sz="1200" b="1" spc="-25" dirty="0">
                <a:latin typeface="Calibri" panose="020F0502020204030204"/>
                <a:cs typeface="Calibri" panose="020F0502020204030204"/>
              </a:rPr>
              <a:t> </a:t>
            </a:r>
            <a:r>
              <a:rPr sz="1200" b="1" dirty="0">
                <a:latin typeface="Calibri" panose="020F0502020204030204"/>
                <a:cs typeface="Calibri" panose="020F0502020204030204"/>
              </a:rPr>
              <a:t>date</a:t>
            </a:r>
            <a:r>
              <a:rPr sz="1200" b="1" spc="-25" dirty="0">
                <a:latin typeface="Calibri" panose="020F0502020204030204"/>
                <a:cs typeface="Calibri" panose="020F0502020204030204"/>
              </a:rPr>
              <a:t> </a:t>
            </a:r>
            <a:r>
              <a:rPr sz="1200" b="1" dirty="0">
                <a:latin typeface="Calibri" panose="020F0502020204030204"/>
                <a:cs typeface="Calibri" panose="020F0502020204030204"/>
              </a:rPr>
              <a:t>Output</a:t>
            </a:r>
            <a:r>
              <a:rPr sz="1200" b="1" spc="-25" dirty="0">
                <a:latin typeface="Calibri" panose="020F0502020204030204"/>
                <a:cs typeface="Calibri" panose="020F0502020204030204"/>
              </a:rPr>
              <a:t> </a:t>
            </a:r>
            <a:r>
              <a:rPr sz="1200" b="1" dirty="0">
                <a:latin typeface="Calibri" panose="020F0502020204030204"/>
                <a:cs typeface="Calibri" panose="020F0502020204030204"/>
              </a:rPr>
              <a:t>Boundary</a:t>
            </a:r>
            <a:r>
              <a:rPr sz="1200" b="1" spc="-30" dirty="0">
                <a:latin typeface="Calibri" panose="020F0502020204030204"/>
                <a:cs typeface="Calibri" panose="020F0502020204030204"/>
              </a:rPr>
              <a:t> </a:t>
            </a:r>
            <a:r>
              <a:rPr sz="1200" b="1" dirty="0">
                <a:latin typeface="Calibri" panose="020F0502020204030204"/>
                <a:cs typeface="Calibri" panose="020F0502020204030204"/>
              </a:rPr>
              <a:t>Value</a:t>
            </a:r>
            <a:r>
              <a:rPr sz="1200" b="1" spc="-35" dirty="0">
                <a:latin typeface="Calibri" panose="020F0502020204030204"/>
                <a:cs typeface="Calibri" panose="020F0502020204030204"/>
              </a:rPr>
              <a:t> </a:t>
            </a:r>
            <a:r>
              <a:rPr sz="1200" b="1" dirty="0">
                <a:latin typeface="Calibri" panose="020F0502020204030204"/>
                <a:cs typeface="Calibri" panose="020F0502020204030204"/>
              </a:rPr>
              <a:t>Analysis</a:t>
            </a:r>
            <a:r>
              <a:rPr sz="1200" b="1" spc="-35" dirty="0">
                <a:latin typeface="Calibri" panose="020F0502020204030204"/>
                <a:cs typeface="Calibri" panose="020F0502020204030204"/>
              </a:rPr>
              <a:t> </a:t>
            </a:r>
            <a:r>
              <a:rPr sz="1200" b="1" spc="-10" dirty="0">
                <a:latin typeface="Calibri" panose="020F0502020204030204"/>
                <a:cs typeface="Calibri" panose="020F0502020204030204"/>
              </a:rPr>
              <a:t>Cases</a:t>
            </a:r>
            <a:endParaRPr sz="1200">
              <a:latin typeface="Calibri" panose="020F0502020204030204"/>
              <a:cs typeface="Calibri" panose="020F0502020204030204"/>
            </a:endParaRPr>
          </a:p>
        </p:txBody>
      </p:sp>
      <p:graphicFrame>
        <p:nvGraphicFramePr>
          <p:cNvPr id="9" name="object 9"/>
          <p:cNvGraphicFramePr>
            <a:graphicFrameLocks noGrp="1"/>
          </p:cNvGraphicFramePr>
          <p:nvPr/>
        </p:nvGraphicFramePr>
        <p:xfrm>
          <a:off x="568451" y="3511930"/>
          <a:ext cx="9514840" cy="2916555"/>
        </p:xfrm>
        <a:graphic>
          <a:graphicData uri="http://schemas.openxmlformats.org/drawingml/2006/table">
            <a:tbl>
              <a:tblPr firstRow="1" bandRow="1">
                <a:tableStyleId>{2D5ABB26-0587-4C30-8999-92F81FD0307C}</a:tableStyleId>
              </a:tblPr>
              <a:tblGrid>
                <a:gridCol w="601980"/>
                <a:gridCol w="2712720"/>
                <a:gridCol w="577214"/>
                <a:gridCol w="441325"/>
                <a:gridCol w="523875"/>
                <a:gridCol w="570864"/>
                <a:gridCol w="513079"/>
                <a:gridCol w="457200"/>
                <a:gridCol w="570865"/>
                <a:gridCol w="400050"/>
                <a:gridCol w="456565"/>
                <a:gridCol w="570865"/>
                <a:gridCol w="1028065"/>
              </a:tblGrid>
              <a:tr h="205104">
                <a:tc rowSpan="2">
                  <a:txBody>
                    <a:bodyPr/>
                    <a:lstStyle/>
                    <a:p>
                      <a:pPr>
                        <a:lnSpc>
                          <a:spcPct val="100000"/>
                        </a:lnSpc>
                        <a:spcBef>
                          <a:spcPts val="170"/>
                        </a:spcBef>
                      </a:pPr>
                      <a:endParaRPr sz="1200">
                        <a:latin typeface="Times New Roman" panose="02020603050405020304"/>
                        <a:cs typeface="Times New Roman" panose="02020603050405020304"/>
                      </a:endParaRPr>
                    </a:p>
                    <a:p>
                      <a:pPr marL="76200">
                        <a:lnSpc>
                          <a:spcPct val="100000"/>
                        </a:lnSpc>
                      </a:pPr>
                      <a:r>
                        <a:rPr sz="1200" b="1" dirty="0">
                          <a:latin typeface="Calibri" panose="020F0502020204030204"/>
                          <a:cs typeface="Calibri" panose="020F0502020204030204"/>
                        </a:rPr>
                        <a:t>Case</a:t>
                      </a:r>
                      <a:r>
                        <a:rPr sz="1200" b="1" spc="-25" dirty="0">
                          <a:latin typeface="Calibri" panose="020F0502020204030204"/>
                          <a:cs typeface="Calibri" panose="020F0502020204030204"/>
                        </a:rPr>
                        <a:t> Id</a:t>
                      </a:r>
                      <a:endParaRPr sz="1200">
                        <a:latin typeface="Calibri" panose="020F0502020204030204"/>
                        <a:cs typeface="Calibri" panose="020F0502020204030204"/>
                      </a:endParaRPr>
                    </a:p>
                  </a:txBody>
                  <a:tcPr marL="0" marR="0" marT="2159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rowSpan="2">
                  <a:txBody>
                    <a:bodyPr/>
                    <a:lstStyle/>
                    <a:p>
                      <a:pPr>
                        <a:lnSpc>
                          <a:spcPct val="100000"/>
                        </a:lnSpc>
                        <a:spcBef>
                          <a:spcPts val="170"/>
                        </a:spcBef>
                      </a:pPr>
                      <a:endParaRPr sz="1200">
                        <a:latin typeface="Times New Roman" panose="02020603050405020304"/>
                        <a:cs typeface="Times New Roman" panose="02020603050405020304"/>
                      </a:endParaRPr>
                    </a:p>
                    <a:p>
                      <a:pPr algn="ctr">
                        <a:lnSpc>
                          <a:spcPct val="100000"/>
                        </a:lnSpc>
                      </a:pPr>
                      <a:r>
                        <a:rPr sz="1200" b="1" spc="-10" dirty="0">
                          <a:latin typeface="Calibri" panose="020F0502020204030204"/>
                          <a:cs typeface="Calibri" panose="020F0502020204030204"/>
                        </a:rPr>
                        <a:t>Description</a:t>
                      </a:r>
                      <a:endParaRPr sz="1200">
                        <a:latin typeface="Calibri" panose="020F0502020204030204"/>
                        <a:cs typeface="Calibri" panose="020F0502020204030204"/>
                      </a:endParaRPr>
                    </a:p>
                  </a:txBody>
                  <a:tcPr marL="0" marR="0" marT="2159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gridSpan="3">
                  <a:txBody>
                    <a:bodyPr/>
                    <a:lstStyle/>
                    <a:p>
                      <a:pPr marL="435610">
                        <a:lnSpc>
                          <a:spcPct val="100000"/>
                        </a:lnSpc>
                        <a:spcBef>
                          <a:spcPts val="20"/>
                        </a:spcBef>
                      </a:pPr>
                      <a:r>
                        <a:rPr sz="1200" b="1" dirty="0">
                          <a:latin typeface="Calibri" panose="020F0502020204030204"/>
                          <a:cs typeface="Calibri" panose="020F0502020204030204"/>
                        </a:rPr>
                        <a:t>Input</a:t>
                      </a:r>
                      <a:r>
                        <a:rPr sz="1200" b="1" spc="-35" dirty="0">
                          <a:latin typeface="Calibri" panose="020F0502020204030204"/>
                          <a:cs typeface="Calibri" panose="020F0502020204030204"/>
                        </a:rPr>
                        <a:t> </a:t>
                      </a:r>
                      <a:r>
                        <a:rPr sz="1200" b="1" spc="-20" dirty="0">
                          <a:latin typeface="Calibri" panose="020F0502020204030204"/>
                          <a:cs typeface="Calibri" panose="020F0502020204030204"/>
                        </a:rPr>
                        <a:t>Data</a:t>
                      </a:r>
                      <a:endParaRPr sz="1200">
                        <a:latin typeface="Calibri" panose="020F0502020204030204"/>
                        <a:cs typeface="Calibri" panose="020F0502020204030204"/>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cPr marL="0" marR="0" marT="0" marB="0"/>
                </a:tc>
                <a:tc hMerge="1">
                  <a:tcPr marL="0" marR="0" marT="0" marB="0"/>
                </a:tc>
                <a:tc gridSpan="3">
                  <a:txBody>
                    <a:bodyPr/>
                    <a:lstStyle/>
                    <a:p>
                      <a:pPr marL="237490">
                        <a:lnSpc>
                          <a:spcPct val="100000"/>
                        </a:lnSpc>
                        <a:spcBef>
                          <a:spcPts val="20"/>
                        </a:spcBef>
                      </a:pPr>
                      <a:r>
                        <a:rPr sz="1200" b="1" dirty="0">
                          <a:latin typeface="Calibri" panose="020F0502020204030204"/>
                          <a:cs typeface="Calibri" panose="020F0502020204030204"/>
                        </a:rPr>
                        <a:t>Expected</a:t>
                      </a:r>
                      <a:r>
                        <a:rPr sz="1200" b="1" spc="-20" dirty="0">
                          <a:latin typeface="Calibri" panose="020F0502020204030204"/>
                          <a:cs typeface="Calibri" panose="020F0502020204030204"/>
                        </a:rPr>
                        <a:t> </a:t>
                      </a:r>
                      <a:r>
                        <a:rPr sz="1200" b="1" spc="-10" dirty="0">
                          <a:latin typeface="Calibri" panose="020F0502020204030204"/>
                          <a:cs typeface="Calibri" panose="020F0502020204030204"/>
                        </a:rPr>
                        <a:t>Output</a:t>
                      </a:r>
                      <a:endParaRPr sz="1200">
                        <a:latin typeface="Calibri" panose="020F0502020204030204"/>
                        <a:cs typeface="Calibri" panose="020F0502020204030204"/>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cPr marL="0" marR="0" marT="0" marB="0"/>
                </a:tc>
                <a:tc hMerge="1">
                  <a:tcPr marL="0" marR="0" marT="0" marB="0"/>
                </a:tc>
                <a:tc gridSpan="3">
                  <a:txBody>
                    <a:bodyPr/>
                    <a:lstStyle/>
                    <a:p>
                      <a:pPr marL="278765">
                        <a:lnSpc>
                          <a:spcPct val="100000"/>
                        </a:lnSpc>
                        <a:spcBef>
                          <a:spcPts val="20"/>
                        </a:spcBef>
                      </a:pPr>
                      <a:r>
                        <a:rPr sz="1200" b="1" dirty="0">
                          <a:latin typeface="Calibri" panose="020F0502020204030204"/>
                          <a:cs typeface="Calibri" panose="020F0502020204030204"/>
                        </a:rPr>
                        <a:t>Actual</a:t>
                      </a:r>
                      <a:r>
                        <a:rPr sz="1200" b="1" spc="-20" dirty="0">
                          <a:latin typeface="Calibri" panose="020F0502020204030204"/>
                          <a:cs typeface="Calibri" panose="020F0502020204030204"/>
                        </a:rPr>
                        <a:t> </a:t>
                      </a:r>
                      <a:r>
                        <a:rPr sz="1200" b="1" spc="-10" dirty="0">
                          <a:latin typeface="Calibri" panose="020F0502020204030204"/>
                          <a:cs typeface="Calibri" panose="020F0502020204030204"/>
                        </a:rPr>
                        <a:t>output</a:t>
                      </a:r>
                      <a:endParaRPr sz="1200">
                        <a:latin typeface="Calibri" panose="020F0502020204030204"/>
                        <a:cs typeface="Calibri" panose="020F0502020204030204"/>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cPr marL="0" marR="0" marT="0" marB="0"/>
                </a:tc>
                <a:tc hMerge="1">
                  <a:tcPr marL="0" marR="0" marT="0" marB="0"/>
                </a:tc>
                <a:tc rowSpan="2">
                  <a:txBody>
                    <a:bodyPr/>
                    <a:lstStyle/>
                    <a:p>
                      <a:pPr>
                        <a:lnSpc>
                          <a:spcPct val="100000"/>
                        </a:lnSpc>
                        <a:spcBef>
                          <a:spcPts val="170"/>
                        </a:spcBef>
                      </a:pPr>
                      <a:endParaRPr sz="1200">
                        <a:latin typeface="Times New Roman" panose="02020603050405020304"/>
                        <a:cs typeface="Times New Roman" panose="02020603050405020304"/>
                      </a:endParaRPr>
                    </a:p>
                    <a:p>
                      <a:pPr marL="86360">
                        <a:lnSpc>
                          <a:spcPct val="100000"/>
                        </a:lnSpc>
                      </a:pPr>
                      <a:r>
                        <a:rPr sz="1200" b="1" spc="-10" dirty="0">
                          <a:latin typeface="Calibri" panose="020F0502020204030204"/>
                          <a:cs typeface="Calibri" panose="020F0502020204030204"/>
                        </a:rPr>
                        <a:t>Status</a:t>
                      </a:r>
                      <a:endParaRPr sz="1200">
                        <a:latin typeface="Calibri" panose="020F0502020204030204"/>
                        <a:cs typeface="Calibri" panose="020F0502020204030204"/>
                      </a:endParaRPr>
                    </a:p>
                  </a:txBody>
                  <a:tcPr marL="0" marR="0" marT="2159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rowSpan="2">
                  <a:txBody>
                    <a:bodyPr/>
                    <a:lstStyle/>
                    <a:p>
                      <a:pPr>
                        <a:lnSpc>
                          <a:spcPct val="100000"/>
                        </a:lnSpc>
                        <a:spcBef>
                          <a:spcPts val="170"/>
                        </a:spcBef>
                      </a:pPr>
                      <a:endParaRPr sz="1200">
                        <a:latin typeface="Times New Roman" panose="02020603050405020304"/>
                        <a:cs typeface="Times New Roman" panose="02020603050405020304"/>
                      </a:endParaRPr>
                    </a:p>
                    <a:p>
                      <a:pPr marL="202565">
                        <a:lnSpc>
                          <a:spcPct val="100000"/>
                        </a:lnSpc>
                      </a:pPr>
                      <a:r>
                        <a:rPr sz="1200" b="1" spc="-10" dirty="0">
                          <a:latin typeface="Calibri" panose="020F0502020204030204"/>
                          <a:cs typeface="Calibri" panose="020F0502020204030204"/>
                        </a:rPr>
                        <a:t>Comment</a:t>
                      </a:r>
                      <a:endParaRPr sz="1200">
                        <a:latin typeface="Calibri" panose="020F0502020204030204"/>
                        <a:cs typeface="Calibri" panose="020F0502020204030204"/>
                      </a:endParaRPr>
                    </a:p>
                  </a:txBody>
                  <a:tcPr marL="0" marR="0" marT="2159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388620">
                <a:tc vMerge="1">
                  <a:tcPr marL="0" marR="0" marT="2159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cPr marL="0" marR="0" marT="2159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730"/>
                        </a:spcBef>
                      </a:pPr>
                      <a:r>
                        <a:rPr sz="1200" b="1" spc="-10" dirty="0">
                          <a:latin typeface="Calibri" panose="020F0502020204030204"/>
                          <a:cs typeface="Calibri" panose="020F0502020204030204"/>
                        </a:rPr>
                        <a:t>Month</a:t>
                      </a:r>
                      <a:endParaRPr sz="1200">
                        <a:latin typeface="Calibri" panose="020F0502020204030204"/>
                        <a:cs typeface="Calibri" panose="020F0502020204030204"/>
                      </a:endParaRPr>
                    </a:p>
                  </a:txBody>
                  <a:tcPr marL="0" marR="0" marT="927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730"/>
                        </a:spcBef>
                      </a:pPr>
                      <a:r>
                        <a:rPr sz="1200" b="1" spc="-25" dirty="0">
                          <a:latin typeface="Calibri" panose="020F0502020204030204"/>
                          <a:cs typeface="Calibri" panose="020F0502020204030204"/>
                        </a:rPr>
                        <a:t>day</a:t>
                      </a:r>
                      <a:endParaRPr sz="1200">
                        <a:latin typeface="Calibri" panose="020F0502020204030204"/>
                        <a:cs typeface="Calibri" panose="020F0502020204030204"/>
                      </a:endParaRPr>
                    </a:p>
                  </a:txBody>
                  <a:tcPr marL="0" marR="0" marT="927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730"/>
                        </a:spcBef>
                      </a:pPr>
                      <a:r>
                        <a:rPr sz="1200" b="1" spc="-20" dirty="0">
                          <a:latin typeface="Calibri" panose="020F0502020204030204"/>
                          <a:cs typeface="Calibri" panose="020F0502020204030204"/>
                        </a:rPr>
                        <a:t>year</a:t>
                      </a:r>
                      <a:endParaRPr sz="1200">
                        <a:latin typeface="Calibri" panose="020F0502020204030204"/>
                        <a:cs typeface="Calibri" panose="020F0502020204030204"/>
                      </a:endParaRPr>
                    </a:p>
                  </a:txBody>
                  <a:tcPr marL="0" marR="0" marT="927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730"/>
                        </a:spcBef>
                      </a:pPr>
                      <a:r>
                        <a:rPr sz="1200" b="1" spc="-10" dirty="0">
                          <a:latin typeface="Calibri" panose="020F0502020204030204"/>
                          <a:cs typeface="Calibri" panose="020F0502020204030204"/>
                        </a:rPr>
                        <a:t>Month</a:t>
                      </a:r>
                      <a:endParaRPr sz="1200">
                        <a:latin typeface="Calibri" panose="020F0502020204030204"/>
                        <a:cs typeface="Calibri" panose="020F0502020204030204"/>
                      </a:endParaRPr>
                    </a:p>
                  </a:txBody>
                  <a:tcPr marL="0" marR="0" marT="927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730"/>
                        </a:spcBef>
                      </a:pPr>
                      <a:r>
                        <a:rPr sz="1200" b="1" spc="-25" dirty="0">
                          <a:latin typeface="Calibri" panose="020F0502020204030204"/>
                          <a:cs typeface="Calibri" panose="020F0502020204030204"/>
                        </a:rPr>
                        <a:t>day</a:t>
                      </a:r>
                      <a:endParaRPr sz="1200">
                        <a:latin typeface="Calibri" panose="020F0502020204030204"/>
                        <a:cs typeface="Calibri" panose="020F0502020204030204"/>
                      </a:endParaRPr>
                    </a:p>
                  </a:txBody>
                  <a:tcPr marL="0" marR="0" marT="927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730"/>
                        </a:spcBef>
                      </a:pPr>
                      <a:r>
                        <a:rPr sz="1200" b="1" spc="-20" dirty="0">
                          <a:latin typeface="Calibri" panose="020F0502020204030204"/>
                          <a:cs typeface="Calibri" panose="020F0502020204030204"/>
                        </a:rPr>
                        <a:t>year</a:t>
                      </a:r>
                      <a:endParaRPr sz="1200">
                        <a:latin typeface="Calibri" panose="020F0502020204030204"/>
                        <a:cs typeface="Calibri" panose="020F0502020204030204"/>
                      </a:endParaRPr>
                    </a:p>
                  </a:txBody>
                  <a:tcPr marL="0" marR="0" marT="927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9850">
                        <a:lnSpc>
                          <a:spcPct val="100000"/>
                        </a:lnSpc>
                        <a:spcBef>
                          <a:spcPts val="730"/>
                        </a:spcBef>
                      </a:pPr>
                      <a:r>
                        <a:rPr sz="1200" b="1" spc="-10" dirty="0">
                          <a:latin typeface="Calibri" panose="020F0502020204030204"/>
                          <a:cs typeface="Calibri" panose="020F0502020204030204"/>
                        </a:rPr>
                        <a:t>Month</a:t>
                      </a:r>
                      <a:endParaRPr sz="1200">
                        <a:latin typeface="Calibri" panose="020F0502020204030204"/>
                        <a:cs typeface="Calibri" panose="020F0502020204030204"/>
                      </a:endParaRPr>
                    </a:p>
                  </a:txBody>
                  <a:tcPr marL="0" marR="0" marT="927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85090">
                        <a:lnSpc>
                          <a:spcPct val="100000"/>
                        </a:lnSpc>
                        <a:spcBef>
                          <a:spcPts val="730"/>
                        </a:spcBef>
                      </a:pPr>
                      <a:r>
                        <a:rPr sz="1200" b="1" spc="-25" dirty="0">
                          <a:latin typeface="Calibri" panose="020F0502020204030204"/>
                          <a:cs typeface="Calibri" panose="020F0502020204030204"/>
                        </a:rPr>
                        <a:t>day</a:t>
                      </a:r>
                      <a:endParaRPr sz="1200">
                        <a:latin typeface="Calibri" panose="020F0502020204030204"/>
                        <a:cs typeface="Calibri" panose="020F0502020204030204"/>
                      </a:endParaRPr>
                    </a:p>
                  </a:txBody>
                  <a:tcPr marL="0" marR="0" marT="927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88265">
                        <a:lnSpc>
                          <a:spcPct val="100000"/>
                        </a:lnSpc>
                        <a:spcBef>
                          <a:spcPts val="730"/>
                        </a:spcBef>
                      </a:pPr>
                      <a:r>
                        <a:rPr sz="1200" b="1" spc="-20" dirty="0">
                          <a:latin typeface="Calibri" panose="020F0502020204030204"/>
                          <a:cs typeface="Calibri" panose="020F0502020204030204"/>
                        </a:rPr>
                        <a:t>year</a:t>
                      </a:r>
                      <a:endParaRPr sz="1200">
                        <a:latin typeface="Calibri" panose="020F0502020204030204"/>
                        <a:cs typeface="Calibri" panose="020F0502020204030204"/>
                      </a:endParaRPr>
                    </a:p>
                  </a:txBody>
                  <a:tcPr marL="0" marR="0" marT="927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cPr marL="0" marR="0" marT="2159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cPr marL="0" marR="0" marT="2159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310515">
                <a:tc>
                  <a:txBody>
                    <a:bodyPr/>
                    <a:lstStyle/>
                    <a:p>
                      <a:pPr algn="ctr">
                        <a:lnSpc>
                          <a:spcPct val="100000"/>
                        </a:lnSpc>
                        <a:spcBef>
                          <a:spcPts val="900"/>
                        </a:spcBef>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11430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ct val="100000"/>
                        </a:lnSpc>
                        <a:spcBef>
                          <a:spcPts val="900"/>
                        </a:spcBef>
                      </a:pPr>
                      <a:r>
                        <a:rPr sz="1200" dirty="0">
                          <a:latin typeface="Calibri" panose="020F0502020204030204"/>
                          <a:cs typeface="Calibri" panose="020F0502020204030204"/>
                        </a:rPr>
                        <a:t>Enter</a:t>
                      </a:r>
                      <a:r>
                        <a:rPr sz="1200" spc="-15" dirty="0">
                          <a:latin typeface="Calibri" panose="020F0502020204030204"/>
                          <a:cs typeface="Calibri" panose="020F0502020204030204"/>
                        </a:rPr>
                        <a:t> </a:t>
                      </a:r>
                      <a:r>
                        <a:rPr sz="1200" dirty="0">
                          <a:latin typeface="Calibri" panose="020F0502020204030204"/>
                          <a:cs typeface="Calibri" panose="020F0502020204030204"/>
                        </a:rPr>
                        <a:t>the</a:t>
                      </a:r>
                      <a:r>
                        <a:rPr sz="1200" spc="-20" dirty="0">
                          <a:latin typeface="Calibri" panose="020F0502020204030204"/>
                          <a:cs typeface="Calibri" panose="020F0502020204030204"/>
                        </a:rPr>
                        <a:t> </a:t>
                      </a:r>
                      <a:r>
                        <a:rPr sz="1200" dirty="0">
                          <a:latin typeface="Calibri" panose="020F0502020204030204"/>
                          <a:cs typeface="Calibri" panose="020F0502020204030204"/>
                        </a:rPr>
                        <a:t>min</a:t>
                      </a:r>
                      <a:r>
                        <a:rPr sz="1200" spc="-10" dirty="0">
                          <a:latin typeface="Calibri" panose="020F0502020204030204"/>
                          <a:cs typeface="Calibri" panose="020F0502020204030204"/>
                        </a:rPr>
                        <a:t> </a:t>
                      </a:r>
                      <a:r>
                        <a:rPr sz="1200" dirty="0">
                          <a:latin typeface="Calibri" panose="020F0502020204030204"/>
                          <a:cs typeface="Calibri" panose="020F0502020204030204"/>
                        </a:rPr>
                        <a:t>value</a:t>
                      </a:r>
                      <a:r>
                        <a:rPr sz="1200" spc="-25" dirty="0">
                          <a:latin typeface="Calibri" panose="020F0502020204030204"/>
                          <a:cs typeface="Calibri" panose="020F0502020204030204"/>
                        </a:rPr>
                        <a:t> </a:t>
                      </a:r>
                      <a:r>
                        <a:rPr sz="1200" dirty="0">
                          <a:latin typeface="Calibri" panose="020F0502020204030204"/>
                          <a:cs typeface="Calibri" panose="020F0502020204030204"/>
                        </a:rPr>
                        <a:t>month,</a:t>
                      </a:r>
                      <a:r>
                        <a:rPr sz="1200" spc="-10" dirty="0">
                          <a:latin typeface="Calibri" panose="020F0502020204030204"/>
                          <a:cs typeface="Calibri" panose="020F0502020204030204"/>
                        </a:rPr>
                        <a:t> </a:t>
                      </a:r>
                      <a:r>
                        <a:rPr sz="1200" dirty="0">
                          <a:latin typeface="Calibri" panose="020F0502020204030204"/>
                          <a:cs typeface="Calibri" panose="020F0502020204030204"/>
                        </a:rPr>
                        <a:t>day</a:t>
                      </a:r>
                      <a:r>
                        <a:rPr sz="1200" spc="-15" dirty="0">
                          <a:latin typeface="Calibri" panose="020F0502020204030204"/>
                          <a:cs typeface="Calibri" panose="020F0502020204030204"/>
                        </a:rPr>
                        <a:t> </a:t>
                      </a:r>
                      <a:r>
                        <a:rPr sz="1200" dirty="0">
                          <a:latin typeface="Calibri" panose="020F0502020204030204"/>
                          <a:cs typeface="Calibri" panose="020F0502020204030204"/>
                        </a:rPr>
                        <a:t>and</a:t>
                      </a:r>
                      <a:r>
                        <a:rPr sz="1200" spc="-10" dirty="0">
                          <a:latin typeface="Calibri" panose="020F0502020204030204"/>
                          <a:cs typeface="Calibri" panose="020F0502020204030204"/>
                        </a:rPr>
                        <a:t> </a:t>
                      </a:r>
                      <a:r>
                        <a:rPr sz="1200" spc="-20" dirty="0">
                          <a:latin typeface="Calibri" panose="020F0502020204030204"/>
                          <a:cs typeface="Calibri" panose="020F0502020204030204"/>
                        </a:rPr>
                        <a:t>year</a:t>
                      </a:r>
                      <a:endParaRPr sz="1200">
                        <a:latin typeface="Calibri" panose="020F0502020204030204"/>
                        <a:cs typeface="Calibri" panose="020F0502020204030204"/>
                      </a:endParaRPr>
                    </a:p>
                  </a:txBody>
                  <a:tcPr marL="0" marR="0" marT="11430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900"/>
                        </a:spcBef>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11430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900"/>
                        </a:spcBef>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11430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900"/>
                        </a:spcBef>
                      </a:pPr>
                      <a:r>
                        <a:rPr sz="1200" spc="-20" dirty="0">
                          <a:latin typeface="Calibri" panose="020F0502020204030204"/>
                          <a:cs typeface="Calibri" panose="020F0502020204030204"/>
                        </a:rPr>
                        <a:t>1812</a:t>
                      </a:r>
                      <a:endParaRPr sz="1200">
                        <a:latin typeface="Calibri" panose="020F0502020204030204"/>
                        <a:cs typeface="Calibri" panose="020F0502020204030204"/>
                      </a:endParaRPr>
                    </a:p>
                  </a:txBody>
                  <a:tcPr marL="0" marR="0" marT="11430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900"/>
                        </a:spcBef>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11430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900"/>
                        </a:spcBef>
                      </a:pPr>
                      <a:r>
                        <a:rPr sz="1200" spc="-50" dirty="0">
                          <a:latin typeface="Calibri" panose="020F0502020204030204"/>
                          <a:cs typeface="Calibri" panose="020F0502020204030204"/>
                        </a:rPr>
                        <a:t>2</a:t>
                      </a:r>
                      <a:endParaRPr sz="1200">
                        <a:latin typeface="Calibri" panose="020F0502020204030204"/>
                        <a:cs typeface="Calibri" panose="020F0502020204030204"/>
                      </a:endParaRPr>
                    </a:p>
                  </a:txBody>
                  <a:tcPr marL="0" marR="0" marT="11430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900"/>
                        </a:spcBef>
                      </a:pPr>
                      <a:r>
                        <a:rPr sz="1200" spc="-20" dirty="0">
                          <a:latin typeface="Calibri" panose="020F0502020204030204"/>
                          <a:cs typeface="Calibri" panose="020F0502020204030204"/>
                        </a:rPr>
                        <a:t>1812</a:t>
                      </a:r>
                      <a:endParaRPr sz="1200">
                        <a:latin typeface="Calibri" panose="020F0502020204030204"/>
                        <a:cs typeface="Calibri" panose="020F0502020204030204"/>
                      </a:endParaRPr>
                    </a:p>
                  </a:txBody>
                  <a:tcPr marL="0" marR="0" marT="11430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396240">
                <a:tc>
                  <a:txBody>
                    <a:bodyPr/>
                    <a:lstStyle/>
                    <a:p>
                      <a:pPr>
                        <a:lnSpc>
                          <a:spcPct val="100000"/>
                        </a:lnSpc>
                        <a:spcBef>
                          <a:spcPts val="190"/>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2</a:t>
                      </a:r>
                      <a:endParaRPr sz="1200">
                        <a:latin typeface="Calibri" panose="020F0502020204030204"/>
                        <a:cs typeface="Calibri" panose="020F0502020204030204"/>
                      </a:endParaRPr>
                    </a:p>
                  </a:txBody>
                  <a:tcPr marL="0" marR="0" marT="2413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178435">
                        <a:lnSpc>
                          <a:spcPct val="102000"/>
                        </a:lnSpc>
                        <a:spcBef>
                          <a:spcPts val="10"/>
                        </a:spcBef>
                      </a:pPr>
                      <a:r>
                        <a:rPr sz="1200" dirty="0">
                          <a:latin typeface="Calibri" panose="020F0502020204030204"/>
                          <a:cs typeface="Calibri" panose="020F0502020204030204"/>
                        </a:rPr>
                        <a:t>Enter</a:t>
                      </a:r>
                      <a:r>
                        <a:rPr sz="1200" spc="-10" dirty="0">
                          <a:latin typeface="Calibri" panose="020F0502020204030204"/>
                          <a:cs typeface="Calibri" panose="020F0502020204030204"/>
                        </a:rPr>
                        <a:t> </a:t>
                      </a:r>
                      <a:r>
                        <a:rPr sz="1200" dirty="0">
                          <a:latin typeface="Calibri" panose="020F0502020204030204"/>
                          <a:cs typeface="Calibri" panose="020F0502020204030204"/>
                        </a:rPr>
                        <a:t>the</a:t>
                      </a:r>
                      <a:r>
                        <a:rPr sz="1200" spc="-20" dirty="0">
                          <a:latin typeface="Calibri" panose="020F0502020204030204"/>
                          <a:cs typeface="Calibri" panose="020F0502020204030204"/>
                        </a:rPr>
                        <a:t> </a:t>
                      </a:r>
                      <a:r>
                        <a:rPr sz="1200" dirty="0">
                          <a:latin typeface="Calibri" panose="020F0502020204030204"/>
                          <a:cs typeface="Calibri" panose="020F0502020204030204"/>
                        </a:rPr>
                        <a:t>min+1</a:t>
                      </a:r>
                      <a:r>
                        <a:rPr sz="1200" spc="-10" dirty="0">
                          <a:latin typeface="Calibri" panose="020F0502020204030204"/>
                          <a:cs typeface="Calibri" panose="020F0502020204030204"/>
                        </a:rPr>
                        <a:t> </a:t>
                      </a:r>
                      <a:r>
                        <a:rPr sz="1200" dirty="0">
                          <a:latin typeface="Calibri" panose="020F0502020204030204"/>
                          <a:cs typeface="Calibri" panose="020F0502020204030204"/>
                        </a:rPr>
                        <a:t>value</a:t>
                      </a:r>
                      <a:r>
                        <a:rPr sz="1200" spc="-15" dirty="0">
                          <a:latin typeface="Calibri" panose="020F0502020204030204"/>
                          <a:cs typeface="Calibri" panose="020F0502020204030204"/>
                        </a:rPr>
                        <a:t> </a:t>
                      </a:r>
                      <a:r>
                        <a:rPr sz="1200" dirty="0">
                          <a:latin typeface="Calibri" panose="020F0502020204030204"/>
                          <a:cs typeface="Calibri" panose="020F0502020204030204"/>
                        </a:rPr>
                        <a:t>for</a:t>
                      </a:r>
                      <a:r>
                        <a:rPr sz="1200" spc="250" dirty="0">
                          <a:latin typeface="Calibri" panose="020F0502020204030204"/>
                          <a:cs typeface="Calibri" panose="020F0502020204030204"/>
                        </a:rPr>
                        <a:t> </a:t>
                      </a:r>
                      <a:r>
                        <a:rPr sz="1200" dirty="0">
                          <a:latin typeface="Calibri" panose="020F0502020204030204"/>
                          <a:cs typeface="Calibri" panose="020F0502020204030204"/>
                        </a:rPr>
                        <a:t>year</a:t>
                      </a:r>
                      <a:r>
                        <a:rPr sz="1200" spc="-25" dirty="0">
                          <a:latin typeface="Calibri" panose="020F0502020204030204"/>
                          <a:cs typeface="Calibri" panose="020F0502020204030204"/>
                        </a:rPr>
                        <a:t> </a:t>
                      </a:r>
                      <a:r>
                        <a:rPr sz="1200" dirty="0">
                          <a:latin typeface="Calibri" panose="020F0502020204030204"/>
                          <a:cs typeface="Calibri" panose="020F0502020204030204"/>
                        </a:rPr>
                        <a:t>and</a:t>
                      </a:r>
                      <a:r>
                        <a:rPr sz="1200" spc="-5" dirty="0">
                          <a:latin typeface="Calibri" panose="020F0502020204030204"/>
                          <a:cs typeface="Calibri" panose="020F0502020204030204"/>
                        </a:rPr>
                        <a:t> </a:t>
                      </a:r>
                      <a:r>
                        <a:rPr sz="1200" spc="-25" dirty="0">
                          <a:latin typeface="Calibri" panose="020F0502020204030204"/>
                          <a:cs typeface="Calibri" panose="020F0502020204030204"/>
                        </a:rPr>
                        <a:t>min </a:t>
                      </a:r>
                      <a:r>
                        <a:rPr sz="1200" dirty="0">
                          <a:latin typeface="Calibri" panose="020F0502020204030204"/>
                          <a:cs typeface="Calibri" panose="020F0502020204030204"/>
                        </a:rPr>
                        <a:t>for</a:t>
                      </a:r>
                      <a:r>
                        <a:rPr sz="1200" spc="-10" dirty="0">
                          <a:latin typeface="Calibri" panose="020F0502020204030204"/>
                          <a:cs typeface="Calibri" panose="020F0502020204030204"/>
                        </a:rPr>
                        <a:t> </a:t>
                      </a:r>
                      <a:r>
                        <a:rPr sz="1200" dirty="0">
                          <a:latin typeface="Calibri" panose="020F0502020204030204"/>
                          <a:cs typeface="Calibri" panose="020F0502020204030204"/>
                        </a:rPr>
                        <a:t>month</a:t>
                      </a:r>
                      <a:r>
                        <a:rPr sz="1200" spc="-20" dirty="0">
                          <a:latin typeface="Calibri" panose="020F0502020204030204"/>
                          <a:cs typeface="Calibri" panose="020F0502020204030204"/>
                        </a:rPr>
                        <a:t> </a:t>
                      </a:r>
                      <a:r>
                        <a:rPr sz="1200" dirty="0">
                          <a:latin typeface="Calibri" panose="020F0502020204030204"/>
                          <a:cs typeface="Calibri" panose="020F0502020204030204"/>
                        </a:rPr>
                        <a:t>and</a:t>
                      </a:r>
                      <a:r>
                        <a:rPr sz="1200" spc="-15" dirty="0">
                          <a:latin typeface="Calibri" panose="020F0502020204030204"/>
                          <a:cs typeface="Calibri" panose="020F0502020204030204"/>
                        </a:rPr>
                        <a:t> </a:t>
                      </a:r>
                      <a:r>
                        <a:rPr sz="1200" spc="-25" dirty="0">
                          <a:latin typeface="Calibri" panose="020F0502020204030204"/>
                          <a:cs typeface="Calibri" panose="020F0502020204030204"/>
                        </a:rPr>
                        <a:t>day</a:t>
                      </a:r>
                      <a:endParaRPr sz="1200">
                        <a:latin typeface="Calibri" panose="020F0502020204030204"/>
                        <a:cs typeface="Calibri" panose="020F0502020204030204"/>
                      </a:endParaRPr>
                    </a:p>
                  </a:txBody>
                  <a:tcPr marL="0" marR="0" marT="127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190"/>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2413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190"/>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2413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190"/>
                        </a:spcBef>
                      </a:pPr>
                      <a:endParaRPr sz="1200">
                        <a:latin typeface="Times New Roman" panose="02020603050405020304"/>
                        <a:cs typeface="Times New Roman" panose="02020603050405020304"/>
                      </a:endParaRPr>
                    </a:p>
                    <a:p>
                      <a:pPr algn="ctr">
                        <a:lnSpc>
                          <a:spcPct val="100000"/>
                        </a:lnSpc>
                      </a:pPr>
                      <a:r>
                        <a:rPr sz="1200" spc="-20" dirty="0">
                          <a:latin typeface="Calibri" panose="020F0502020204030204"/>
                          <a:cs typeface="Calibri" panose="020F0502020204030204"/>
                        </a:rPr>
                        <a:t>1813</a:t>
                      </a:r>
                      <a:endParaRPr sz="1200">
                        <a:latin typeface="Calibri" panose="020F0502020204030204"/>
                        <a:cs typeface="Calibri" panose="020F0502020204030204"/>
                      </a:endParaRPr>
                    </a:p>
                  </a:txBody>
                  <a:tcPr marL="0" marR="0" marT="2413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190"/>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2413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190"/>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2</a:t>
                      </a:r>
                      <a:endParaRPr sz="1200">
                        <a:latin typeface="Calibri" panose="020F0502020204030204"/>
                        <a:cs typeface="Calibri" panose="020F0502020204030204"/>
                      </a:endParaRPr>
                    </a:p>
                  </a:txBody>
                  <a:tcPr marL="0" marR="0" marT="2413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190"/>
                        </a:spcBef>
                      </a:pPr>
                      <a:endParaRPr sz="1200">
                        <a:latin typeface="Times New Roman" panose="02020603050405020304"/>
                        <a:cs typeface="Times New Roman" panose="02020603050405020304"/>
                      </a:endParaRPr>
                    </a:p>
                    <a:p>
                      <a:pPr algn="ctr">
                        <a:lnSpc>
                          <a:spcPct val="100000"/>
                        </a:lnSpc>
                      </a:pPr>
                      <a:r>
                        <a:rPr sz="1200" spc="-20" dirty="0">
                          <a:latin typeface="Calibri" panose="020F0502020204030204"/>
                          <a:cs typeface="Calibri" panose="020F0502020204030204"/>
                        </a:rPr>
                        <a:t>1813</a:t>
                      </a:r>
                      <a:endParaRPr sz="1200">
                        <a:latin typeface="Calibri" panose="020F0502020204030204"/>
                        <a:cs typeface="Calibri" panose="020F0502020204030204"/>
                      </a:endParaRPr>
                    </a:p>
                  </a:txBody>
                  <a:tcPr marL="0" marR="0" marT="2413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415925">
                <a:tc>
                  <a:txBody>
                    <a:bodyPr/>
                    <a:lstStyle/>
                    <a:p>
                      <a:pPr>
                        <a:lnSpc>
                          <a:spcPct val="100000"/>
                        </a:lnSpc>
                        <a:spcBef>
                          <a:spcPts val="345"/>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3</a:t>
                      </a:r>
                      <a:endParaRPr sz="1200">
                        <a:latin typeface="Calibri" panose="020F0502020204030204"/>
                        <a:cs typeface="Calibri" panose="020F0502020204030204"/>
                      </a:endParaRPr>
                    </a:p>
                  </a:txBody>
                  <a:tcPr marL="0" marR="0" marT="438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125095">
                        <a:lnSpc>
                          <a:spcPct val="102000"/>
                        </a:lnSpc>
                        <a:spcBef>
                          <a:spcPts val="95"/>
                        </a:spcBef>
                      </a:pPr>
                      <a:r>
                        <a:rPr sz="1200" dirty="0">
                          <a:latin typeface="Calibri" panose="020F0502020204030204"/>
                          <a:cs typeface="Calibri" panose="020F0502020204030204"/>
                        </a:rPr>
                        <a:t>Enter</a:t>
                      </a:r>
                      <a:r>
                        <a:rPr sz="1200" spc="-10" dirty="0">
                          <a:latin typeface="Calibri" panose="020F0502020204030204"/>
                          <a:cs typeface="Calibri" panose="020F0502020204030204"/>
                        </a:rPr>
                        <a:t> </a:t>
                      </a:r>
                      <a:r>
                        <a:rPr sz="1200" dirty="0">
                          <a:latin typeface="Calibri" panose="020F0502020204030204"/>
                          <a:cs typeface="Calibri" panose="020F0502020204030204"/>
                        </a:rPr>
                        <a:t>the</a:t>
                      </a:r>
                      <a:r>
                        <a:rPr sz="1200" spc="-15" dirty="0">
                          <a:latin typeface="Calibri" panose="020F0502020204030204"/>
                          <a:cs typeface="Calibri" panose="020F0502020204030204"/>
                        </a:rPr>
                        <a:t> </a:t>
                      </a:r>
                      <a:r>
                        <a:rPr sz="1200" dirty="0">
                          <a:latin typeface="Calibri" panose="020F0502020204030204"/>
                          <a:cs typeface="Calibri" panose="020F0502020204030204"/>
                        </a:rPr>
                        <a:t>normal</a:t>
                      </a:r>
                      <a:r>
                        <a:rPr sz="1200" spc="-10" dirty="0">
                          <a:latin typeface="Calibri" panose="020F0502020204030204"/>
                          <a:cs typeface="Calibri" panose="020F0502020204030204"/>
                        </a:rPr>
                        <a:t> </a:t>
                      </a:r>
                      <a:r>
                        <a:rPr sz="1200" dirty="0">
                          <a:latin typeface="Calibri" panose="020F0502020204030204"/>
                          <a:cs typeface="Calibri" panose="020F0502020204030204"/>
                        </a:rPr>
                        <a:t>value</a:t>
                      </a:r>
                      <a:r>
                        <a:rPr sz="1200" spc="-15" dirty="0">
                          <a:latin typeface="Calibri" panose="020F0502020204030204"/>
                          <a:cs typeface="Calibri" panose="020F0502020204030204"/>
                        </a:rPr>
                        <a:t> </a:t>
                      </a:r>
                      <a:r>
                        <a:rPr sz="1200" dirty="0">
                          <a:latin typeface="Calibri" panose="020F0502020204030204"/>
                          <a:cs typeface="Calibri" panose="020F0502020204030204"/>
                        </a:rPr>
                        <a:t>for</a:t>
                      </a:r>
                      <a:r>
                        <a:rPr sz="1200" spc="254" dirty="0">
                          <a:latin typeface="Calibri" panose="020F0502020204030204"/>
                          <a:cs typeface="Calibri" panose="020F0502020204030204"/>
                        </a:rPr>
                        <a:t> </a:t>
                      </a:r>
                      <a:r>
                        <a:rPr sz="1200" dirty="0">
                          <a:latin typeface="Calibri" panose="020F0502020204030204"/>
                          <a:cs typeface="Calibri" panose="020F0502020204030204"/>
                        </a:rPr>
                        <a:t>year</a:t>
                      </a:r>
                      <a:r>
                        <a:rPr sz="1200" spc="-25" dirty="0">
                          <a:latin typeface="Calibri" panose="020F0502020204030204"/>
                          <a:cs typeface="Calibri" panose="020F0502020204030204"/>
                        </a:rPr>
                        <a:t> </a:t>
                      </a:r>
                      <a:r>
                        <a:rPr sz="1200" dirty="0">
                          <a:latin typeface="Calibri" panose="020F0502020204030204"/>
                          <a:cs typeface="Calibri" panose="020F0502020204030204"/>
                        </a:rPr>
                        <a:t>and</a:t>
                      </a:r>
                      <a:r>
                        <a:rPr sz="1200" spc="-5" dirty="0">
                          <a:latin typeface="Calibri" panose="020F0502020204030204"/>
                          <a:cs typeface="Calibri" panose="020F0502020204030204"/>
                        </a:rPr>
                        <a:t> </a:t>
                      </a:r>
                      <a:r>
                        <a:rPr sz="1200" spc="-25" dirty="0">
                          <a:latin typeface="Calibri" panose="020F0502020204030204"/>
                          <a:cs typeface="Calibri" panose="020F0502020204030204"/>
                        </a:rPr>
                        <a:t>min </a:t>
                      </a:r>
                      <a:r>
                        <a:rPr sz="1200" dirty="0">
                          <a:latin typeface="Calibri" panose="020F0502020204030204"/>
                          <a:cs typeface="Calibri" panose="020F0502020204030204"/>
                        </a:rPr>
                        <a:t>for</a:t>
                      </a:r>
                      <a:r>
                        <a:rPr sz="1200" spc="-10" dirty="0">
                          <a:latin typeface="Calibri" panose="020F0502020204030204"/>
                          <a:cs typeface="Calibri" panose="020F0502020204030204"/>
                        </a:rPr>
                        <a:t> </a:t>
                      </a:r>
                      <a:r>
                        <a:rPr sz="1200" dirty="0">
                          <a:latin typeface="Calibri" panose="020F0502020204030204"/>
                          <a:cs typeface="Calibri" panose="020F0502020204030204"/>
                        </a:rPr>
                        <a:t>month</a:t>
                      </a:r>
                      <a:r>
                        <a:rPr sz="1200" spc="-20" dirty="0">
                          <a:latin typeface="Calibri" panose="020F0502020204030204"/>
                          <a:cs typeface="Calibri" panose="020F0502020204030204"/>
                        </a:rPr>
                        <a:t> </a:t>
                      </a:r>
                      <a:r>
                        <a:rPr sz="1200" dirty="0">
                          <a:latin typeface="Calibri" panose="020F0502020204030204"/>
                          <a:cs typeface="Calibri" panose="020F0502020204030204"/>
                        </a:rPr>
                        <a:t>and</a:t>
                      </a:r>
                      <a:r>
                        <a:rPr sz="1200" spc="-15" dirty="0">
                          <a:latin typeface="Calibri" panose="020F0502020204030204"/>
                          <a:cs typeface="Calibri" panose="020F0502020204030204"/>
                        </a:rPr>
                        <a:t> </a:t>
                      </a:r>
                      <a:r>
                        <a:rPr sz="1200" spc="-25" dirty="0">
                          <a:latin typeface="Calibri" panose="020F0502020204030204"/>
                          <a:cs typeface="Calibri" panose="020F0502020204030204"/>
                        </a:rPr>
                        <a:t>day</a:t>
                      </a:r>
                      <a:endParaRPr sz="1200">
                        <a:latin typeface="Calibri" panose="020F0502020204030204"/>
                        <a:cs typeface="Calibri" panose="020F0502020204030204"/>
                      </a:endParaRPr>
                    </a:p>
                  </a:txBody>
                  <a:tcPr marL="0" marR="0" marT="1206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345"/>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438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345"/>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438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345"/>
                        </a:spcBef>
                      </a:pPr>
                      <a:endParaRPr sz="1200">
                        <a:latin typeface="Times New Roman" panose="02020603050405020304"/>
                        <a:cs typeface="Times New Roman" panose="02020603050405020304"/>
                      </a:endParaRPr>
                    </a:p>
                    <a:p>
                      <a:pPr algn="ctr">
                        <a:lnSpc>
                          <a:spcPct val="100000"/>
                        </a:lnSpc>
                      </a:pPr>
                      <a:r>
                        <a:rPr sz="1200" spc="-20" dirty="0">
                          <a:latin typeface="Calibri" panose="020F0502020204030204"/>
                          <a:cs typeface="Calibri" panose="020F0502020204030204"/>
                        </a:rPr>
                        <a:t>1912</a:t>
                      </a:r>
                      <a:endParaRPr sz="1200">
                        <a:latin typeface="Calibri" panose="020F0502020204030204"/>
                        <a:cs typeface="Calibri" panose="020F0502020204030204"/>
                      </a:endParaRPr>
                    </a:p>
                  </a:txBody>
                  <a:tcPr marL="0" marR="0" marT="438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345"/>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438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345"/>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2</a:t>
                      </a:r>
                      <a:endParaRPr sz="1200">
                        <a:latin typeface="Calibri" panose="020F0502020204030204"/>
                        <a:cs typeface="Calibri" panose="020F0502020204030204"/>
                      </a:endParaRPr>
                    </a:p>
                  </a:txBody>
                  <a:tcPr marL="0" marR="0" marT="438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345"/>
                        </a:spcBef>
                      </a:pPr>
                      <a:endParaRPr sz="1200">
                        <a:latin typeface="Times New Roman" panose="02020603050405020304"/>
                        <a:cs typeface="Times New Roman" panose="02020603050405020304"/>
                      </a:endParaRPr>
                    </a:p>
                    <a:p>
                      <a:pPr algn="ctr">
                        <a:lnSpc>
                          <a:spcPct val="100000"/>
                        </a:lnSpc>
                      </a:pPr>
                      <a:r>
                        <a:rPr sz="1200" spc="-20" dirty="0">
                          <a:latin typeface="Calibri" panose="020F0502020204030204"/>
                          <a:cs typeface="Calibri" panose="020F0502020204030204"/>
                        </a:rPr>
                        <a:t>1912</a:t>
                      </a:r>
                      <a:endParaRPr sz="1200">
                        <a:latin typeface="Calibri" panose="020F0502020204030204"/>
                        <a:cs typeface="Calibri" panose="020F0502020204030204"/>
                      </a:endParaRPr>
                    </a:p>
                  </a:txBody>
                  <a:tcPr marL="0" marR="0" marT="438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424815">
                <a:tc>
                  <a:txBody>
                    <a:bodyPr/>
                    <a:lstStyle/>
                    <a:p>
                      <a:pPr>
                        <a:lnSpc>
                          <a:spcPct val="100000"/>
                        </a:lnSpc>
                        <a:spcBef>
                          <a:spcPts val="420"/>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4</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148590">
                        <a:lnSpc>
                          <a:spcPct val="102000"/>
                        </a:lnSpc>
                        <a:spcBef>
                          <a:spcPts val="130"/>
                        </a:spcBef>
                      </a:pPr>
                      <a:r>
                        <a:rPr sz="1200" dirty="0">
                          <a:latin typeface="Calibri" panose="020F0502020204030204"/>
                          <a:cs typeface="Calibri" panose="020F0502020204030204"/>
                        </a:rPr>
                        <a:t>Enter</a:t>
                      </a:r>
                      <a:r>
                        <a:rPr sz="1200" spc="-10" dirty="0">
                          <a:latin typeface="Calibri" panose="020F0502020204030204"/>
                          <a:cs typeface="Calibri" panose="020F0502020204030204"/>
                        </a:rPr>
                        <a:t> </a:t>
                      </a:r>
                      <a:r>
                        <a:rPr sz="1200" dirty="0">
                          <a:latin typeface="Calibri" panose="020F0502020204030204"/>
                          <a:cs typeface="Calibri" panose="020F0502020204030204"/>
                        </a:rPr>
                        <a:t>the</a:t>
                      </a:r>
                      <a:r>
                        <a:rPr sz="1200" spc="-20" dirty="0">
                          <a:latin typeface="Calibri" panose="020F0502020204030204"/>
                          <a:cs typeface="Calibri" panose="020F0502020204030204"/>
                        </a:rPr>
                        <a:t> </a:t>
                      </a:r>
                      <a:r>
                        <a:rPr sz="1200" dirty="0">
                          <a:latin typeface="Calibri" panose="020F0502020204030204"/>
                          <a:cs typeface="Calibri" panose="020F0502020204030204"/>
                        </a:rPr>
                        <a:t>max</a:t>
                      </a:r>
                      <a:r>
                        <a:rPr sz="1200" spc="-10" dirty="0">
                          <a:latin typeface="Calibri" panose="020F0502020204030204"/>
                          <a:cs typeface="Calibri" panose="020F0502020204030204"/>
                        </a:rPr>
                        <a:t> </a:t>
                      </a:r>
                      <a:r>
                        <a:rPr sz="1200" dirty="0">
                          <a:latin typeface="Calibri" panose="020F0502020204030204"/>
                          <a:cs typeface="Calibri" panose="020F0502020204030204"/>
                        </a:rPr>
                        <a:t>-1</a:t>
                      </a:r>
                      <a:r>
                        <a:rPr sz="1200" spc="-20" dirty="0">
                          <a:latin typeface="Calibri" panose="020F0502020204030204"/>
                          <a:cs typeface="Calibri" panose="020F0502020204030204"/>
                        </a:rPr>
                        <a:t> </a:t>
                      </a:r>
                      <a:r>
                        <a:rPr sz="1200" dirty="0">
                          <a:latin typeface="Calibri" panose="020F0502020204030204"/>
                          <a:cs typeface="Calibri" panose="020F0502020204030204"/>
                        </a:rPr>
                        <a:t>value</a:t>
                      </a:r>
                      <a:r>
                        <a:rPr sz="1200" spc="-5" dirty="0">
                          <a:latin typeface="Calibri" panose="020F0502020204030204"/>
                          <a:cs typeface="Calibri" panose="020F0502020204030204"/>
                        </a:rPr>
                        <a:t> </a:t>
                      </a:r>
                      <a:r>
                        <a:rPr sz="1200" dirty="0">
                          <a:latin typeface="Calibri" panose="020F0502020204030204"/>
                          <a:cs typeface="Calibri" panose="020F0502020204030204"/>
                        </a:rPr>
                        <a:t>for</a:t>
                      </a:r>
                      <a:r>
                        <a:rPr sz="1200" spc="250" dirty="0">
                          <a:latin typeface="Calibri" panose="020F0502020204030204"/>
                          <a:cs typeface="Calibri" panose="020F0502020204030204"/>
                        </a:rPr>
                        <a:t> </a:t>
                      </a:r>
                      <a:r>
                        <a:rPr sz="1200" dirty="0">
                          <a:latin typeface="Calibri" panose="020F0502020204030204"/>
                          <a:cs typeface="Calibri" panose="020F0502020204030204"/>
                        </a:rPr>
                        <a:t>year</a:t>
                      </a:r>
                      <a:r>
                        <a:rPr sz="1200" spc="-25" dirty="0">
                          <a:latin typeface="Calibri" panose="020F0502020204030204"/>
                          <a:cs typeface="Calibri" panose="020F0502020204030204"/>
                        </a:rPr>
                        <a:t> </a:t>
                      </a:r>
                      <a:r>
                        <a:rPr sz="1200" dirty="0">
                          <a:latin typeface="Calibri" panose="020F0502020204030204"/>
                          <a:cs typeface="Calibri" panose="020F0502020204030204"/>
                        </a:rPr>
                        <a:t>and</a:t>
                      </a:r>
                      <a:r>
                        <a:rPr sz="1200" spc="-10" dirty="0">
                          <a:latin typeface="Calibri" panose="020F0502020204030204"/>
                          <a:cs typeface="Calibri" panose="020F0502020204030204"/>
                        </a:rPr>
                        <a:t> </a:t>
                      </a:r>
                      <a:r>
                        <a:rPr sz="1200" spc="-25" dirty="0">
                          <a:latin typeface="Calibri" panose="020F0502020204030204"/>
                          <a:cs typeface="Calibri" panose="020F0502020204030204"/>
                        </a:rPr>
                        <a:t>min </a:t>
                      </a:r>
                      <a:r>
                        <a:rPr sz="1200" dirty="0">
                          <a:latin typeface="Calibri" panose="020F0502020204030204"/>
                          <a:cs typeface="Calibri" panose="020F0502020204030204"/>
                        </a:rPr>
                        <a:t>for</a:t>
                      </a:r>
                      <a:r>
                        <a:rPr sz="1200" spc="-10" dirty="0">
                          <a:latin typeface="Calibri" panose="020F0502020204030204"/>
                          <a:cs typeface="Calibri" panose="020F0502020204030204"/>
                        </a:rPr>
                        <a:t> </a:t>
                      </a:r>
                      <a:r>
                        <a:rPr sz="1200" dirty="0">
                          <a:latin typeface="Calibri" panose="020F0502020204030204"/>
                          <a:cs typeface="Calibri" panose="020F0502020204030204"/>
                        </a:rPr>
                        <a:t>month</a:t>
                      </a:r>
                      <a:r>
                        <a:rPr sz="1200" spc="-20" dirty="0">
                          <a:latin typeface="Calibri" panose="020F0502020204030204"/>
                          <a:cs typeface="Calibri" panose="020F0502020204030204"/>
                        </a:rPr>
                        <a:t> </a:t>
                      </a:r>
                      <a:r>
                        <a:rPr sz="1200" dirty="0">
                          <a:latin typeface="Calibri" panose="020F0502020204030204"/>
                          <a:cs typeface="Calibri" panose="020F0502020204030204"/>
                        </a:rPr>
                        <a:t>and</a:t>
                      </a:r>
                      <a:r>
                        <a:rPr sz="1200" spc="-15" dirty="0">
                          <a:latin typeface="Calibri" panose="020F0502020204030204"/>
                          <a:cs typeface="Calibri" panose="020F0502020204030204"/>
                        </a:rPr>
                        <a:t> </a:t>
                      </a:r>
                      <a:r>
                        <a:rPr sz="1200" spc="-25" dirty="0">
                          <a:latin typeface="Calibri" panose="020F0502020204030204"/>
                          <a:cs typeface="Calibri" panose="020F0502020204030204"/>
                        </a:rPr>
                        <a:t>day</a:t>
                      </a:r>
                      <a:endParaRPr sz="1200">
                        <a:latin typeface="Calibri" panose="020F0502020204030204"/>
                        <a:cs typeface="Calibri" panose="020F0502020204030204"/>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20"/>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20"/>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20"/>
                        </a:spcBef>
                      </a:pPr>
                      <a:endParaRPr sz="1200">
                        <a:latin typeface="Times New Roman" panose="02020603050405020304"/>
                        <a:cs typeface="Times New Roman" panose="02020603050405020304"/>
                      </a:endParaRPr>
                    </a:p>
                    <a:p>
                      <a:pPr algn="ctr">
                        <a:lnSpc>
                          <a:spcPct val="100000"/>
                        </a:lnSpc>
                      </a:pPr>
                      <a:r>
                        <a:rPr sz="1200" spc="-20" dirty="0">
                          <a:latin typeface="Calibri" panose="020F0502020204030204"/>
                          <a:cs typeface="Calibri" panose="020F0502020204030204"/>
                        </a:rPr>
                        <a:t>2012</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20"/>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20"/>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2</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20"/>
                        </a:spcBef>
                      </a:pPr>
                      <a:endParaRPr sz="1200">
                        <a:latin typeface="Times New Roman" panose="02020603050405020304"/>
                        <a:cs typeface="Times New Roman" panose="02020603050405020304"/>
                      </a:endParaRPr>
                    </a:p>
                    <a:p>
                      <a:pPr algn="ctr">
                        <a:lnSpc>
                          <a:spcPct val="100000"/>
                        </a:lnSpc>
                      </a:pPr>
                      <a:r>
                        <a:rPr sz="1200" spc="-20" dirty="0">
                          <a:latin typeface="Calibri" panose="020F0502020204030204"/>
                          <a:cs typeface="Calibri" panose="020F0502020204030204"/>
                        </a:rPr>
                        <a:t>2012</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397510">
                <a:tc>
                  <a:txBody>
                    <a:bodyPr/>
                    <a:lstStyle/>
                    <a:p>
                      <a:pPr>
                        <a:lnSpc>
                          <a:spcPct val="100000"/>
                        </a:lnSpc>
                        <a:spcBef>
                          <a:spcPts val="200"/>
                        </a:spcBef>
                      </a:pPr>
                      <a:endParaRPr sz="1200">
                        <a:latin typeface="Times New Roman" panose="02020603050405020304"/>
                        <a:cs typeface="Times New Roman" panose="02020603050405020304"/>
                      </a:endParaRPr>
                    </a:p>
                    <a:p>
                      <a:pPr algn="ctr">
                        <a:lnSpc>
                          <a:spcPct val="100000"/>
                        </a:lnSpc>
                        <a:spcBef>
                          <a:spcPts val="5"/>
                        </a:spcBef>
                      </a:pPr>
                      <a:r>
                        <a:rPr sz="1200" spc="-50" dirty="0">
                          <a:latin typeface="Calibri" panose="020F0502020204030204"/>
                          <a:cs typeface="Calibri" panose="020F0502020204030204"/>
                        </a:rPr>
                        <a:t>5</a:t>
                      </a:r>
                      <a:endParaRPr sz="1200">
                        <a:latin typeface="Calibri" panose="020F0502020204030204"/>
                        <a:cs typeface="Calibri" panose="020F0502020204030204"/>
                      </a:endParaRPr>
                    </a:p>
                  </a:txBody>
                  <a:tcPr marL="0" marR="0" marT="2540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91440">
                        <a:lnSpc>
                          <a:spcPct val="102000"/>
                        </a:lnSpc>
                        <a:spcBef>
                          <a:spcPts val="10"/>
                        </a:spcBef>
                      </a:pPr>
                      <a:r>
                        <a:rPr sz="1200" dirty="0">
                          <a:latin typeface="Calibri" panose="020F0502020204030204"/>
                          <a:cs typeface="Calibri" panose="020F0502020204030204"/>
                        </a:rPr>
                        <a:t>Enter</a:t>
                      </a:r>
                      <a:r>
                        <a:rPr sz="1200" spc="-10" dirty="0">
                          <a:latin typeface="Calibri" panose="020F0502020204030204"/>
                          <a:cs typeface="Calibri" panose="020F0502020204030204"/>
                        </a:rPr>
                        <a:t> </a:t>
                      </a:r>
                      <a:r>
                        <a:rPr sz="1200" dirty="0">
                          <a:latin typeface="Calibri" panose="020F0502020204030204"/>
                          <a:cs typeface="Calibri" panose="020F0502020204030204"/>
                        </a:rPr>
                        <a:t>the</a:t>
                      </a:r>
                      <a:r>
                        <a:rPr sz="1200" spc="-20" dirty="0">
                          <a:latin typeface="Calibri" panose="020F0502020204030204"/>
                          <a:cs typeface="Calibri" panose="020F0502020204030204"/>
                        </a:rPr>
                        <a:t> </a:t>
                      </a:r>
                      <a:r>
                        <a:rPr sz="1200" dirty="0">
                          <a:latin typeface="Calibri" panose="020F0502020204030204"/>
                          <a:cs typeface="Calibri" panose="020F0502020204030204"/>
                        </a:rPr>
                        <a:t>max</a:t>
                      </a:r>
                      <a:r>
                        <a:rPr sz="1200" spc="-15" dirty="0">
                          <a:latin typeface="Calibri" panose="020F0502020204030204"/>
                          <a:cs typeface="Calibri" panose="020F0502020204030204"/>
                        </a:rPr>
                        <a:t> </a:t>
                      </a:r>
                      <a:r>
                        <a:rPr sz="1200" dirty="0">
                          <a:latin typeface="Calibri" panose="020F0502020204030204"/>
                          <a:cs typeface="Calibri" panose="020F0502020204030204"/>
                        </a:rPr>
                        <a:t>value</a:t>
                      </a:r>
                      <a:r>
                        <a:rPr sz="1200" spc="-25" dirty="0">
                          <a:latin typeface="Calibri" panose="020F0502020204030204"/>
                          <a:cs typeface="Calibri" panose="020F0502020204030204"/>
                        </a:rPr>
                        <a:t> </a:t>
                      </a:r>
                      <a:r>
                        <a:rPr sz="1200" dirty="0">
                          <a:latin typeface="Calibri" panose="020F0502020204030204"/>
                          <a:cs typeface="Calibri" panose="020F0502020204030204"/>
                        </a:rPr>
                        <a:t>for</a:t>
                      </a:r>
                      <a:r>
                        <a:rPr sz="1200" spc="240" dirty="0">
                          <a:latin typeface="Calibri" panose="020F0502020204030204"/>
                          <a:cs typeface="Calibri" panose="020F0502020204030204"/>
                        </a:rPr>
                        <a:t> </a:t>
                      </a:r>
                      <a:r>
                        <a:rPr sz="1200" dirty="0">
                          <a:latin typeface="Calibri" panose="020F0502020204030204"/>
                          <a:cs typeface="Calibri" panose="020F0502020204030204"/>
                        </a:rPr>
                        <a:t>year</a:t>
                      </a:r>
                      <a:r>
                        <a:rPr sz="1200" spc="-10" dirty="0">
                          <a:latin typeface="Calibri" panose="020F0502020204030204"/>
                          <a:cs typeface="Calibri" panose="020F0502020204030204"/>
                        </a:rPr>
                        <a:t> </a:t>
                      </a:r>
                      <a:r>
                        <a:rPr sz="1200" dirty="0">
                          <a:latin typeface="Calibri" panose="020F0502020204030204"/>
                          <a:cs typeface="Calibri" panose="020F0502020204030204"/>
                        </a:rPr>
                        <a:t>and</a:t>
                      </a:r>
                      <a:r>
                        <a:rPr sz="1200" spc="-10" dirty="0">
                          <a:latin typeface="Calibri" panose="020F0502020204030204"/>
                          <a:cs typeface="Calibri" panose="020F0502020204030204"/>
                        </a:rPr>
                        <a:t> </a:t>
                      </a:r>
                      <a:r>
                        <a:rPr sz="1200" dirty="0">
                          <a:latin typeface="Calibri" panose="020F0502020204030204"/>
                          <a:cs typeface="Calibri" panose="020F0502020204030204"/>
                        </a:rPr>
                        <a:t>min</a:t>
                      </a:r>
                      <a:r>
                        <a:rPr sz="1200" spc="-10" dirty="0">
                          <a:latin typeface="Calibri" panose="020F0502020204030204"/>
                          <a:cs typeface="Calibri" panose="020F0502020204030204"/>
                        </a:rPr>
                        <a:t> </a:t>
                      </a:r>
                      <a:r>
                        <a:rPr sz="1200" spc="-25" dirty="0">
                          <a:latin typeface="Calibri" panose="020F0502020204030204"/>
                          <a:cs typeface="Calibri" panose="020F0502020204030204"/>
                        </a:rPr>
                        <a:t>for </a:t>
                      </a:r>
                      <a:r>
                        <a:rPr sz="1200" dirty="0">
                          <a:latin typeface="Calibri" panose="020F0502020204030204"/>
                          <a:cs typeface="Calibri" panose="020F0502020204030204"/>
                        </a:rPr>
                        <a:t>month</a:t>
                      </a:r>
                      <a:r>
                        <a:rPr sz="1200" spc="-20" dirty="0">
                          <a:latin typeface="Calibri" panose="020F0502020204030204"/>
                          <a:cs typeface="Calibri" panose="020F0502020204030204"/>
                        </a:rPr>
                        <a:t> </a:t>
                      </a:r>
                      <a:r>
                        <a:rPr sz="1200" dirty="0">
                          <a:latin typeface="Calibri" panose="020F0502020204030204"/>
                          <a:cs typeface="Calibri" panose="020F0502020204030204"/>
                        </a:rPr>
                        <a:t>and</a:t>
                      </a:r>
                      <a:r>
                        <a:rPr sz="1200" spc="-30" dirty="0">
                          <a:latin typeface="Calibri" panose="020F0502020204030204"/>
                          <a:cs typeface="Calibri" panose="020F0502020204030204"/>
                        </a:rPr>
                        <a:t> </a:t>
                      </a:r>
                      <a:r>
                        <a:rPr sz="1200" spc="-25" dirty="0">
                          <a:latin typeface="Calibri" panose="020F0502020204030204"/>
                          <a:cs typeface="Calibri" panose="020F0502020204030204"/>
                        </a:rPr>
                        <a:t>day</a:t>
                      </a:r>
                      <a:endParaRPr sz="1200">
                        <a:latin typeface="Calibri" panose="020F0502020204030204"/>
                        <a:cs typeface="Calibri" panose="020F0502020204030204"/>
                      </a:endParaRPr>
                    </a:p>
                  </a:txBody>
                  <a:tcPr marL="0" marR="0" marT="127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200"/>
                        </a:spcBef>
                      </a:pPr>
                      <a:endParaRPr sz="1200">
                        <a:latin typeface="Times New Roman" panose="02020603050405020304"/>
                        <a:cs typeface="Times New Roman" panose="02020603050405020304"/>
                      </a:endParaRPr>
                    </a:p>
                    <a:p>
                      <a:pPr algn="ctr">
                        <a:lnSpc>
                          <a:spcPct val="100000"/>
                        </a:lnSpc>
                        <a:spcBef>
                          <a:spcPts val="5"/>
                        </a:spcBef>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2540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200"/>
                        </a:spcBef>
                      </a:pPr>
                      <a:endParaRPr sz="1200">
                        <a:latin typeface="Times New Roman" panose="02020603050405020304"/>
                        <a:cs typeface="Times New Roman" panose="02020603050405020304"/>
                      </a:endParaRPr>
                    </a:p>
                    <a:p>
                      <a:pPr algn="ctr">
                        <a:lnSpc>
                          <a:spcPct val="100000"/>
                        </a:lnSpc>
                        <a:spcBef>
                          <a:spcPts val="5"/>
                        </a:spcBef>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2540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200"/>
                        </a:spcBef>
                      </a:pPr>
                      <a:endParaRPr sz="1200">
                        <a:latin typeface="Times New Roman" panose="02020603050405020304"/>
                        <a:cs typeface="Times New Roman" panose="02020603050405020304"/>
                      </a:endParaRPr>
                    </a:p>
                    <a:p>
                      <a:pPr algn="ctr">
                        <a:lnSpc>
                          <a:spcPct val="100000"/>
                        </a:lnSpc>
                        <a:spcBef>
                          <a:spcPts val="5"/>
                        </a:spcBef>
                      </a:pPr>
                      <a:r>
                        <a:rPr sz="1200" spc="-20" dirty="0">
                          <a:latin typeface="Calibri" panose="020F0502020204030204"/>
                          <a:cs typeface="Calibri" panose="020F0502020204030204"/>
                        </a:rPr>
                        <a:t>2013</a:t>
                      </a:r>
                      <a:endParaRPr sz="1200">
                        <a:latin typeface="Calibri" panose="020F0502020204030204"/>
                        <a:cs typeface="Calibri" panose="020F0502020204030204"/>
                      </a:endParaRPr>
                    </a:p>
                  </a:txBody>
                  <a:tcPr marL="0" marR="0" marT="2540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200"/>
                        </a:spcBef>
                      </a:pPr>
                      <a:endParaRPr sz="1200">
                        <a:latin typeface="Times New Roman" panose="02020603050405020304"/>
                        <a:cs typeface="Times New Roman" panose="02020603050405020304"/>
                      </a:endParaRPr>
                    </a:p>
                    <a:p>
                      <a:pPr algn="ctr">
                        <a:lnSpc>
                          <a:spcPct val="100000"/>
                        </a:lnSpc>
                        <a:spcBef>
                          <a:spcPts val="5"/>
                        </a:spcBef>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2540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200"/>
                        </a:spcBef>
                      </a:pPr>
                      <a:endParaRPr sz="1200">
                        <a:latin typeface="Times New Roman" panose="02020603050405020304"/>
                        <a:cs typeface="Times New Roman" panose="02020603050405020304"/>
                      </a:endParaRPr>
                    </a:p>
                    <a:p>
                      <a:pPr algn="ctr">
                        <a:lnSpc>
                          <a:spcPct val="100000"/>
                        </a:lnSpc>
                        <a:spcBef>
                          <a:spcPts val="5"/>
                        </a:spcBef>
                      </a:pPr>
                      <a:r>
                        <a:rPr sz="1200" spc="-50" dirty="0">
                          <a:latin typeface="Calibri" panose="020F0502020204030204"/>
                          <a:cs typeface="Calibri" panose="020F0502020204030204"/>
                        </a:rPr>
                        <a:t>2</a:t>
                      </a:r>
                      <a:endParaRPr sz="1200">
                        <a:latin typeface="Calibri" panose="020F0502020204030204"/>
                        <a:cs typeface="Calibri" panose="020F0502020204030204"/>
                      </a:endParaRPr>
                    </a:p>
                  </a:txBody>
                  <a:tcPr marL="0" marR="0" marT="2540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200"/>
                        </a:spcBef>
                      </a:pPr>
                      <a:endParaRPr sz="1200">
                        <a:latin typeface="Times New Roman" panose="02020603050405020304"/>
                        <a:cs typeface="Times New Roman" panose="02020603050405020304"/>
                      </a:endParaRPr>
                    </a:p>
                    <a:p>
                      <a:pPr algn="ctr">
                        <a:lnSpc>
                          <a:spcPct val="100000"/>
                        </a:lnSpc>
                        <a:spcBef>
                          <a:spcPts val="5"/>
                        </a:spcBef>
                      </a:pPr>
                      <a:r>
                        <a:rPr sz="1200" spc="-20" dirty="0">
                          <a:latin typeface="Calibri" panose="020F0502020204030204"/>
                          <a:cs typeface="Calibri" panose="020F0502020204030204"/>
                        </a:rPr>
                        <a:t>2013</a:t>
                      </a:r>
                      <a:endParaRPr sz="1200">
                        <a:latin typeface="Calibri" panose="020F0502020204030204"/>
                        <a:cs typeface="Calibri" panose="020F0502020204030204"/>
                      </a:endParaRPr>
                    </a:p>
                  </a:txBody>
                  <a:tcPr marL="0" marR="0" marT="2540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377825">
                <a:tc>
                  <a:txBody>
                    <a:bodyPr/>
                    <a:lstStyle/>
                    <a:p>
                      <a:pPr>
                        <a:lnSpc>
                          <a:spcPct val="100000"/>
                        </a:lnSpc>
                        <a:spcBef>
                          <a:spcPts val="45"/>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6</a:t>
                      </a:r>
                      <a:endParaRPr sz="1200">
                        <a:latin typeface="Calibri" panose="020F0502020204030204"/>
                        <a:cs typeface="Calibri" panose="020F0502020204030204"/>
                      </a:endParaRPr>
                    </a:p>
                  </a:txBody>
                  <a:tcPr marL="0" marR="0" marT="57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405"/>
                        </a:lnSpc>
                      </a:pPr>
                      <a:r>
                        <a:rPr sz="1200" dirty="0">
                          <a:latin typeface="Calibri" panose="020F0502020204030204"/>
                          <a:cs typeface="Calibri" panose="020F0502020204030204"/>
                        </a:rPr>
                        <a:t>Enter</a:t>
                      </a:r>
                      <a:r>
                        <a:rPr sz="1200" spc="-10" dirty="0">
                          <a:latin typeface="Calibri" panose="020F0502020204030204"/>
                          <a:cs typeface="Calibri" panose="020F0502020204030204"/>
                        </a:rPr>
                        <a:t> </a:t>
                      </a:r>
                      <a:r>
                        <a:rPr sz="1200" dirty="0">
                          <a:latin typeface="Calibri" panose="020F0502020204030204"/>
                          <a:cs typeface="Calibri" panose="020F0502020204030204"/>
                        </a:rPr>
                        <a:t>the</a:t>
                      </a:r>
                      <a:r>
                        <a:rPr sz="1200" spc="-15" dirty="0">
                          <a:latin typeface="Calibri" panose="020F0502020204030204"/>
                          <a:cs typeface="Calibri" panose="020F0502020204030204"/>
                        </a:rPr>
                        <a:t> </a:t>
                      </a:r>
                      <a:r>
                        <a:rPr sz="1200" dirty="0">
                          <a:latin typeface="Calibri" panose="020F0502020204030204"/>
                          <a:cs typeface="Calibri" panose="020F0502020204030204"/>
                        </a:rPr>
                        <a:t>min+1</a:t>
                      </a:r>
                      <a:r>
                        <a:rPr sz="1200" spc="-10" dirty="0">
                          <a:latin typeface="Calibri" panose="020F0502020204030204"/>
                          <a:cs typeface="Calibri" panose="020F0502020204030204"/>
                        </a:rPr>
                        <a:t> </a:t>
                      </a:r>
                      <a:r>
                        <a:rPr sz="1200" dirty="0">
                          <a:latin typeface="Calibri" panose="020F0502020204030204"/>
                          <a:cs typeface="Calibri" panose="020F0502020204030204"/>
                        </a:rPr>
                        <a:t>value</a:t>
                      </a:r>
                      <a:r>
                        <a:rPr sz="1200" spc="-5" dirty="0">
                          <a:latin typeface="Calibri" panose="020F0502020204030204"/>
                          <a:cs typeface="Calibri" panose="020F0502020204030204"/>
                        </a:rPr>
                        <a:t> </a:t>
                      </a:r>
                      <a:r>
                        <a:rPr sz="1200" dirty="0">
                          <a:latin typeface="Calibri" panose="020F0502020204030204"/>
                          <a:cs typeface="Calibri" panose="020F0502020204030204"/>
                        </a:rPr>
                        <a:t>of</a:t>
                      </a:r>
                      <a:r>
                        <a:rPr sz="1200" spc="250" dirty="0">
                          <a:latin typeface="Calibri" panose="020F0502020204030204"/>
                          <a:cs typeface="Calibri" panose="020F0502020204030204"/>
                        </a:rPr>
                        <a:t> </a:t>
                      </a:r>
                      <a:r>
                        <a:rPr sz="1200" dirty="0">
                          <a:latin typeface="Calibri" panose="020F0502020204030204"/>
                          <a:cs typeface="Calibri" panose="020F0502020204030204"/>
                        </a:rPr>
                        <a:t>day</a:t>
                      </a:r>
                      <a:r>
                        <a:rPr sz="1200" spc="-20" dirty="0">
                          <a:latin typeface="Calibri" panose="020F0502020204030204"/>
                          <a:cs typeface="Calibri" panose="020F0502020204030204"/>
                        </a:rPr>
                        <a:t> </a:t>
                      </a:r>
                      <a:r>
                        <a:rPr sz="1200" dirty="0">
                          <a:latin typeface="Calibri" panose="020F0502020204030204"/>
                          <a:cs typeface="Calibri" panose="020F0502020204030204"/>
                        </a:rPr>
                        <a:t>and</a:t>
                      </a:r>
                      <a:r>
                        <a:rPr sz="1200" spc="-20" dirty="0">
                          <a:latin typeface="Calibri" panose="020F0502020204030204"/>
                          <a:cs typeface="Calibri" panose="020F0502020204030204"/>
                        </a:rPr>
                        <a:t> </a:t>
                      </a:r>
                      <a:r>
                        <a:rPr sz="1200" dirty="0">
                          <a:latin typeface="Calibri" panose="020F0502020204030204"/>
                          <a:cs typeface="Calibri" panose="020F0502020204030204"/>
                        </a:rPr>
                        <a:t>min</a:t>
                      </a:r>
                      <a:r>
                        <a:rPr sz="1200" spc="-15" dirty="0">
                          <a:latin typeface="Calibri" panose="020F0502020204030204"/>
                          <a:cs typeface="Calibri" panose="020F0502020204030204"/>
                        </a:rPr>
                        <a:t> </a:t>
                      </a:r>
                      <a:r>
                        <a:rPr sz="1200" spc="-25" dirty="0">
                          <a:latin typeface="Calibri" panose="020F0502020204030204"/>
                          <a:cs typeface="Calibri" panose="020F0502020204030204"/>
                        </a:rPr>
                        <a:t>for</a:t>
                      </a:r>
                      <a:endParaRPr sz="1200">
                        <a:latin typeface="Calibri" panose="020F0502020204030204"/>
                        <a:cs typeface="Calibri" panose="020F0502020204030204"/>
                      </a:endParaRPr>
                    </a:p>
                    <a:p>
                      <a:pPr marL="67945">
                        <a:lnSpc>
                          <a:spcPct val="100000"/>
                        </a:lnSpc>
                        <a:spcBef>
                          <a:spcPts val="20"/>
                        </a:spcBef>
                      </a:pPr>
                      <a:r>
                        <a:rPr sz="1200" dirty="0">
                          <a:latin typeface="Calibri" panose="020F0502020204030204"/>
                          <a:cs typeface="Calibri" panose="020F0502020204030204"/>
                        </a:rPr>
                        <a:t>month</a:t>
                      </a:r>
                      <a:r>
                        <a:rPr sz="1200" spc="-25" dirty="0">
                          <a:latin typeface="Calibri" panose="020F0502020204030204"/>
                          <a:cs typeface="Calibri" panose="020F0502020204030204"/>
                        </a:rPr>
                        <a:t> </a:t>
                      </a:r>
                      <a:r>
                        <a:rPr sz="1200" dirty="0">
                          <a:latin typeface="Calibri" panose="020F0502020204030204"/>
                          <a:cs typeface="Calibri" panose="020F0502020204030204"/>
                        </a:rPr>
                        <a:t>and</a:t>
                      </a:r>
                      <a:r>
                        <a:rPr sz="1200" spc="-30" dirty="0">
                          <a:latin typeface="Calibri" panose="020F0502020204030204"/>
                          <a:cs typeface="Calibri" panose="020F0502020204030204"/>
                        </a:rPr>
                        <a:t> </a:t>
                      </a:r>
                      <a:r>
                        <a:rPr sz="1200" spc="-20" dirty="0">
                          <a:latin typeface="Calibri" panose="020F0502020204030204"/>
                          <a:cs typeface="Calibri" panose="020F0502020204030204"/>
                        </a:rPr>
                        <a:t>year</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5"/>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57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5"/>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2</a:t>
                      </a:r>
                      <a:endParaRPr sz="1200">
                        <a:latin typeface="Calibri" panose="020F0502020204030204"/>
                        <a:cs typeface="Calibri" panose="020F0502020204030204"/>
                      </a:endParaRPr>
                    </a:p>
                  </a:txBody>
                  <a:tcPr marL="0" marR="0" marT="57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5"/>
                        </a:spcBef>
                      </a:pPr>
                      <a:endParaRPr sz="1200">
                        <a:latin typeface="Times New Roman" panose="02020603050405020304"/>
                        <a:cs typeface="Times New Roman" panose="02020603050405020304"/>
                      </a:endParaRPr>
                    </a:p>
                    <a:p>
                      <a:pPr algn="ctr">
                        <a:lnSpc>
                          <a:spcPct val="100000"/>
                        </a:lnSpc>
                      </a:pPr>
                      <a:r>
                        <a:rPr sz="1200" spc="-20" dirty="0">
                          <a:latin typeface="Calibri" panose="020F0502020204030204"/>
                          <a:cs typeface="Calibri" panose="020F0502020204030204"/>
                        </a:rPr>
                        <a:t>1812</a:t>
                      </a:r>
                      <a:endParaRPr sz="1200">
                        <a:latin typeface="Calibri" panose="020F0502020204030204"/>
                        <a:cs typeface="Calibri" panose="020F0502020204030204"/>
                      </a:endParaRPr>
                    </a:p>
                  </a:txBody>
                  <a:tcPr marL="0" marR="0" marT="57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5"/>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57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5"/>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3</a:t>
                      </a:r>
                      <a:endParaRPr sz="1200">
                        <a:latin typeface="Calibri" panose="020F0502020204030204"/>
                        <a:cs typeface="Calibri" panose="020F0502020204030204"/>
                      </a:endParaRPr>
                    </a:p>
                  </a:txBody>
                  <a:tcPr marL="0" marR="0" marT="57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5"/>
                        </a:spcBef>
                      </a:pPr>
                      <a:endParaRPr sz="1200">
                        <a:latin typeface="Times New Roman" panose="02020603050405020304"/>
                        <a:cs typeface="Times New Roman" panose="02020603050405020304"/>
                      </a:endParaRPr>
                    </a:p>
                    <a:p>
                      <a:pPr algn="ctr">
                        <a:lnSpc>
                          <a:spcPct val="100000"/>
                        </a:lnSpc>
                      </a:pPr>
                      <a:r>
                        <a:rPr sz="1200" spc="-20" dirty="0">
                          <a:latin typeface="Calibri" panose="020F0502020204030204"/>
                          <a:cs typeface="Calibri" panose="020F0502020204030204"/>
                        </a:rPr>
                        <a:t>1812</a:t>
                      </a:r>
                      <a:endParaRPr sz="1200">
                        <a:latin typeface="Calibri" panose="020F0502020204030204"/>
                        <a:cs typeface="Calibri" panose="020F0502020204030204"/>
                      </a:endParaRPr>
                    </a:p>
                  </a:txBody>
                  <a:tcPr marL="0" marR="0" marT="57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73100" y="964438"/>
            <a:ext cx="140081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Cambria" panose="02040503050406030204"/>
                <a:cs typeface="Cambria" panose="02040503050406030204"/>
              </a:rPr>
              <a:t>Software</a:t>
            </a:r>
            <a:r>
              <a:rPr sz="1200" spc="-40" dirty="0">
                <a:latin typeface="Cambria" panose="02040503050406030204"/>
                <a:cs typeface="Cambria" panose="02040503050406030204"/>
              </a:rPr>
              <a:t> </a:t>
            </a:r>
            <a:r>
              <a:rPr sz="1200" dirty="0">
                <a:latin typeface="Cambria" panose="02040503050406030204"/>
                <a:cs typeface="Cambria" panose="02040503050406030204"/>
              </a:rPr>
              <a:t>Testing</a:t>
            </a:r>
            <a:r>
              <a:rPr sz="1200" spc="-40" dirty="0">
                <a:latin typeface="Cambria" panose="02040503050406030204"/>
                <a:cs typeface="Cambria" panose="02040503050406030204"/>
              </a:rPr>
              <a:t> </a:t>
            </a:r>
            <a:r>
              <a:rPr sz="1200" spc="-25" dirty="0">
                <a:latin typeface="Cambria" panose="02040503050406030204"/>
                <a:cs typeface="Cambria" panose="02040503050406030204"/>
              </a:rPr>
              <a:t>Lab</a:t>
            </a:r>
            <a:endParaRPr sz="1200">
              <a:latin typeface="Cambria" panose="02040503050406030204"/>
              <a:cs typeface="Cambria" panose="02040503050406030204"/>
            </a:endParaRPr>
          </a:p>
        </p:txBody>
      </p:sp>
      <p:sp>
        <p:nvSpPr>
          <p:cNvPr id="3" name="object 3"/>
          <p:cNvSpPr txBox="1"/>
          <p:nvPr/>
        </p:nvSpPr>
        <p:spPr>
          <a:xfrm>
            <a:off x="9529064" y="964438"/>
            <a:ext cx="289560"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Cambria" panose="02040503050406030204"/>
                <a:cs typeface="Cambria" panose="02040503050406030204"/>
              </a:rPr>
              <a:t>MIT</a:t>
            </a:r>
            <a:endParaRPr sz="1200">
              <a:latin typeface="Cambria" panose="02040503050406030204"/>
              <a:cs typeface="Cambria" panose="02040503050406030204"/>
            </a:endParaRPr>
          </a:p>
        </p:txBody>
      </p:sp>
      <p:graphicFrame>
        <p:nvGraphicFramePr>
          <p:cNvPr id="4" name="object 4"/>
          <p:cNvGraphicFramePr>
            <a:graphicFrameLocks noGrp="1"/>
          </p:cNvGraphicFramePr>
          <p:nvPr/>
        </p:nvGraphicFramePr>
        <p:xfrm>
          <a:off x="568451" y="1213358"/>
          <a:ext cx="9514840" cy="5137150"/>
        </p:xfrm>
        <a:graphic>
          <a:graphicData uri="http://schemas.openxmlformats.org/drawingml/2006/table">
            <a:tbl>
              <a:tblPr firstRow="1" bandRow="1">
                <a:tableStyleId>{2D5ABB26-0587-4C30-8999-92F81FD0307C}</a:tableStyleId>
              </a:tblPr>
              <a:tblGrid>
                <a:gridCol w="601980"/>
                <a:gridCol w="2712720"/>
                <a:gridCol w="577214"/>
                <a:gridCol w="441325"/>
                <a:gridCol w="523875"/>
                <a:gridCol w="570864"/>
                <a:gridCol w="513079"/>
                <a:gridCol w="457200"/>
                <a:gridCol w="570865"/>
                <a:gridCol w="400050"/>
                <a:gridCol w="456565"/>
                <a:gridCol w="570865"/>
                <a:gridCol w="1028065"/>
              </a:tblGrid>
              <a:tr h="459105">
                <a:tc>
                  <a:txBody>
                    <a:bodyPr/>
                    <a:lstStyle/>
                    <a:p>
                      <a:pPr>
                        <a:lnSpc>
                          <a:spcPct val="100000"/>
                        </a:lnSpc>
                        <a:spcBef>
                          <a:spcPts val="690"/>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7</a:t>
                      </a:r>
                      <a:endParaRPr sz="1200">
                        <a:latin typeface="Calibri" panose="020F0502020204030204"/>
                        <a:cs typeface="Calibri" panose="020F0502020204030204"/>
                      </a:endParaRPr>
                    </a:p>
                  </a:txBody>
                  <a:tcPr marL="0" marR="0" marT="87630" marB="0">
                    <a:lnL w="6350">
                      <a:solidFill>
                        <a:srgbClr val="000000"/>
                      </a:solidFill>
                      <a:prstDash val="solid"/>
                    </a:lnL>
                    <a:lnR w="6350">
                      <a:solidFill>
                        <a:srgbClr val="000000"/>
                      </a:solidFill>
                      <a:prstDash val="solid"/>
                    </a:lnR>
                    <a:lnT w="38100">
                      <a:solidFill>
                        <a:srgbClr val="612322"/>
                      </a:solidFill>
                      <a:prstDash val="solid"/>
                    </a:lnT>
                    <a:lnB w="6350">
                      <a:solidFill>
                        <a:srgbClr val="000000"/>
                      </a:solidFill>
                      <a:prstDash val="solid"/>
                    </a:lnB>
                  </a:tcPr>
                </a:tc>
                <a:tc>
                  <a:txBody>
                    <a:bodyPr/>
                    <a:lstStyle/>
                    <a:p>
                      <a:pPr marL="67945" marR="191770">
                        <a:lnSpc>
                          <a:spcPct val="102000"/>
                        </a:lnSpc>
                        <a:spcBef>
                          <a:spcPts val="350"/>
                        </a:spcBef>
                      </a:pPr>
                      <a:r>
                        <a:rPr sz="1200" dirty="0">
                          <a:latin typeface="Calibri" panose="020F0502020204030204"/>
                          <a:cs typeface="Calibri" panose="020F0502020204030204"/>
                        </a:rPr>
                        <a:t>Enter</a:t>
                      </a:r>
                      <a:r>
                        <a:rPr sz="1200" spc="-10" dirty="0">
                          <a:latin typeface="Calibri" panose="020F0502020204030204"/>
                          <a:cs typeface="Calibri" panose="020F0502020204030204"/>
                        </a:rPr>
                        <a:t> </a:t>
                      </a:r>
                      <a:r>
                        <a:rPr sz="1200" dirty="0">
                          <a:latin typeface="Calibri" panose="020F0502020204030204"/>
                          <a:cs typeface="Calibri" panose="020F0502020204030204"/>
                        </a:rPr>
                        <a:t>the</a:t>
                      </a:r>
                      <a:r>
                        <a:rPr sz="1200" spc="-20" dirty="0">
                          <a:latin typeface="Calibri" panose="020F0502020204030204"/>
                          <a:cs typeface="Calibri" panose="020F0502020204030204"/>
                        </a:rPr>
                        <a:t> </a:t>
                      </a:r>
                      <a:r>
                        <a:rPr sz="1200" dirty="0">
                          <a:latin typeface="Calibri" panose="020F0502020204030204"/>
                          <a:cs typeface="Calibri" panose="020F0502020204030204"/>
                        </a:rPr>
                        <a:t>min+1</a:t>
                      </a:r>
                      <a:r>
                        <a:rPr sz="1200" spc="-10" dirty="0">
                          <a:latin typeface="Calibri" panose="020F0502020204030204"/>
                          <a:cs typeface="Calibri" panose="020F0502020204030204"/>
                        </a:rPr>
                        <a:t> </a:t>
                      </a:r>
                      <a:r>
                        <a:rPr sz="1200" dirty="0">
                          <a:latin typeface="Calibri" panose="020F0502020204030204"/>
                          <a:cs typeface="Calibri" panose="020F0502020204030204"/>
                        </a:rPr>
                        <a:t>value</a:t>
                      </a:r>
                      <a:r>
                        <a:rPr sz="1200" spc="-15" dirty="0">
                          <a:latin typeface="Calibri" panose="020F0502020204030204"/>
                          <a:cs typeface="Calibri" panose="020F0502020204030204"/>
                        </a:rPr>
                        <a:t> </a:t>
                      </a:r>
                      <a:r>
                        <a:rPr sz="1200" dirty="0">
                          <a:latin typeface="Calibri" panose="020F0502020204030204"/>
                          <a:cs typeface="Calibri" panose="020F0502020204030204"/>
                        </a:rPr>
                        <a:t>for</a:t>
                      </a:r>
                      <a:r>
                        <a:rPr sz="1200" spc="250" dirty="0">
                          <a:latin typeface="Calibri" panose="020F0502020204030204"/>
                          <a:cs typeface="Calibri" panose="020F0502020204030204"/>
                        </a:rPr>
                        <a:t> </a:t>
                      </a:r>
                      <a:r>
                        <a:rPr sz="1200" dirty="0">
                          <a:latin typeface="Calibri" panose="020F0502020204030204"/>
                          <a:cs typeface="Calibri" panose="020F0502020204030204"/>
                        </a:rPr>
                        <a:t>day</a:t>
                      </a:r>
                      <a:r>
                        <a:rPr sz="1200" spc="-30" dirty="0">
                          <a:latin typeface="Calibri" panose="020F0502020204030204"/>
                          <a:cs typeface="Calibri" panose="020F0502020204030204"/>
                        </a:rPr>
                        <a:t> </a:t>
                      </a:r>
                      <a:r>
                        <a:rPr sz="1200" dirty="0">
                          <a:latin typeface="Calibri" panose="020F0502020204030204"/>
                          <a:cs typeface="Calibri" panose="020F0502020204030204"/>
                        </a:rPr>
                        <a:t>and</a:t>
                      </a:r>
                      <a:r>
                        <a:rPr sz="1200" spc="-5" dirty="0">
                          <a:latin typeface="Calibri" panose="020F0502020204030204"/>
                          <a:cs typeface="Calibri" panose="020F0502020204030204"/>
                        </a:rPr>
                        <a:t> </a:t>
                      </a:r>
                      <a:r>
                        <a:rPr sz="1200" spc="-20" dirty="0">
                          <a:latin typeface="Calibri" panose="020F0502020204030204"/>
                          <a:cs typeface="Calibri" panose="020F0502020204030204"/>
                        </a:rPr>
                        <a:t>year </a:t>
                      </a:r>
                      <a:r>
                        <a:rPr sz="1200" dirty="0">
                          <a:latin typeface="Calibri" panose="020F0502020204030204"/>
                          <a:cs typeface="Calibri" panose="020F0502020204030204"/>
                        </a:rPr>
                        <a:t>and</a:t>
                      </a:r>
                      <a:r>
                        <a:rPr sz="1200" spc="-10" dirty="0">
                          <a:latin typeface="Calibri" panose="020F0502020204030204"/>
                          <a:cs typeface="Calibri" panose="020F0502020204030204"/>
                        </a:rPr>
                        <a:t> </a:t>
                      </a:r>
                      <a:r>
                        <a:rPr sz="1200" dirty="0">
                          <a:latin typeface="Calibri" panose="020F0502020204030204"/>
                          <a:cs typeface="Calibri" panose="020F0502020204030204"/>
                        </a:rPr>
                        <a:t>min</a:t>
                      </a:r>
                      <a:r>
                        <a:rPr sz="1200" spc="265" dirty="0">
                          <a:latin typeface="Calibri" panose="020F0502020204030204"/>
                          <a:cs typeface="Calibri" panose="020F0502020204030204"/>
                        </a:rPr>
                        <a:t> </a:t>
                      </a:r>
                      <a:r>
                        <a:rPr sz="1200" dirty="0">
                          <a:latin typeface="Calibri" panose="020F0502020204030204"/>
                          <a:cs typeface="Calibri" panose="020F0502020204030204"/>
                        </a:rPr>
                        <a:t>for</a:t>
                      </a:r>
                      <a:r>
                        <a:rPr sz="1200" spc="265" dirty="0">
                          <a:latin typeface="Calibri" panose="020F0502020204030204"/>
                          <a:cs typeface="Calibri" panose="020F0502020204030204"/>
                        </a:rPr>
                        <a:t> </a:t>
                      </a:r>
                      <a:r>
                        <a:rPr sz="1200" spc="-20" dirty="0">
                          <a:latin typeface="Calibri" panose="020F0502020204030204"/>
                          <a:cs typeface="Calibri" panose="020F0502020204030204"/>
                        </a:rPr>
                        <a:t>month</a:t>
                      </a:r>
                      <a:endParaRPr sz="1200">
                        <a:latin typeface="Calibri" panose="020F0502020204030204"/>
                        <a:cs typeface="Calibri" panose="020F0502020204030204"/>
                      </a:endParaRPr>
                    </a:p>
                  </a:txBody>
                  <a:tcPr marL="0" marR="0" marT="44450" marB="0">
                    <a:lnL w="6350">
                      <a:solidFill>
                        <a:srgbClr val="000000"/>
                      </a:solidFill>
                      <a:prstDash val="solid"/>
                    </a:lnL>
                    <a:lnR w="6350">
                      <a:solidFill>
                        <a:srgbClr val="000000"/>
                      </a:solidFill>
                      <a:prstDash val="solid"/>
                    </a:lnR>
                    <a:lnT w="38100">
                      <a:solidFill>
                        <a:srgbClr val="612322"/>
                      </a:solidFill>
                      <a:prstDash val="solid"/>
                    </a:lnT>
                    <a:lnB w="6350">
                      <a:solidFill>
                        <a:srgbClr val="000000"/>
                      </a:solidFill>
                      <a:prstDash val="solid"/>
                    </a:lnB>
                  </a:tcPr>
                </a:tc>
                <a:tc>
                  <a:txBody>
                    <a:bodyPr/>
                    <a:lstStyle/>
                    <a:p>
                      <a:pPr>
                        <a:lnSpc>
                          <a:spcPct val="100000"/>
                        </a:lnSpc>
                        <a:spcBef>
                          <a:spcPts val="690"/>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87630" marB="0">
                    <a:lnL w="6350">
                      <a:solidFill>
                        <a:srgbClr val="000000"/>
                      </a:solidFill>
                      <a:prstDash val="solid"/>
                    </a:lnL>
                    <a:lnR w="6350">
                      <a:solidFill>
                        <a:srgbClr val="000000"/>
                      </a:solidFill>
                      <a:prstDash val="solid"/>
                    </a:lnR>
                    <a:lnT w="38100">
                      <a:solidFill>
                        <a:srgbClr val="612322"/>
                      </a:solidFill>
                      <a:prstDash val="solid"/>
                    </a:lnT>
                    <a:lnB w="6350">
                      <a:solidFill>
                        <a:srgbClr val="000000"/>
                      </a:solidFill>
                      <a:prstDash val="solid"/>
                    </a:lnB>
                  </a:tcPr>
                </a:tc>
                <a:tc>
                  <a:txBody>
                    <a:bodyPr/>
                    <a:lstStyle/>
                    <a:p>
                      <a:pPr>
                        <a:lnSpc>
                          <a:spcPct val="100000"/>
                        </a:lnSpc>
                        <a:spcBef>
                          <a:spcPts val="690"/>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2</a:t>
                      </a:r>
                      <a:endParaRPr sz="1200">
                        <a:latin typeface="Calibri" panose="020F0502020204030204"/>
                        <a:cs typeface="Calibri" panose="020F0502020204030204"/>
                      </a:endParaRPr>
                    </a:p>
                  </a:txBody>
                  <a:tcPr marL="0" marR="0" marT="87630" marB="0">
                    <a:lnL w="6350">
                      <a:solidFill>
                        <a:srgbClr val="000000"/>
                      </a:solidFill>
                      <a:prstDash val="solid"/>
                    </a:lnL>
                    <a:lnR w="6350">
                      <a:solidFill>
                        <a:srgbClr val="000000"/>
                      </a:solidFill>
                      <a:prstDash val="solid"/>
                    </a:lnR>
                    <a:lnT w="38100">
                      <a:solidFill>
                        <a:srgbClr val="612322"/>
                      </a:solidFill>
                      <a:prstDash val="solid"/>
                    </a:lnT>
                    <a:lnB w="6350">
                      <a:solidFill>
                        <a:srgbClr val="000000"/>
                      </a:solidFill>
                      <a:prstDash val="solid"/>
                    </a:lnB>
                  </a:tcPr>
                </a:tc>
                <a:tc>
                  <a:txBody>
                    <a:bodyPr/>
                    <a:lstStyle/>
                    <a:p>
                      <a:pPr>
                        <a:lnSpc>
                          <a:spcPct val="100000"/>
                        </a:lnSpc>
                        <a:spcBef>
                          <a:spcPts val="690"/>
                        </a:spcBef>
                      </a:pPr>
                      <a:endParaRPr sz="1200">
                        <a:latin typeface="Times New Roman" panose="02020603050405020304"/>
                        <a:cs typeface="Times New Roman" panose="02020603050405020304"/>
                      </a:endParaRPr>
                    </a:p>
                    <a:p>
                      <a:pPr algn="ctr">
                        <a:lnSpc>
                          <a:spcPct val="100000"/>
                        </a:lnSpc>
                      </a:pPr>
                      <a:r>
                        <a:rPr sz="1200" spc="-20" dirty="0">
                          <a:latin typeface="Calibri" panose="020F0502020204030204"/>
                          <a:cs typeface="Calibri" panose="020F0502020204030204"/>
                        </a:rPr>
                        <a:t>1813</a:t>
                      </a:r>
                      <a:endParaRPr sz="1200">
                        <a:latin typeface="Calibri" panose="020F0502020204030204"/>
                        <a:cs typeface="Calibri" panose="020F0502020204030204"/>
                      </a:endParaRPr>
                    </a:p>
                  </a:txBody>
                  <a:tcPr marL="0" marR="0" marT="87630" marB="0">
                    <a:lnL w="6350">
                      <a:solidFill>
                        <a:srgbClr val="000000"/>
                      </a:solidFill>
                      <a:prstDash val="solid"/>
                    </a:lnL>
                    <a:lnR w="6350">
                      <a:solidFill>
                        <a:srgbClr val="000000"/>
                      </a:solidFill>
                      <a:prstDash val="solid"/>
                    </a:lnR>
                    <a:lnT w="38100">
                      <a:solidFill>
                        <a:srgbClr val="612322"/>
                      </a:solidFill>
                      <a:prstDash val="solid"/>
                    </a:lnT>
                    <a:lnB w="6350">
                      <a:solidFill>
                        <a:srgbClr val="000000"/>
                      </a:solidFill>
                      <a:prstDash val="solid"/>
                    </a:lnB>
                  </a:tcPr>
                </a:tc>
                <a:tc>
                  <a:txBody>
                    <a:bodyPr/>
                    <a:lstStyle/>
                    <a:p>
                      <a:pPr>
                        <a:lnSpc>
                          <a:spcPct val="100000"/>
                        </a:lnSpc>
                        <a:spcBef>
                          <a:spcPts val="690"/>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87630" marB="0">
                    <a:lnL w="6350">
                      <a:solidFill>
                        <a:srgbClr val="000000"/>
                      </a:solidFill>
                      <a:prstDash val="solid"/>
                    </a:lnL>
                    <a:lnR w="6350">
                      <a:solidFill>
                        <a:srgbClr val="000000"/>
                      </a:solidFill>
                      <a:prstDash val="solid"/>
                    </a:lnR>
                    <a:lnT w="38100">
                      <a:solidFill>
                        <a:srgbClr val="612322"/>
                      </a:solidFill>
                      <a:prstDash val="solid"/>
                    </a:lnT>
                    <a:lnB w="6350">
                      <a:solidFill>
                        <a:srgbClr val="000000"/>
                      </a:solidFill>
                      <a:prstDash val="solid"/>
                    </a:lnB>
                  </a:tcPr>
                </a:tc>
                <a:tc>
                  <a:txBody>
                    <a:bodyPr/>
                    <a:lstStyle/>
                    <a:p>
                      <a:pPr>
                        <a:lnSpc>
                          <a:spcPct val="100000"/>
                        </a:lnSpc>
                        <a:spcBef>
                          <a:spcPts val="690"/>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3</a:t>
                      </a:r>
                      <a:endParaRPr sz="1200">
                        <a:latin typeface="Calibri" panose="020F0502020204030204"/>
                        <a:cs typeface="Calibri" panose="020F0502020204030204"/>
                      </a:endParaRPr>
                    </a:p>
                  </a:txBody>
                  <a:tcPr marL="0" marR="0" marT="87630" marB="0">
                    <a:lnL w="6350">
                      <a:solidFill>
                        <a:srgbClr val="000000"/>
                      </a:solidFill>
                      <a:prstDash val="solid"/>
                    </a:lnL>
                    <a:lnR w="6350">
                      <a:solidFill>
                        <a:srgbClr val="000000"/>
                      </a:solidFill>
                      <a:prstDash val="solid"/>
                    </a:lnR>
                    <a:lnT w="38100">
                      <a:solidFill>
                        <a:srgbClr val="612322"/>
                      </a:solidFill>
                      <a:prstDash val="solid"/>
                    </a:lnT>
                    <a:lnB w="6350">
                      <a:solidFill>
                        <a:srgbClr val="000000"/>
                      </a:solidFill>
                      <a:prstDash val="solid"/>
                    </a:lnB>
                  </a:tcPr>
                </a:tc>
                <a:tc>
                  <a:txBody>
                    <a:bodyPr/>
                    <a:lstStyle/>
                    <a:p>
                      <a:pPr>
                        <a:lnSpc>
                          <a:spcPct val="100000"/>
                        </a:lnSpc>
                        <a:spcBef>
                          <a:spcPts val="690"/>
                        </a:spcBef>
                      </a:pPr>
                      <a:endParaRPr sz="1200">
                        <a:latin typeface="Times New Roman" panose="02020603050405020304"/>
                        <a:cs typeface="Times New Roman" panose="02020603050405020304"/>
                      </a:endParaRPr>
                    </a:p>
                    <a:p>
                      <a:pPr algn="ctr">
                        <a:lnSpc>
                          <a:spcPct val="100000"/>
                        </a:lnSpc>
                      </a:pPr>
                      <a:r>
                        <a:rPr sz="1200" spc="-20" dirty="0">
                          <a:latin typeface="Calibri" panose="020F0502020204030204"/>
                          <a:cs typeface="Calibri" panose="020F0502020204030204"/>
                        </a:rPr>
                        <a:t>1813</a:t>
                      </a:r>
                      <a:endParaRPr sz="1200">
                        <a:latin typeface="Calibri" panose="020F0502020204030204"/>
                        <a:cs typeface="Calibri" panose="020F0502020204030204"/>
                      </a:endParaRPr>
                    </a:p>
                  </a:txBody>
                  <a:tcPr marL="0" marR="0" marT="87630" marB="0">
                    <a:lnL w="6350">
                      <a:solidFill>
                        <a:srgbClr val="000000"/>
                      </a:solidFill>
                      <a:prstDash val="solid"/>
                    </a:lnL>
                    <a:lnR w="6350">
                      <a:solidFill>
                        <a:srgbClr val="000000"/>
                      </a:solidFill>
                      <a:prstDash val="solid"/>
                    </a:lnR>
                    <a:lnT w="38100">
                      <a:solidFill>
                        <a:srgbClr val="612322"/>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38100">
                      <a:solidFill>
                        <a:srgbClr val="612322"/>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38100">
                      <a:solidFill>
                        <a:srgbClr val="612322"/>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38100">
                      <a:solidFill>
                        <a:srgbClr val="612322"/>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38100">
                      <a:solidFill>
                        <a:srgbClr val="612322"/>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38100">
                      <a:solidFill>
                        <a:srgbClr val="612322"/>
                      </a:solidFill>
                      <a:prstDash val="solid"/>
                    </a:lnT>
                    <a:lnB w="6350">
                      <a:solidFill>
                        <a:srgbClr val="000000"/>
                      </a:solidFill>
                      <a:prstDash val="solid"/>
                    </a:lnB>
                  </a:tcPr>
                </a:tc>
              </a:tr>
              <a:tr h="424815">
                <a:tc>
                  <a:txBody>
                    <a:bodyPr/>
                    <a:lstStyle/>
                    <a:p>
                      <a:pPr>
                        <a:lnSpc>
                          <a:spcPct val="100000"/>
                        </a:lnSpc>
                        <a:spcBef>
                          <a:spcPts val="420"/>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8</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148590">
                        <a:lnSpc>
                          <a:spcPct val="102000"/>
                        </a:lnSpc>
                        <a:spcBef>
                          <a:spcPts val="130"/>
                        </a:spcBef>
                      </a:pPr>
                      <a:r>
                        <a:rPr sz="1200" dirty="0">
                          <a:latin typeface="Calibri" panose="020F0502020204030204"/>
                          <a:cs typeface="Calibri" panose="020F0502020204030204"/>
                        </a:rPr>
                        <a:t>Enter</a:t>
                      </a:r>
                      <a:r>
                        <a:rPr sz="1200" spc="-10" dirty="0">
                          <a:latin typeface="Calibri" panose="020F0502020204030204"/>
                          <a:cs typeface="Calibri" panose="020F0502020204030204"/>
                        </a:rPr>
                        <a:t> </a:t>
                      </a:r>
                      <a:r>
                        <a:rPr sz="1200" dirty="0">
                          <a:latin typeface="Calibri" panose="020F0502020204030204"/>
                          <a:cs typeface="Calibri" panose="020F0502020204030204"/>
                        </a:rPr>
                        <a:t>the</a:t>
                      </a:r>
                      <a:r>
                        <a:rPr sz="1200" spc="-15" dirty="0">
                          <a:latin typeface="Calibri" panose="020F0502020204030204"/>
                          <a:cs typeface="Calibri" panose="020F0502020204030204"/>
                        </a:rPr>
                        <a:t> </a:t>
                      </a:r>
                      <a:r>
                        <a:rPr sz="1200" dirty="0">
                          <a:latin typeface="Calibri" panose="020F0502020204030204"/>
                          <a:cs typeface="Calibri" panose="020F0502020204030204"/>
                        </a:rPr>
                        <a:t>min+1</a:t>
                      </a:r>
                      <a:r>
                        <a:rPr sz="1200" spc="-5" dirty="0">
                          <a:latin typeface="Calibri" panose="020F0502020204030204"/>
                          <a:cs typeface="Calibri" panose="020F0502020204030204"/>
                        </a:rPr>
                        <a:t> </a:t>
                      </a:r>
                      <a:r>
                        <a:rPr sz="1200" dirty="0">
                          <a:latin typeface="Calibri" panose="020F0502020204030204"/>
                          <a:cs typeface="Calibri" panose="020F0502020204030204"/>
                        </a:rPr>
                        <a:t>value</a:t>
                      </a:r>
                      <a:r>
                        <a:rPr sz="1200" spc="-15" dirty="0">
                          <a:latin typeface="Calibri" panose="020F0502020204030204"/>
                          <a:cs typeface="Calibri" panose="020F0502020204030204"/>
                        </a:rPr>
                        <a:t> </a:t>
                      </a:r>
                      <a:r>
                        <a:rPr sz="1200" dirty="0">
                          <a:latin typeface="Calibri" panose="020F0502020204030204"/>
                          <a:cs typeface="Calibri" panose="020F0502020204030204"/>
                        </a:rPr>
                        <a:t>for</a:t>
                      </a:r>
                      <a:r>
                        <a:rPr sz="1200" spc="254" dirty="0">
                          <a:latin typeface="Calibri" panose="020F0502020204030204"/>
                          <a:cs typeface="Calibri" panose="020F0502020204030204"/>
                        </a:rPr>
                        <a:t> </a:t>
                      </a:r>
                      <a:r>
                        <a:rPr sz="1200" dirty="0">
                          <a:latin typeface="Calibri" panose="020F0502020204030204"/>
                          <a:cs typeface="Calibri" panose="020F0502020204030204"/>
                        </a:rPr>
                        <a:t>day</a:t>
                      </a:r>
                      <a:r>
                        <a:rPr sz="1200" spc="-25" dirty="0">
                          <a:latin typeface="Calibri" panose="020F0502020204030204"/>
                          <a:cs typeface="Calibri" panose="020F0502020204030204"/>
                        </a:rPr>
                        <a:t> </a:t>
                      </a:r>
                      <a:r>
                        <a:rPr sz="1200" dirty="0">
                          <a:latin typeface="Calibri" panose="020F0502020204030204"/>
                          <a:cs typeface="Calibri" panose="020F0502020204030204"/>
                        </a:rPr>
                        <a:t>,</a:t>
                      </a:r>
                      <a:r>
                        <a:rPr sz="1200" spc="270" dirty="0">
                          <a:latin typeface="Calibri" panose="020F0502020204030204"/>
                          <a:cs typeface="Calibri" panose="020F0502020204030204"/>
                        </a:rPr>
                        <a:t> </a:t>
                      </a:r>
                      <a:r>
                        <a:rPr sz="1200" spc="-10" dirty="0">
                          <a:latin typeface="Calibri" panose="020F0502020204030204"/>
                          <a:cs typeface="Calibri" panose="020F0502020204030204"/>
                        </a:rPr>
                        <a:t>normal </a:t>
                      </a:r>
                      <a:r>
                        <a:rPr sz="1200" dirty="0">
                          <a:latin typeface="Calibri" panose="020F0502020204030204"/>
                          <a:cs typeface="Calibri" panose="020F0502020204030204"/>
                        </a:rPr>
                        <a:t>value</a:t>
                      </a:r>
                      <a:r>
                        <a:rPr sz="1200" spc="-20" dirty="0">
                          <a:latin typeface="Calibri" panose="020F0502020204030204"/>
                          <a:cs typeface="Calibri" panose="020F0502020204030204"/>
                        </a:rPr>
                        <a:t> </a:t>
                      </a:r>
                      <a:r>
                        <a:rPr sz="1200" dirty="0">
                          <a:latin typeface="Calibri" panose="020F0502020204030204"/>
                          <a:cs typeface="Calibri" panose="020F0502020204030204"/>
                        </a:rPr>
                        <a:t>for</a:t>
                      </a:r>
                      <a:r>
                        <a:rPr sz="1200" spc="-5" dirty="0">
                          <a:latin typeface="Calibri" panose="020F0502020204030204"/>
                          <a:cs typeface="Calibri" panose="020F0502020204030204"/>
                        </a:rPr>
                        <a:t> </a:t>
                      </a:r>
                      <a:r>
                        <a:rPr sz="1200" dirty="0">
                          <a:latin typeface="Calibri" panose="020F0502020204030204"/>
                          <a:cs typeface="Calibri" panose="020F0502020204030204"/>
                        </a:rPr>
                        <a:t>year</a:t>
                      </a:r>
                      <a:r>
                        <a:rPr sz="1200" spc="-5" dirty="0">
                          <a:latin typeface="Calibri" panose="020F0502020204030204"/>
                          <a:cs typeface="Calibri" panose="020F0502020204030204"/>
                        </a:rPr>
                        <a:t> </a:t>
                      </a:r>
                      <a:r>
                        <a:rPr sz="1200" dirty="0">
                          <a:latin typeface="Calibri" panose="020F0502020204030204"/>
                          <a:cs typeface="Calibri" panose="020F0502020204030204"/>
                        </a:rPr>
                        <a:t>and</a:t>
                      </a:r>
                      <a:r>
                        <a:rPr sz="1200" spc="-5" dirty="0">
                          <a:latin typeface="Calibri" panose="020F0502020204030204"/>
                          <a:cs typeface="Calibri" panose="020F0502020204030204"/>
                        </a:rPr>
                        <a:t> </a:t>
                      </a:r>
                      <a:r>
                        <a:rPr sz="1200" dirty="0">
                          <a:latin typeface="Calibri" panose="020F0502020204030204"/>
                          <a:cs typeface="Calibri" panose="020F0502020204030204"/>
                        </a:rPr>
                        <a:t>min</a:t>
                      </a:r>
                      <a:r>
                        <a:rPr sz="1200" spc="-5" dirty="0">
                          <a:latin typeface="Calibri" panose="020F0502020204030204"/>
                          <a:cs typeface="Calibri" panose="020F0502020204030204"/>
                        </a:rPr>
                        <a:t> </a:t>
                      </a:r>
                      <a:r>
                        <a:rPr sz="1200" dirty="0">
                          <a:latin typeface="Calibri" panose="020F0502020204030204"/>
                          <a:cs typeface="Calibri" panose="020F0502020204030204"/>
                        </a:rPr>
                        <a:t>value</a:t>
                      </a:r>
                      <a:r>
                        <a:rPr sz="1200" spc="245" dirty="0">
                          <a:latin typeface="Calibri" panose="020F0502020204030204"/>
                          <a:cs typeface="Calibri" panose="020F0502020204030204"/>
                        </a:rPr>
                        <a:t> </a:t>
                      </a:r>
                      <a:r>
                        <a:rPr sz="1200" dirty="0">
                          <a:latin typeface="Calibri" panose="020F0502020204030204"/>
                          <a:cs typeface="Calibri" panose="020F0502020204030204"/>
                        </a:rPr>
                        <a:t>for</a:t>
                      </a:r>
                      <a:r>
                        <a:rPr sz="1200" spc="250" dirty="0">
                          <a:latin typeface="Calibri" panose="020F0502020204030204"/>
                          <a:cs typeface="Calibri" panose="020F0502020204030204"/>
                        </a:rPr>
                        <a:t> </a:t>
                      </a:r>
                      <a:r>
                        <a:rPr sz="1200" spc="-20" dirty="0">
                          <a:latin typeface="Calibri" panose="020F0502020204030204"/>
                          <a:cs typeface="Calibri" panose="020F0502020204030204"/>
                        </a:rPr>
                        <a:t>month</a:t>
                      </a:r>
                      <a:endParaRPr sz="1200">
                        <a:latin typeface="Calibri" panose="020F0502020204030204"/>
                        <a:cs typeface="Calibri" panose="020F0502020204030204"/>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20"/>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20"/>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2</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20"/>
                        </a:spcBef>
                      </a:pPr>
                      <a:endParaRPr sz="1200">
                        <a:latin typeface="Times New Roman" panose="02020603050405020304"/>
                        <a:cs typeface="Times New Roman" panose="02020603050405020304"/>
                      </a:endParaRPr>
                    </a:p>
                    <a:p>
                      <a:pPr algn="ctr">
                        <a:lnSpc>
                          <a:spcPct val="100000"/>
                        </a:lnSpc>
                      </a:pPr>
                      <a:r>
                        <a:rPr sz="1200" spc="-20" dirty="0">
                          <a:latin typeface="Calibri" panose="020F0502020204030204"/>
                          <a:cs typeface="Calibri" panose="020F0502020204030204"/>
                        </a:rPr>
                        <a:t>1912</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20"/>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20"/>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3</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20"/>
                        </a:spcBef>
                      </a:pPr>
                      <a:endParaRPr sz="1200">
                        <a:latin typeface="Times New Roman" panose="02020603050405020304"/>
                        <a:cs typeface="Times New Roman" panose="02020603050405020304"/>
                      </a:endParaRPr>
                    </a:p>
                    <a:p>
                      <a:pPr algn="ctr">
                        <a:lnSpc>
                          <a:spcPct val="100000"/>
                        </a:lnSpc>
                      </a:pPr>
                      <a:r>
                        <a:rPr sz="1200" spc="-20" dirty="0">
                          <a:latin typeface="Calibri" panose="020F0502020204030204"/>
                          <a:cs typeface="Calibri" panose="020F0502020204030204"/>
                        </a:rPr>
                        <a:t>1912</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425450">
                <a:tc>
                  <a:txBody>
                    <a:bodyPr/>
                    <a:lstStyle/>
                    <a:p>
                      <a:pPr>
                        <a:lnSpc>
                          <a:spcPct val="100000"/>
                        </a:lnSpc>
                        <a:spcBef>
                          <a:spcPts val="420"/>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9</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148590">
                        <a:lnSpc>
                          <a:spcPct val="102000"/>
                        </a:lnSpc>
                        <a:spcBef>
                          <a:spcPts val="135"/>
                        </a:spcBef>
                      </a:pPr>
                      <a:r>
                        <a:rPr sz="1200" dirty="0">
                          <a:latin typeface="Calibri" panose="020F0502020204030204"/>
                          <a:cs typeface="Calibri" panose="020F0502020204030204"/>
                        </a:rPr>
                        <a:t>Enter</a:t>
                      </a:r>
                      <a:r>
                        <a:rPr sz="1200" spc="-10" dirty="0">
                          <a:latin typeface="Calibri" panose="020F0502020204030204"/>
                          <a:cs typeface="Calibri" panose="020F0502020204030204"/>
                        </a:rPr>
                        <a:t> </a:t>
                      </a:r>
                      <a:r>
                        <a:rPr sz="1200" dirty="0">
                          <a:latin typeface="Calibri" panose="020F0502020204030204"/>
                          <a:cs typeface="Calibri" panose="020F0502020204030204"/>
                        </a:rPr>
                        <a:t>the</a:t>
                      </a:r>
                      <a:r>
                        <a:rPr sz="1200" spc="-15" dirty="0">
                          <a:latin typeface="Calibri" panose="020F0502020204030204"/>
                          <a:cs typeface="Calibri" panose="020F0502020204030204"/>
                        </a:rPr>
                        <a:t> </a:t>
                      </a:r>
                      <a:r>
                        <a:rPr sz="1200" dirty="0">
                          <a:latin typeface="Calibri" panose="020F0502020204030204"/>
                          <a:cs typeface="Calibri" panose="020F0502020204030204"/>
                        </a:rPr>
                        <a:t>min+1</a:t>
                      </a:r>
                      <a:r>
                        <a:rPr sz="1200" spc="-10" dirty="0">
                          <a:latin typeface="Calibri" panose="020F0502020204030204"/>
                          <a:cs typeface="Calibri" panose="020F0502020204030204"/>
                        </a:rPr>
                        <a:t> </a:t>
                      </a:r>
                      <a:r>
                        <a:rPr sz="1200" dirty="0">
                          <a:latin typeface="Calibri" panose="020F0502020204030204"/>
                          <a:cs typeface="Calibri" panose="020F0502020204030204"/>
                        </a:rPr>
                        <a:t>value</a:t>
                      </a:r>
                      <a:r>
                        <a:rPr sz="1200" spc="-15" dirty="0">
                          <a:latin typeface="Calibri" panose="020F0502020204030204"/>
                          <a:cs typeface="Calibri" panose="020F0502020204030204"/>
                        </a:rPr>
                        <a:t> </a:t>
                      </a:r>
                      <a:r>
                        <a:rPr sz="1200" dirty="0">
                          <a:latin typeface="Calibri" panose="020F0502020204030204"/>
                          <a:cs typeface="Calibri" panose="020F0502020204030204"/>
                        </a:rPr>
                        <a:t>for</a:t>
                      </a:r>
                      <a:r>
                        <a:rPr sz="1200" spc="254" dirty="0">
                          <a:latin typeface="Calibri" panose="020F0502020204030204"/>
                          <a:cs typeface="Calibri" panose="020F0502020204030204"/>
                        </a:rPr>
                        <a:t> </a:t>
                      </a:r>
                      <a:r>
                        <a:rPr sz="1200" dirty="0">
                          <a:latin typeface="Calibri" panose="020F0502020204030204"/>
                          <a:cs typeface="Calibri" panose="020F0502020204030204"/>
                        </a:rPr>
                        <a:t>day</a:t>
                      </a:r>
                      <a:r>
                        <a:rPr sz="1200" spc="-30" dirty="0">
                          <a:latin typeface="Calibri" panose="020F0502020204030204"/>
                          <a:cs typeface="Calibri" panose="020F0502020204030204"/>
                        </a:rPr>
                        <a:t> </a:t>
                      </a:r>
                      <a:r>
                        <a:rPr sz="1200" dirty="0">
                          <a:latin typeface="Calibri" panose="020F0502020204030204"/>
                          <a:cs typeface="Calibri" panose="020F0502020204030204"/>
                        </a:rPr>
                        <a:t>,</a:t>
                      </a:r>
                      <a:r>
                        <a:rPr sz="1200" spc="245" dirty="0">
                          <a:latin typeface="Calibri" panose="020F0502020204030204"/>
                          <a:cs typeface="Calibri" panose="020F0502020204030204"/>
                        </a:rPr>
                        <a:t> </a:t>
                      </a:r>
                      <a:r>
                        <a:rPr sz="1200" dirty="0">
                          <a:latin typeface="Calibri" panose="020F0502020204030204"/>
                          <a:cs typeface="Calibri" panose="020F0502020204030204"/>
                        </a:rPr>
                        <a:t>max</a:t>
                      </a:r>
                      <a:r>
                        <a:rPr sz="1200" spc="10" dirty="0">
                          <a:latin typeface="Calibri" panose="020F0502020204030204"/>
                          <a:cs typeface="Calibri" panose="020F0502020204030204"/>
                        </a:rPr>
                        <a:t> </a:t>
                      </a:r>
                      <a:r>
                        <a:rPr sz="1200" dirty="0">
                          <a:latin typeface="Calibri" panose="020F0502020204030204"/>
                          <a:cs typeface="Calibri" panose="020F0502020204030204"/>
                        </a:rPr>
                        <a:t>-</a:t>
                      </a:r>
                      <a:r>
                        <a:rPr sz="1200" spc="-50" dirty="0">
                          <a:latin typeface="Calibri" panose="020F0502020204030204"/>
                          <a:cs typeface="Calibri" panose="020F0502020204030204"/>
                        </a:rPr>
                        <a:t>1 </a:t>
                      </a:r>
                      <a:r>
                        <a:rPr sz="1200" dirty="0">
                          <a:latin typeface="Calibri" panose="020F0502020204030204"/>
                          <a:cs typeface="Calibri" panose="020F0502020204030204"/>
                        </a:rPr>
                        <a:t>value</a:t>
                      </a:r>
                      <a:r>
                        <a:rPr sz="1200" spc="-20" dirty="0">
                          <a:latin typeface="Calibri" panose="020F0502020204030204"/>
                          <a:cs typeface="Calibri" panose="020F0502020204030204"/>
                        </a:rPr>
                        <a:t> </a:t>
                      </a:r>
                      <a:r>
                        <a:rPr sz="1200" dirty="0">
                          <a:latin typeface="Calibri" panose="020F0502020204030204"/>
                          <a:cs typeface="Calibri" panose="020F0502020204030204"/>
                        </a:rPr>
                        <a:t>for</a:t>
                      </a:r>
                      <a:r>
                        <a:rPr sz="1200" spc="-5" dirty="0">
                          <a:latin typeface="Calibri" panose="020F0502020204030204"/>
                          <a:cs typeface="Calibri" panose="020F0502020204030204"/>
                        </a:rPr>
                        <a:t> </a:t>
                      </a:r>
                      <a:r>
                        <a:rPr sz="1200" dirty="0">
                          <a:latin typeface="Calibri" panose="020F0502020204030204"/>
                          <a:cs typeface="Calibri" panose="020F0502020204030204"/>
                        </a:rPr>
                        <a:t>year</a:t>
                      </a:r>
                      <a:r>
                        <a:rPr sz="1200" spc="-5" dirty="0">
                          <a:latin typeface="Calibri" panose="020F0502020204030204"/>
                          <a:cs typeface="Calibri" panose="020F0502020204030204"/>
                        </a:rPr>
                        <a:t> </a:t>
                      </a:r>
                      <a:r>
                        <a:rPr sz="1200" dirty="0">
                          <a:latin typeface="Calibri" panose="020F0502020204030204"/>
                          <a:cs typeface="Calibri" panose="020F0502020204030204"/>
                        </a:rPr>
                        <a:t>and</a:t>
                      </a:r>
                      <a:r>
                        <a:rPr sz="1200" spc="-5" dirty="0">
                          <a:latin typeface="Calibri" panose="020F0502020204030204"/>
                          <a:cs typeface="Calibri" panose="020F0502020204030204"/>
                        </a:rPr>
                        <a:t> </a:t>
                      </a:r>
                      <a:r>
                        <a:rPr sz="1200" dirty="0">
                          <a:latin typeface="Calibri" panose="020F0502020204030204"/>
                          <a:cs typeface="Calibri" panose="020F0502020204030204"/>
                        </a:rPr>
                        <a:t>min</a:t>
                      </a:r>
                      <a:r>
                        <a:rPr sz="1200" spc="-5" dirty="0">
                          <a:latin typeface="Calibri" panose="020F0502020204030204"/>
                          <a:cs typeface="Calibri" panose="020F0502020204030204"/>
                        </a:rPr>
                        <a:t> </a:t>
                      </a:r>
                      <a:r>
                        <a:rPr sz="1200" dirty="0">
                          <a:latin typeface="Calibri" panose="020F0502020204030204"/>
                          <a:cs typeface="Calibri" panose="020F0502020204030204"/>
                        </a:rPr>
                        <a:t>value</a:t>
                      </a:r>
                      <a:r>
                        <a:rPr sz="1200" spc="245" dirty="0">
                          <a:latin typeface="Calibri" panose="020F0502020204030204"/>
                          <a:cs typeface="Calibri" panose="020F0502020204030204"/>
                        </a:rPr>
                        <a:t> </a:t>
                      </a:r>
                      <a:r>
                        <a:rPr sz="1200" dirty="0">
                          <a:latin typeface="Calibri" panose="020F0502020204030204"/>
                          <a:cs typeface="Calibri" panose="020F0502020204030204"/>
                        </a:rPr>
                        <a:t>for</a:t>
                      </a:r>
                      <a:r>
                        <a:rPr sz="1200" spc="250" dirty="0">
                          <a:latin typeface="Calibri" panose="020F0502020204030204"/>
                          <a:cs typeface="Calibri" panose="020F0502020204030204"/>
                        </a:rPr>
                        <a:t> </a:t>
                      </a:r>
                      <a:r>
                        <a:rPr sz="1200" spc="-20" dirty="0">
                          <a:latin typeface="Calibri" panose="020F0502020204030204"/>
                          <a:cs typeface="Calibri" panose="020F0502020204030204"/>
                        </a:rPr>
                        <a:t>month</a:t>
                      </a:r>
                      <a:endParaRPr sz="1200">
                        <a:latin typeface="Calibri" panose="020F0502020204030204"/>
                        <a:cs typeface="Calibri" panose="020F0502020204030204"/>
                      </a:endParaRPr>
                    </a:p>
                  </a:txBody>
                  <a:tcPr marL="0" marR="0" marT="1714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20"/>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20"/>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2</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20"/>
                        </a:spcBef>
                      </a:pPr>
                      <a:endParaRPr sz="1200">
                        <a:latin typeface="Times New Roman" panose="02020603050405020304"/>
                        <a:cs typeface="Times New Roman" panose="02020603050405020304"/>
                      </a:endParaRPr>
                    </a:p>
                    <a:p>
                      <a:pPr algn="ctr">
                        <a:lnSpc>
                          <a:spcPct val="100000"/>
                        </a:lnSpc>
                      </a:pPr>
                      <a:r>
                        <a:rPr sz="1200" spc="-20" dirty="0">
                          <a:latin typeface="Calibri" panose="020F0502020204030204"/>
                          <a:cs typeface="Calibri" panose="020F0502020204030204"/>
                        </a:rPr>
                        <a:t>2012</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20"/>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20"/>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3</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20"/>
                        </a:spcBef>
                      </a:pPr>
                      <a:endParaRPr sz="1200">
                        <a:latin typeface="Times New Roman" panose="02020603050405020304"/>
                        <a:cs typeface="Times New Roman" panose="02020603050405020304"/>
                      </a:endParaRPr>
                    </a:p>
                    <a:p>
                      <a:pPr algn="ctr">
                        <a:lnSpc>
                          <a:spcPct val="100000"/>
                        </a:lnSpc>
                      </a:pPr>
                      <a:r>
                        <a:rPr sz="1200" spc="-20" dirty="0">
                          <a:latin typeface="Calibri" panose="020F0502020204030204"/>
                          <a:cs typeface="Calibri" panose="020F0502020204030204"/>
                        </a:rPr>
                        <a:t>2012</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426720">
                <a:tc>
                  <a:txBody>
                    <a:bodyPr/>
                    <a:lstStyle/>
                    <a:p>
                      <a:pPr>
                        <a:lnSpc>
                          <a:spcPct val="100000"/>
                        </a:lnSpc>
                        <a:spcBef>
                          <a:spcPts val="430"/>
                        </a:spcBef>
                      </a:pPr>
                      <a:endParaRPr sz="1200">
                        <a:latin typeface="Times New Roman" panose="02020603050405020304"/>
                        <a:cs typeface="Times New Roman" panose="02020603050405020304"/>
                      </a:endParaRPr>
                    </a:p>
                    <a:p>
                      <a:pPr marL="635" algn="ctr">
                        <a:lnSpc>
                          <a:spcPct val="100000"/>
                        </a:lnSpc>
                      </a:pPr>
                      <a:r>
                        <a:rPr sz="1200" spc="-25" dirty="0">
                          <a:latin typeface="Calibri" panose="020F0502020204030204"/>
                          <a:cs typeface="Calibri" panose="020F0502020204030204"/>
                        </a:rPr>
                        <a:t>10</a:t>
                      </a:r>
                      <a:endParaRPr sz="1200">
                        <a:latin typeface="Calibri" panose="020F0502020204030204"/>
                        <a:cs typeface="Calibri" panose="020F0502020204030204"/>
                      </a:endParaRPr>
                    </a:p>
                  </a:txBody>
                  <a:tcPr marL="0" marR="0" marT="546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146685">
                        <a:lnSpc>
                          <a:spcPct val="102000"/>
                        </a:lnSpc>
                        <a:spcBef>
                          <a:spcPts val="130"/>
                        </a:spcBef>
                      </a:pPr>
                      <a:r>
                        <a:rPr sz="1200" dirty="0">
                          <a:latin typeface="Calibri" panose="020F0502020204030204"/>
                          <a:cs typeface="Calibri" panose="020F0502020204030204"/>
                        </a:rPr>
                        <a:t>Enter</a:t>
                      </a:r>
                      <a:r>
                        <a:rPr sz="1200" spc="-10" dirty="0">
                          <a:latin typeface="Calibri" panose="020F0502020204030204"/>
                          <a:cs typeface="Calibri" panose="020F0502020204030204"/>
                        </a:rPr>
                        <a:t> </a:t>
                      </a:r>
                      <a:r>
                        <a:rPr sz="1200" dirty="0">
                          <a:latin typeface="Calibri" panose="020F0502020204030204"/>
                          <a:cs typeface="Calibri" panose="020F0502020204030204"/>
                        </a:rPr>
                        <a:t>the</a:t>
                      </a:r>
                      <a:r>
                        <a:rPr sz="1200" spc="-15" dirty="0">
                          <a:latin typeface="Calibri" panose="020F0502020204030204"/>
                          <a:cs typeface="Calibri" panose="020F0502020204030204"/>
                        </a:rPr>
                        <a:t> </a:t>
                      </a:r>
                      <a:r>
                        <a:rPr sz="1200" dirty="0">
                          <a:latin typeface="Calibri" panose="020F0502020204030204"/>
                          <a:cs typeface="Calibri" panose="020F0502020204030204"/>
                        </a:rPr>
                        <a:t>min+1</a:t>
                      </a:r>
                      <a:r>
                        <a:rPr sz="1200" spc="-5" dirty="0">
                          <a:latin typeface="Calibri" panose="020F0502020204030204"/>
                          <a:cs typeface="Calibri" panose="020F0502020204030204"/>
                        </a:rPr>
                        <a:t> </a:t>
                      </a:r>
                      <a:r>
                        <a:rPr sz="1200" dirty="0">
                          <a:latin typeface="Calibri" panose="020F0502020204030204"/>
                          <a:cs typeface="Calibri" panose="020F0502020204030204"/>
                        </a:rPr>
                        <a:t>value</a:t>
                      </a:r>
                      <a:r>
                        <a:rPr sz="1200" spc="-15" dirty="0">
                          <a:latin typeface="Calibri" panose="020F0502020204030204"/>
                          <a:cs typeface="Calibri" panose="020F0502020204030204"/>
                        </a:rPr>
                        <a:t> </a:t>
                      </a:r>
                      <a:r>
                        <a:rPr sz="1200" dirty="0">
                          <a:latin typeface="Calibri" panose="020F0502020204030204"/>
                          <a:cs typeface="Calibri" panose="020F0502020204030204"/>
                        </a:rPr>
                        <a:t>for</a:t>
                      </a:r>
                      <a:r>
                        <a:rPr sz="1200" spc="254" dirty="0">
                          <a:latin typeface="Calibri" panose="020F0502020204030204"/>
                          <a:cs typeface="Calibri" panose="020F0502020204030204"/>
                        </a:rPr>
                        <a:t> </a:t>
                      </a:r>
                      <a:r>
                        <a:rPr sz="1200" dirty="0">
                          <a:latin typeface="Calibri" panose="020F0502020204030204"/>
                          <a:cs typeface="Calibri" panose="020F0502020204030204"/>
                        </a:rPr>
                        <a:t>day</a:t>
                      </a:r>
                      <a:r>
                        <a:rPr sz="1200" spc="-25" dirty="0">
                          <a:latin typeface="Calibri" panose="020F0502020204030204"/>
                          <a:cs typeface="Calibri" panose="020F0502020204030204"/>
                        </a:rPr>
                        <a:t> </a:t>
                      </a:r>
                      <a:r>
                        <a:rPr sz="1200" dirty="0">
                          <a:latin typeface="Calibri" panose="020F0502020204030204"/>
                          <a:cs typeface="Calibri" panose="020F0502020204030204"/>
                        </a:rPr>
                        <a:t>,</a:t>
                      </a:r>
                      <a:r>
                        <a:rPr sz="1200" spc="250" dirty="0">
                          <a:latin typeface="Calibri" panose="020F0502020204030204"/>
                          <a:cs typeface="Calibri" panose="020F0502020204030204"/>
                        </a:rPr>
                        <a:t> </a:t>
                      </a:r>
                      <a:r>
                        <a:rPr sz="1200" spc="-25" dirty="0">
                          <a:latin typeface="Calibri" panose="020F0502020204030204"/>
                          <a:cs typeface="Calibri" panose="020F0502020204030204"/>
                        </a:rPr>
                        <a:t>max </a:t>
                      </a:r>
                      <a:r>
                        <a:rPr sz="1200" dirty="0">
                          <a:latin typeface="Calibri" panose="020F0502020204030204"/>
                          <a:cs typeface="Calibri" panose="020F0502020204030204"/>
                        </a:rPr>
                        <a:t>value</a:t>
                      </a:r>
                      <a:r>
                        <a:rPr sz="1200" spc="-20" dirty="0">
                          <a:latin typeface="Calibri" panose="020F0502020204030204"/>
                          <a:cs typeface="Calibri" panose="020F0502020204030204"/>
                        </a:rPr>
                        <a:t> </a:t>
                      </a:r>
                      <a:r>
                        <a:rPr sz="1200" dirty="0">
                          <a:latin typeface="Calibri" panose="020F0502020204030204"/>
                          <a:cs typeface="Calibri" panose="020F0502020204030204"/>
                        </a:rPr>
                        <a:t>for</a:t>
                      </a:r>
                      <a:r>
                        <a:rPr sz="1200" spc="-5" dirty="0">
                          <a:latin typeface="Calibri" panose="020F0502020204030204"/>
                          <a:cs typeface="Calibri" panose="020F0502020204030204"/>
                        </a:rPr>
                        <a:t> </a:t>
                      </a:r>
                      <a:r>
                        <a:rPr sz="1200" dirty="0">
                          <a:latin typeface="Calibri" panose="020F0502020204030204"/>
                          <a:cs typeface="Calibri" panose="020F0502020204030204"/>
                        </a:rPr>
                        <a:t>year</a:t>
                      </a:r>
                      <a:r>
                        <a:rPr sz="1200" spc="-5" dirty="0">
                          <a:latin typeface="Calibri" panose="020F0502020204030204"/>
                          <a:cs typeface="Calibri" panose="020F0502020204030204"/>
                        </a:rPr>
                        <a:t> </a:t>
                      </a:r>
                      <a:r>
                        <a:rPr sz="1200" dirty="0">
                          <a:latin typeface="Calibri" panose="020F0502020204030204"/>
                          <a:cs typeface="Calibri" panose="020F0502020204030204"/>
                        </a:rPr>
                        <a:t>and</a:t>
                      </a:r>
                      <a:r>
                        <a:rPr sz="1200" spc="-5" dirty="0">
                          <a:latin typeface="Calibri" panose="020F0502020204030204"/>
                          <a:cs typeface="Calibri" panose="020F0502020204030204"/>
                        </a:rPr>
                        <a:t> </a:t>
                      </a:r>
                      <a:r>
                        <a:rPr sz="1200" dirty="0">
                          <a:latin typeface="Calibri" panose="020F0502020204030204"/>
                          <a:cs typeface="Calibri" panose="020F0502020204030204"/>
                        </a:rPr>
                        <a:t>min</a:t>
                      </a:r>
                      <a:r>
                        <a:rPr sz="1200" spc="10" dirty="0">
                          <a:latin typeface="Calibri" panose="020F0502020204030204"/>
                          <a:cs typeface="Calibri" panose="020F0502020204030204"/>
                        </a:rPr>
                        <a:t> </a:t>
                      </a:r>
                      <a:r>
                        <a:rPr sz="1200" dirty="0">
                          <a:latin typeface="Calibri" panose="020F0502020204030204"/>
                          <a:cs typeface="Calibri" panose="020F0502020204030204"/>
                        </a:rPr>
                        <a:t>value</a:t>
                      </a:r>
                      <a:r>
                        <a:rPr sz="1200" spc="245" dirty="0">
                          <a:latin typeface="Calibri" panose="020F0502020204030204"/>
                          <a:cs typeface="Calibri" panose="020F0502020204030204"/>
                        </a:rPr>
                        <a:t> </a:t>
                      </a:r>
                      <a:r>
                        <a:rPr sz="1200" dirty="0">
                          <a:latin typeface="Calibri" panose="020F0502020204030204"/>
                          <a:cs typeface="Calibri" panose="020F0502020204030204"/>
                        </a:rPr>
                        <a:t>for</a:t>
                      </a:r>
                      <a:r>
                        <a:rPr sz="1200" spc="250" dirty="0">
                          <a:latin typeface="Calibri" panose="020F0502020204030204"/>
                          <a:cs typeface="Calibri" panose="020F0502020204030204"/>
                        </a:rPr>
                        <a:t> </a:t>
                      </a:r>
                      <a:r>
                        <a:rPr sz="1200" spc="-20" dirty="0">
                          <a:latin typeface="Calibri" panose="020F0502020204030204"/>
                          <a:cs typeface="Calibri" panose="020F0502020204030204"/>
                        </a:rPr>
                        <a:t>month</a:t>
                      </a:r>
                      <a:endParaRPr sz="1200">
                        <a:latin typeface="Calibri" panose="020F0502020204030204"/>
                        <a:cs typeface="Calibri" panose="020F0502020204030204"/>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30"/>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546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30"/>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2</a:t>
                      </a:r>
                      <a:endParaRPr sz="1200">
                        <a:latin typeface="Calibri" panose="020F0502020204030204"/>
                        <a:cs typeface="Calibri" panose="020F0502020204030204"/>
                      </a:endParaRPr>
                    </a:p>
                  </a:txBody>
                  <a:tcPr marL="0" marR="0" marT="546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30"/>
                        </a:spcBef>
                      </a:pPr>
                      <a:endParaRPr sz="1200">
                        <a:latin typeface="Times New Roman" panose="02020603050405020304"/>
                        <a:cs typeface="Times New Roman" panose="02020603050405020304"/>
                      </a:endParaRPr>
                    </a:p>
                    <a:p>
                      <a:pPr algn="ctr">
                        <a:lnSpc>
                          <a:spcPct val="100000"/>
                        </a:lnSpc>
                      </a:pPr>
                      <a:r>
                        <a:rPr sz="1200" spc="-20" dirty="0">
                          <a:latin typeface="Calibri" panose="020F0502020204030204"/>
                          <a:cs typeface="Calibri" panose="020F0502020204030204"/>
                        </a:rPr>
                        <a:t>2013</a:t>
                      </a:r>
                      <a:endParaRPr sz="1200">
                        <a:latin typeface="Calibri" panose="020F0502020204030204"/>
                        <a:cs typeface="Calibri" panose="020F0502020204030204"/>
                      </a:endParaRPr>
                    </a:p>
                  </a:txBody>
                  <a:tcPr marL="0" marR="0" marT="546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30"/>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546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30"/>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3</a:t>
                      </a:r>
                      <a:endParaRPr sz="1200">
                        <a:latin typeface="Calibri" panose="020F0502020204030204"/>
                        <a:cs typeface="Calibri" panose="020F0502020204030204"/>
                      </a:endParaRPr>
                    </a:p>
                  </a:txBody>
                  <a:tcPr marL="0" marR="0" marT="546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30"/>
                        </a:spcBef>
                      </a:pPr>
                      <a:endParaRPr sz="1200">
                        <a:latin typeface="Times New Roman" panose="02020603050405020304"/>
                        <a:cs typeface="Times New Roman" panose="02020603050405020304"/>
                      </a:endParaRPr>
                    </a:p>
                    <a:p>
                      <a:pPr algn="ctr">
                        <a:lnSpc>
                          <a:spcPct val="100000"/>
                        </a:lnSpc>
                      </a:pPr>
                      <a:r>
                        <a:rPr sz="1200" spc="-20" dirty="0">
                          <a:latin typeface="Calibri" panose="020F0502020204030204"/>
                          <a:cs typeface="Calibri" panose="020F0502020204030204"/>
                        </a:rPr>
                        <a:t>2013</a:t>
                      </a:r>
                      <a:endParaRPr sz="1200">
                        <a:latin typeface="Calibri" panose="020F0502020204030204"/>
                        <a:cs typeface="Calibri" panose="020F0502020204030204"/>
                      </a:endParaRPr>
                    </a:p>
                  </a:txBody>
                  <a:tcPr marL="0" marR="0" marT="546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424815">
                <a:tc>
                  <a:txBody>
                    <a:bodyPr/>
                    <a:lstStyle/>
                    <a:p>
                      <a:pPr>
                        <a:lnSpc>
                          <a:spcPct val="100000"/>
                        </a:lnSpc>
                        <a:spcBef>
                          <a:spcPts val="420"/>
                        </a:spcBef>
                      </a:pPr>
                      <a:endParaRPr sz="1200">
                        <a:latin typeface="Times New Roman" panose="02020603050405020304"/>
                        <a:cs typeface="Times New Roman" panose="02020603050405020304"/>
                      </a:endParaRPr>
                    </a:p>
                    <a:p>
                      <a:pPr marL="635" algn="ctr">
                        <a:lnSpc>
                          <a:spcPct val="100000"/>
                        </a:lnSpc>
                      </a:pPr>
                      <a:r>
                        <a:rPr sz="1200" spc="-25" dirty="0">
                          <a:latin typeface="Calibri" panose="020F0502020204030204"/>
                          <a:cs typeface="Calibri" panose="020F0502020204030204"/>
                        </a:rPr>
                        <a:t>11</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191135">
                        <a:lnSpc>
                          <a:spcPct val="102000"/>
                        </a:lnSpc>
                        <a:spcBef>
                          <a:spcPts val="120"/>
                        </a:spcBef>
                      </a:pPr>
                      <a:r>
                        <a:rPr sz="1200" dirty="0">
                          <a:latin typeface="Calibri" panose="020F0502020204030204"/>
                          <a:cs typeface="Calibri" panose="020F0502020204030204"/>
                        </a:rPr>
                        <a:t>Enter</a:t>
                      </a:r>
                      <a:r>
                        <a:rPr sz="1200" spc="-10" dirty="0">
                          <a:latin typeface="Calibri" panose="020F0502020204030204"/>
                          <a:cs typeface="Calibri" panose="020F0502020204030204"/>
                        </a:rPr>
                        <a:t> </a:t>
                      </a:r>
                      <a:r>
                        <a:rPr sz="1200" dirty="0">
                          <a:latin typeface="Calibri" panose="020F0502020204030204"/>
                          <a:cs typeface="Calibri" panose="020F0502020204030204"/>
                        </a:rPr>
                        <a:t>the</a:t>
                      </a:r>
                      <a:r>
                        <a:rPr sz="1200" spc="-15" dirty="0">
                          <a:latin typeface="Calibri" panose="020F0502020204030204"/>
                          <a:cs typeface="Calibri" panose="020F0502020204030204"/>
                        </a:rPr>
                        <a:t> </a:t>
                      </a:r>
                      <a:r>
                        <a:rPr sz="1200" dirty="0">
                          <a:latin typeface="Calibri" panose="020F0502020204030204"/>
                          <a:cs typeface="Calibri" panose="020F0502020204030204"/>
                        </a:rPr>
                        <a:t>normal</a:t>
                      </a:r>
                      <a:r>
                        <a:rPr sz="1200" spc="-10" dirty="0">
                          <a:latin typeface="Calibri" panose="020F0502020204030204"/>
                          <a:cs typeface="Calibri" panose="020F0502020204030204"/>
                        </a:rPr>
                        <a:t> </a:t>
                      </a:r>
                      <a:r>
                        <a:rPr sz="1200" dirty="0">
                          <a:latin typeface="Calibri" panose="020F0502020204030204"/>
                          <a:cs typeface="Calibri" panose="020F0502020204030204"/>
                        </a:rPr>
                        <a:t>value</a:t>
                      </a:r>
                      <a:r>
                        <a:rPr sz="1200" spc="-5" dirty="0">
                          <a:latin typeface="Calibri" panose="020F0502020204030204"/>
                          <a:cs typeface="Calibri" panose="020F0502020204030204"/>
                        </a:rPr>
                        <a:t> </a:t>
                      </a:r>
                      <a:r>
                        <a:rPr sz="1200" dirty="0">
                          <a:latin typeface="Calibri" panose="020F0502020204030204"/>
                          <a:cs typeface="Calibri" panose="020F0502020204030204"/>
                        </a:rPr>
                        <a:t>of</a:t>
                      </a:r>
                      <a:r>
                        <a:rPr sz="1200" spc="250" dirty="0">
                          <a:latin typeface="Calibri" panose="020F0502020204030204"/>
                          <a:cs typeface="Calibri" panose="020F0502020204030204"/>
                        </a:rPr>
                        <a:t> </a:t>
                      </a:r>
                      <a:r>
                        <a:rPr sz="1200" dirty="0">
                          <a:latin typeface="Calibri" panose="020F0502020204030204"/>
                          <a:cs typeface="Calibri" panose="020F0502020204030204"/>
                        </a:rPr>
                        <a:t>day</a:t>
                      </a:r>
                      <a:r>
                        <a:rPr sz="1200" spc="254" dirty="0">
                          <a:latin typeface="Calibri" panose="020F0502020204030204"/>
                          <a:cs typeface="Calibri" panose="020F0502020204030204"/>
                        </a:rPr>
                        <a:t> </a:t>
                      </a:r>
                      <a:r>
                        <a:rPr sz="1200" dirty="0">
                          <a:latin typeface="Calibri" panose="020F0502020204030204"/>
                          <a:cs typeface="Calibri" panose="020F0502020204030204"/>
                        </a:rPr>
                        <a:t>and</a:t>
                      </a:r>
                      <a:r>
                        <a:rPr sz="1200" spc="-15" dirty="0">
                          <a:latin typeface="Calibri" panose="020F0502020204030204"/>
                          <a:cs typeface="Calibri" panose="020F0502020204030204"/>
                        </a:rPr>
                        <a:t> </a:t>
                      </a:r>
                      <a:r>
                        <a:rPr sz="1200" spc="-25" dirty="0">
                          <a:latin typeface="Calibri" panose="020F0502020204030204"/>
                          <a:cs typeface="Calibri" panose="020F0502020204030204"/>
                        </a:rPr>
                        <a:t>min </a:t>
                      </a:r>
                      <a:r>
                        <a:rPr sz="1200" dirty="0">
                          <a:latin typeface="Calibri" panose="020F0502020204030204"/>
                          <a:cs typeface="Calibri" panose="020F0502020204030204"/>
                        </a:rPr>
                        <a:t>for year</a:t>
                      </a:r>
                      <a:r>
                        <a:rPr sz="1200" spc="-15" dirty="0">
                          <a:latin typeface="Calibri" panose="020F0502020204030204"/>
                          <a:cs typeface="Calibri" panose="020F0502020204030204"/>
                        </a:rPr>
                        <a:t> </a:t>
                      </a:r>
                      <a:r>
                        <a:rPr sz="1200" dirty="0">
                          <a:latin typeface="Calibri" panose="020F0502020204030204"/>
                          <a:cs typeface="Calibri" panose="020F0502020204030204"/>
                        </a:rPr>
                        <a:t>and </a:t>
                      </a:r>
                      <a:r>
                        <a:rPr sz="1200" spc="-20" dirty="0">
                          <a:latin typeface="Calibri" panose="020F0502020204030204"/>
                          <a:cs typeface="Calibri" panose="020F0502020204030204"/>
                        </a:rPr>
                        <a:t>month</a:t>
                      </a:r>
                      <a:endParaRPr sz="1200">
                        <a:latin typeface="Calibri" panose="020F0502020204030204"/>
                        <a:cs typeface="Calibri" panose="020F0502020204030204"/>
                      </a:endParaRPr>
                    </a:p>
                  </a:txBody>
                  <a:tcPr marL="0" marR="0" marT="152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20"/>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20"/>
                        </a:spcBef>
                      </a:pPr>
                      <a:endParaRPr sz="1200">
                        <a:latin typeface="Times New Roman" panose="02020603050405020304"/>
                        <a:cs typeface="Times New Roman" panose="02020603050405020304"/>
                      </a:endParaRPr>
                    </a:p>
                    <a:p>
                      <a:pPr algn="ctr">
                        <a:lnSpc>
                          <a:spcPct val="100000"/>
                        </a:lnSpc>
                      </a:pPr>
                      <a:r>
                        <a:rPr sz="1200" spc="-25" dirty="0">
                          <a:latin typeface="Calibri" panose="020F0502020204030204"/>
                          <a:cs typeface="Calibri" panose="020F0502020204030204"/>
                        </a:rPr>
                        <a:t>15</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20"/>
                        </a:spcBef>
                      </a:pPr>
                      <a:endParaRPr sz="1200">
                        <a:latin typeface="Times New Roman" panose="02020603050405020304"/>
                        <a:cs typeface="Times New Roman" panose="02020603050405020304"/>
                      </a:endParaRPr>
                    </a:p>
                    <a:p>
                      <a:pPr algn="ctr">
                        <a:lnSpc>
                          <a:spcPct val="100000"/>
                        </a:lnSpc>
                      </a:pPr>
                      <a:r>
                        <a:rPr sz="1200" spc="-20" dirty="0">
                          <a:latin typeface="Calibri" panose="020F0502020204030204"/>
                          <a:cs typeface="Calibri" panose="020F0502020204030204"/>
                        </a:rPr>
                        <a:t>1812</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20"/>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20"/>
                        </a:spcBef>
                      </a:pPr>
                      <a:endParaRPr sz="1200">
                        <a:latin typeface="Times New Roman" panose="02020603050405020304"/>
                        <a:cs typeface="Times New Roman" panose="02020603050405020304"/>
                      </a:endParaRPr>
                    </a:p>
                    <a:p>
                      <a:pPr marL="1270" algn="ctr">
                        <a:lnSpc>
                          <a:spcPct val="100000"/>
                        </a:lnSpc>
                      </a:pPr>
                      <a:r>
                        <a:rPr sz="1200" spc="-25" dirty="0">
                          <a:latin typeface="Calibri" panose="020F0502020204030204"/>
                          <a:cs typeface="Calibri" panose="020F0502020204030204"/>
                        </a:rPr>
                        <a:t>16</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20"/>
                        </a:spcBef>
                      </a:pPr>
                      <a:endParaRPr sz="1200">
                        <a:latin typeface="Times New Roman" panose="02020603050405020304"/>
                        <a:cs typeface="Times New Roman" panose="02020603050405020304"/>
                      </a:endParaRPr>
                    </a:p>
                    <a:p>
                      <a:pPr algn="ctr">
                        <a:lnSpc>
                          <a:spcPct val="100000"/>
                        </a:lnSpc>
                      </a:pPr>
                      <a:r>
                        <a:rPr sz="1200" spc="-20" dirty="0">
                          <a:latin typeface="Calibri" panose="020F0502020204030204"/>
                          <a:cs typeface="Calibri" panose="020F0502020204030204"/>
                        </a:rPr>
                        <a:t>1812</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425450">
                <a:tc>
                  <a:txBody>
                    <a:bodyPr/>
                    <a:lstStyle/>
                    <a:p>
                      <a:pPr>
                        <a:lnSpc>
                          <a:spcPct val="100000"/>
                        </a:lnSpc>
                        <a:spcBef>
                          <a:spcPts val="420"/>
                        </a:spcBef>
                      </a:pPr>
                      <a:endParaRPr sz="1200">
                        <a:latin typeface="Times New Roman" panose="02020603050405020304"/>
                        <a:cs typeface="Times New Roman" panose="02020603050405020304"/>
                      </a:endParaRPr>
                    </a:p>
                    <a:p>
                      <a:pPr marL="635" algn="ctr">
                        <a:lnSpc>
                          <a:spcPct val="100000"/>
                        </a:lnSpc>
                      </a:pPr>
                      <a:r>
                        <a:rPr sz="1200" spc="-25" dirty="0">
                          <a:latin typeface="Calibri" panose="020F0502020204030204"/>
                          <a:cs typeface="Calibri" panose="020F0502020204030204"/>
                        </a:rPr>
                        <a:t>12</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409575">
                        <a:lnSpc>
                          <a:spcPct val="102000"/>
                        </a:lnSpc>
                        <a:spcBef>
                          <a:spcPts val="115"/>
                        </a:spcBef>
                      </a:pPr>
                      <a:r>
                        <a:rPr sz="1200" dirty="0">
                          <a:latin typeface="Calibri" panose="020F0502020204030204"/>
                          <a:cs typeface="Calibri" panose="020F0502020204030204"/>
                        </a:rPr>
                        <a:t>Enter</a:t>
                      </a:r>
                      <a:r>
                        <a:rPr sz="1200" spc="-5" dirty="0">
                          <a:latin typeface="Calibri" panose="020F0502020204030204"/>
                          <a:cs typeface="Calibri" panose="020F0502020204030204"/>
                        </a:rPr>
                        <a:t> </a:t>
                      </a:r>
                      <a:r>
                        <a:rPr sz="1200" dirty="0">
                          <a:latin typeface="Calibri" panose="020F0502020204030204"/>
                          <a:cs typeface="Calibri" panose="020F0502020204030204"/>
                        </a:rPr>
                        <a:t>the</a:t>
                      </a:r>
                      <a:r>
                        <a:rPr sz="1200" spc="-15" dirty="0">
                          <a:latin typeface="Calibri" panose="020F0502020204030204"/>
                          <a:cs typeface="Calibri" panose="020F0502020204030204"/>
                        </a:rPr>
                        <a:t> </a:t>
                      </a:r>
                      <a:r>
                        <a:rPr sz="1200" dirty="0">
                          <a:latin typeface="Calibri" panose="020F0502020204030204"/>
                          <a:cs typeface="Calibri" panose="020F0502020204030204"/>
                        </a:rPr>
                        <a:t>normal</a:t>
                      </a:r>
                      <a:r>
                        <a:rPr sz="1200" spc="260" dirty="0">
                          <a:latin typeface="Calibri" panose="020F0502020204030204"/>
                          <a:cs typeface="Calibri" panose="020F0502020204030204"/>
                        </a:rPr>
                        <a:t> </a:t>
                      </a:r>
                      <a:r>
                        <a:rPr sz="1200" dirty="0">
                          <a:latin typeface="Calibri" panose="020F0502020204030204"/>
                          <a:cs typeface="Calibri" panose="020F0502020204030204"/>
                        </a:rPr>
                        <a:t>value</a:t>
                      </a:r>
                      <a:r>
                        <a:rPr sz="1200" spc="-15" dirty="0">
                          <a:latin typeface="Calibri" panose="020F0502020204030204"/>
                          <a:cs typeface="Calibri" panose="020F0502020204030204"/>
                        </a:rPr>
                        <a:t> </a:t>
                      </a:r>
                      <a:r>
                        <a:rPr sz="1200" dirty="0">
                          <a:latin typeface="Calibri" panose="020F0502020204030204"/>
                          <a:cs typeface="Calibri" panose="020F0502020204030204"/>
                        </a:rPr>
                        <a:t>for</a:t>
                      </a:r>
                      <a:r>
                        <a:rPr sz="1200" spc="254" dirty="0">
                          <a:latin typeface="Calibri" panose="020F0502020204030204"/>
                          <a:cs typeface="Calibri" panose="020F0502020204030204"/>
                        </a:rPr>
                        <a:t> </a:t>
                      </a:r>
                      <a:r>
                        <a:rPr sz="1200" dirty="0">
                          <a:latin typeface="Calibri" panose="020F0502020204030204"/>
                          <a:cs typeface="Calibri" panose="020F0502020204030204"/>
                        </a:rPr>
                        <a:t>day</a:t>
                      </a:r>
                      <a:r>
                        <a:rPr sz="1200" spc="-10" dirty="0">
                          <a:latin typeface="Calibri" panose="020F0502020204030204"/>
                          <a:cs typeface="Calibri" panose="020F0502020204030204"/>
                        </a:rPr>
                        <a:t> </a:t>
                      </a:r>
                      <a:r>
                        <a:rPr sz="1200" spc="-25" dirty="0">
                          <a:latin typeface="Calibri" panose="020F0502020204030204"/>
                          <a:cs typeface="Calibri" panose="020F0502020204030204"/>
                        </a:rPr>
                        <a:t>and </a:t>
                      </a:r>
                      <a:r>
                        <a:rPr sz="1200" dirty="0">
                          <a:latin typeface="Calibri" panose="020F0502020204030204"/>
                          <a:cs typeface="Calibri" panose="020F0502020204030204"/>
                        </a:rPr>
                        <a:t>min+1</a:t>
                      </a:r>
                      <a:r>
                        <a:rPr sz="1200" spc="-15" dirty="0">
                          <a:latin typeface="Calibri" panose="020F0502020204030204"/>
                          <a:cs typeface="Calibri" panose="020F0502020204030204"/>
                        </a:rPr>
                        <a:t> </a:t>
                      </a:r>
                      <a:r>
                        <a:rPr sz="1200" dirty="0">
                          <a:latin typeface="Calibri" panose="020F0502020204030204"/>
                          <a:cs typeface="Calibri" panose="020F0502020204030204"/>
                        </a:rPr>
                        <a:t>for</a:t>
                      </a:r>
                      <a:r>
                        <a:rPr sz="1200" spc="-15" dirty="0">
                          <a:latin typeface="Calibri" panose="020F0502020204030204"/>
                          <a:cs typeface="Calibri" panose="020F0502020204030204"/>
                        </a:rPr>
                        <a:t> </a:t>
                      </a:r>
                      <a:r>
                        <a:rPr sz="1200" dirty="0">
                          <a:latin typeface="Calibri" panose="020F0502020204030204"/>
                          <a:cs typeface="Calibri" panose="020F0502020204030204"/>
                        </a:rPr>
                        <a:t>year</a:t>
                      </a:r>
                      <a:r>
                        <a:rPr sz="1200" spc="-5" dirty="0">
                          <a:latin typeface="Calibri" panose="020F0502020204030204"/>
                          <a:cs typeface="Calibri" panose="020F0502020204030204"/>
                        </a:rPr>
                        <a:t> </a:t>
                      </a:r>
                      <a:r>
                        <a:rPr sz="1200" dirty="0">
                          <a:latin typeface="Calibri" panose="020F0502020204030204"/>
                          <a:cs typeface="Calibri" panose="020F0502020204030204"/>
                        </a:rPr>
                        <a:t>and</a:t>
                      </a:r>
                      <a:r>
                        <a:rPr sz="1200" spc="265" dirty="0">
                          <a:latin typeface="Calibri" panose="020F0502020204030204"/>
                          <a:cs typeface="Calibri" panose="020F0502020204030204"/>
                        </a:rPr>
                        <a:t> </a:t>
                      </a:r>
                      <a:r>
                        <a:rPr sz="1200" dirty="0">
                          <a:latin typeface="Calibri" panose="020F0502020204030204"/>
                          <a:cs typeface="Calibri" panose="020F0502020204030204"/>
                        </a:rPr>
                        <a:t>min</a:t>
                      </a:r>
                      <a:r>
                        <a:rPr sz="1200" spc="245" dirty="0">
                          <a:latin typeface="Calibri" panose="020F0502020204030204"/>
                          <a:cs typeface="Calibri" panose="020F0502020204030204"/>
                        </a:rPr>
                        <a:t> </a:t>
                      </a:r>
                      <a:r>
                        <a:rPr sz="1200" dirty="0">
                          <a:latin typeface="Calibri" panose="020F0502020204030204"/>
                          <a:cs typeface="Calibri" panose="020F0502020204030204"/>
                        </a:rPr>
                        <a:t>for</a:t>
                      </a:r>
                      <a:r>
                        <a:rPr sz="1200" spc="254" dirty="0">
                          <a:latin typeface="Calibri" panose="020F0502020204030204"/>
                          <a:cs typeface="Calibri" panose="020F0502020204030204"/>
                        </a:rPr>
                        <a:t> </a:t>
                      </a:r>
                      <a:r>
                        <a:rPr sz="1200" spc="-20" dirty="0">
                          <a:latin typeface="Calibri" panose="020F0502020204030204"/>
                          <a:cs typeface="Calibri" panose="020F0502020204030204"/>
                        </a:rPr>
                        <a:t>month</a:t>
                      </a:r>
                      <a:endParaRPr sz="1200">
                        <a:latin typeface="Calibri" panose="020F0502020204030204"/>
                        <a:cs typeface="Calibri" panose="020F0502020204030204"/>
                      </a:endParaRPr>
                    </a:p>
                  </a:txBody>
                  <a:tcPr marL="0" marR="0" marT="14604"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20"/>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20"/>
                        </a:spcBef>
                      </a:pPr>
                      <a:endParaRPr sz="1200">
                        <a:latin typeface="Times New Roman" panose="02020603050405020304"/>
                        <a:cs typeface="Times New Roman" panose="02020603050405020304"/>
                      </a:endParaRPr>
                    </a:p>
                    <a:p>
                      <a:pPr algn="ctr">
                        <a:lnSpc>
                          <a:spcPct val="100000"/>
                        </a:lnSpc>
                      </a:pPr>
                      <a:r>
                        <a:rPr sz="1200" spc="-25" dirty="0">
                          <a:latin typeface="Calibri" panose="020F0502020204030204"/>
                          <a:cs typeface="Calibri" panose="020F0502020204030204"/>
                        </a:rPr>
                        <a:t>15</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20"/>
                        </a:spcBef>
                      </a:pPr>
                      <a:endParaRPr sz="1200">
                        <a:latin typeface="Times New Roman" panose="02020603050405020304"/>
                        <a:cs typeface="Times New Roman" panose="02020603050405020304"/>
                      </a:endParaRPr>
                    </a:p>
                    <a:p>
                      <a:pPr algn="ctr">
                        <a:lnSpc>
                          <a:spcPct val="100000"/>
                        </a:lnSpc>
                      </a:pPr>
                      <a:r>
                        <a:rPr sz="1200" spc="-20" dirty="0">
                          <a:latin typeface="Calibri" panose="020F0502020204030204"/>
                          <a:cs typeface="Calibri" panose="020F0502020204030204"/>
                        </a:rPr>
                        <a:t>1813</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20"/>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20"/>
                        </a:spcBef>
                      </a:pPr>
                      <a:endParaRPr sz="1200">
                        <a:latin typeface="Times New Roman" panose="02020603050405020304"/>
                        <a:cs typeface="Times New Roman" panose="02020603050405020304"/>
                      </a:endParaRPr>
                    </a:p>
                    <a:p>
                      <a:pPr marL="1270" algn="ctr">
                        <a:lnSpc>
                          <a:spcPct val="100000"/>
                        </a:lnSpc>
                      </a:pPr>
                      <a:r>
                        <a:rPr sz="1200" spc="-25" dirty="0">
                          <a:latin typeface="Calibri" panose="020F0502020204030204"/>
                          <a:cs typeface="Calibri" panose="020F0502020204030204"/>
                        </a:rPr>
                        <a:t>16</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20"/>
                        </a:spcBef>
                      </a:pPr>
                      <a:endParaRPr sz="1200">
                        <a:latin typeface="Times New Roman" panose="02020603050405020304"/>
                        <a:cs typeface="Times New Roman" panose="02020603050405020304"/>
                      </a:endParaRPr>
                    </a:p>
                    <a:p>
                      <a:pPr algn="ctr">
                        <a:lnSpc>
                          <a:spcPct val="100000"/>
                        </a:lnSpc>
                      </a:pPr>
                      <a:r>
                        <a:rPr sz="1200" spc="-20" dirty="0">
                          <a:latin typeface="Calibri" panose="020F0502020204030204"/>
                          <a:cs typeface="Calibri" panose="020F0502020204030204"/>
                        </a:rPr>
                        <a:t>1813</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424815">
                <a:tc>
                  <a:txBody>
                    <a:bodyPr/>
                    <a:lstStyle/>
                    <a:p>
                      <a:pPr>
                        <a:lnSpc>
                          <a:spcPct val="100000"/>
                        </a:lnSpc>
                        <a:spcBef>
                          <a:spcPts val="420"/>
                        </a:spcBef>
                      </a:pPr>
                      <a:endParaRPr sz="1200">
                        <a:latin typeface="Times New Roman" panose="02020603050405020304"/>
                        <a:cs typeface="Times New Roman" panose="02020603050405020304"/>
                      </a:endParaRPr>
                    </a:p>
                    <a:p>
                      <a:pPr marL="635" algn="ctr">
                        <a:lnSpc>
                          <a:spcPct val="100000"/>
                        </a:lnSpc>
                      </a:pPr>
                      <a:r>
                        <a:rPr sz="1200" spc="-25" dirty="0">
                          <a:latin typeface="Calibri" panose="020F0502020204030204"/>
                          <a:cs typeface="Calibri" panose="020F0502020204030204"/>
                        </a:rPr>
                        <a:t>13</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148590">
                        <a:lnSpc>
                          <a:spcPct val="102000"/>
                        </a:lnSpc>
                        <a:spcBef>
                          <a:spcPts val="130"/>
                        </a:spcBef>
                      </a:pPr>
                      <a:r>
                        <a:rPr sz="1200" dirty="0">
                          <a:latin typeface="Calibri" panose="020F0502020204030204"/>
                          <a:cs typeface="Calibri" panose="020F0502020204030204"/>
                        </a:rPr>
                        <a:t>Enter</a:t>
                      </a:r>
                      <a:r>
                        <a:rPr sz="1200" spc="-10" dirty="0">
                          <a:latin typeface="Calibri" panose="020F0502020204030204"/>
                          <a:cs typeface="Calibri" panose="020F0502020204030204"/>
                        </a:rPr>
                        <a:t> </a:t>
                      </a:r>
                      <a:r>
                        <a:rPr sz="1200" dirty="0">
                          <a:latin typeface="Calibri" panose="020F0502020204030204"/>
                          <a:cs typeface="Calibri" panose="020F0502020204030204"/>
                        </a:rPr>
                        <a:t>the</a:t>
                      </a:r>
                      <a:r>
                        <a:rPr sz="1200" spc="-15" dirty="0">
                          <a:latin typeface="Calibri" panose="020F0502020204030204"/>
                          <a:cs typeface="Calibri" panose="020F0502020204030204"/>
                        </a:rPr>
                        <a:t> </a:t>
                      </a:r>
                      <a:r>
                        <a:rPr sz="1200" dirty="0">
                          <a:latin typeface="Calibri" panose="020F0502020204030204"/>
                          <a:cs typeface="Calibri" panose="020F0502020204030204"/>
                        </a:rPr>
                        <a:t>normal</a:t>
                      </a:r>
                      <a:r>
                        <a:rPr sz="1200" spc="-10" dirty="0">
                          <a:latin typeface="Calibri" panose="020F0502020204030204"/>
                          <a:cs typeface="Calibri" panose="020F0502020204030204"/>
                        </a:rPr>
                        <a:t> </a:t>
                      </a:r>
                      <a:r>
                        <a:rPr sz="1200" dirty="0">
                          <a:latin typeface="Calibri" panose="020F0502020204030204"/>
                          <a:cs typeface="Calibri" panose="020F0502020204030204"/>
                        </a:rPr>
                        <a:t>value</a:t>
                      </a:r>
                      <a:r>
                        <a:rPr sz="1200" spc="-15" dirty="0">
                          <a:latin typeface="Calibri" panose="020F0502020204030204"/>
                          <a:cs typeface="Calibri" panose="020F0502020204030204"/>
                        </a:rPr>
                        <a:t> </a:t>
                      </a:r>
                      <a:r>
                        <a:rPr sz="1200" dirty="0">
                          <a:latin typeface="Calibri" panose="020F0502020204030204"/>
                          <a:cs typeface="Calibri" panose="020F0502020204030204"/>
                        </a:rPr>
                        <a:t>for</a:t>
                      </a:r>
                      <a:r>
                        <a:rPr sz="1200" spc="-10" dirty="0">
                          <a:latin typeface="Calibri" panose="020F0502020204030204"/>
                          <a:cs typeface="Calibri" panose="020F0502020204030204"/>
                        </a:rPr>
                        <a:t> </a:t>
                      </a:r>
                      <a:r>
                        <a:rPr sz="1200" dirty="0">
                          <a:latin typeface="Calibri" panose="020F0502020204030204"/>
                          <a:cs typeface="Calibri" panose="020F0502020204030204"/>
                        </a:rPr>
                        <a:t>day</a:t>
                      </a:r>
                      <a:r>
                        <a:rPr sz="1200" spc="245" dirty="0">
                          <a:latin typeface="Calibri" panose="020F0502020204030204"/>
                          <a:cs typeface="Calibri" panose="020F0502020204030204"/>
                        </a:rPr>
                        <a:t> </a:t>
                      </a:r>
                      <a:r>
                        <a:rPr sz="1200" spc="-10" dirty="0">
                          <a:latin typeface="Calibri" panose="020F0502020204030204"/>
                          <a:cs typeface="Calibri" panose="020F0502020204030204"/>
                        </a:rPr>
                        <a:t>normal </a:t>
                      </a:r>
                      <a:r>
                        <a:rPr sz="1200" dirty="0">
                          <a:latin typeface="Calibri" panose="020F0502020204030204"/>
                          <a:cs typeface="Calibri" panose="020F0502020204030204"/>
                        </a:rPr>
                        <a:t>value</a:t>
                      </a:r>
                      <a:r>
                        <a:rPr sz="1200" spc="-20" dirty="0">
                          <a:latin typeface="Calibri" panose="020F0502020204030204"/>
                          <a:cs typeface="Calibri" panose="020F0502020204030204"/>
                        </a:rPr>
                        <a:t> </a:t>
                      </a:r>
                      <a:r>
                        <a:rPr sz="1200" dirty="0">
                          <a:latin typeface="Calibri" panose="020F0502020204030204"/>
                          <a:cs typeface="Calibri" panose="020F0502020204030204"/>
                        </a:rPr>
                        <a:t>for</a:t>
                      </a:r>
                      <a:r>
                        <a:rPr sz="1200" spc="-5" dirty="0">
                          <a:latin typeface="Calibri" panose="020F0502020204030204"/>
                          <a:cs typeface="Calibri" panose="020F0502020204030204"/>
                        </a:rPr>
                        <a:t> </a:t>
                      </a:r>
                      <a:r>
                        <a:rPr sz="1200" dirty="0">
                          <a:latin typeface="Calibri" panose="020F0502020204030204"/>
                          <a:cs typeface="Calibri" panose="020F0502020204030204"/>
                        </a:rPr>
                        <a:t>year</a:t>
                      </a:r>
                      <a:r>
                        <a:rPr sz="1200" spc="-5" dirty="0">
                          <a:latin typeface="Calibri" panose="020F0502020204030204"/>
                          <a:cs typeface="Calibri" panose="020F0502020204030204"/>
                        </a:rPr>
                        <a:t> </a:t>
                      </a:r>
                      <a:r>
                        <a:rPr sz="1200" dirty="0">
                          <a:latin typeface="Calibri" panose="020F0502020204030204"/>
                          <a:cs typeface="Calibri" panose="020F0502020204030204"/>
                        </a:rPr>
                        <a:t>and</a:t>
                      </a:r>
                      <a:r>
                        <a:rPr sz="1200" spc="-5" dirty="0">
                          <a:latin typeface="Calibri" panose="020F0502020204030204"/>
                          <a:cs typeface="Calibri" panose="020F0502020204030204"/>
                        </a:rPr>
                        <a:t> </a:t>
                      </a:r>
                      <a:r>
                        <a:rPr sz="1200" dirty="0">
                          <a:latin typeface="Calibri" panose="020F0502020204030204"/>
                          <a:cs typeface="Calibri" panose="020F0502020204030204"/>
                        </a:rPr>
                        <a:t>min</a:t>
                      </a:r>
                      <a:r>
                        <a:rPr sz="1200" spc="-5" dirty="0">
                          <a:latin typeface="Calibri" panose="020F0502020204030204"/>
                          <a:cs typeface="Calibri" panose="020F0502020204030204"/>
                        </a:rPr>
                        <a:t> </a:t>
                      </a:r>
                      <a:r>
                        <a:rPr sz="1200" dirty="0">
                          <a:latin typeface="Calibri" panose="020F0502020204030204"/>
                          <a:cs typeface="Calibri" panose="020F0502020204030204"/>
                        </a:rPr>
                        <a:t>value</a:t>
                      </a:r>
                      <a:r>
                        <a:rPr sz="1200" spc="245" dirty="0">
                          <a:latin typeface="Calibri" panose="020F0502020204030204"/>
                          <a:cs typeface="Calibri" panose="020F0502020204030204"/>
                        </a:rPr>
                        <a:t> </a:t>
                      </a:r>
                      <a:r>
                        <a:rPr sz="1200" dirty="0">
                          <a:latin typeface="Calibri" panose="020F0502020204030204"/>
                          <a:cs typeface="Calibri" panose="020F0502020204030204"/>
                        </a:rPr>
                        <a:t>for</a:t>
                      </a:r>
                      <a:r>
                        <a:rPr sz="1200" spc="250" dirty="0">
                          <a:latin typeface="Calibri" panose="020F0502020204030204"/>
                          <a:cs typeface="Calibri" panose="020F0502020204030204"/>
                        </a:rPr>
                        <a:t> </a:t>
                      </a:r>
                      <a:r>
                        <a:rPr sz="1200" spc="-20" dirty="0">
                          <a:latin typeface="Calibri" panose="020F0502020204030204"/>
                          <a:cs typeface="Calibri" panose="020F0502020204030204"/>
                        </a:rPr>
                        <a:t>month</a:t>
                      </a:r>
                      <a:endParaRPr sz="1200">
                        <a:latin typeface="Calibri" panose="020F0502020204030204"/>
                        <a:cs typeface="Calibri" panose="020F0502020204030204"/>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20"/>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20"/>
                        </a:spcBef>
                      </a:pPr>
                      <a:endParaRPr sz="1200">
                        <a:latin typeface="Times New Roman" panose="02020603050405020304"/>
                        <a:cs typeface="Times New Roman" panose="02020603050405020304"/>
                      </a:endParaRPr>
                    </a:p>
                    <a:p>
                      <a:pPr algn="ctr">
                        <a:lnSpc>
                          <a:spcPct val="100000"/>
                        </a:lnSpc>
                      </a:pPr>
                      <a:r>
                        <a:rPr sz="1200" spc="-25" dirty="0">
                          <a:latin typeface="Calibri" panose="020F0502020204030204"/>
                          <a:cs typeface="Calibri" panose="020F0502020204030204"/>
                        </a:rPr>
                        <a:t>15</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20"/>
                        </a:spcBef>
                      </a:pPr>
                      <a:endParaRPr sz="1200">
                        <a:latin typeface="Times New Roman" panose="02020603050405020304"/>
                        <a:cs typeface="Times New Roman" panose="02020603050405020304"/>
                      </a:endParaRPr>
                    </a:p>
                    <a:p>
                      <a:pPr algn="ctr">
                        <a:lnSpc>
                          <a:spcPct val="100000"/>
                        </a:lnSpc>
                      </a:pPr>
                      <a:r>
                        <a:rPr sz="1200" spc="-20" dirty="0">
                          <a:latin typeface="Calibri" panose="020F0502020204030204"/>
                          <a:cs typeface="Calibri" panose="020F0502020204030204"/>
                        </a:rPr>
                        <a:t>1912</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20"/>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20"/>
                        </a:spcBef>
                      </a:pPr>
                      <a:endParaRPr sz="1200">
                        <a:latin typeface="Times New Roman" panose="02020603050405020304"/>
                        <a:cs typeface="Times New Roman" panose="02020603050405020304"/>
                      </a:endParaRPr>
                    </a:p>
                    <a:p>
                      <a:pPr marL="1270" algn="ctr">
                        <a:lnSpc>
                          <a:spcPct val="100000"/>
                        </a:lnSpc>
                      </a:pPr>
                      <a:r>
                        <a:rPr sz="1200" spc="-25" dirty="0">
                          <a:latin typeface="Calibri" panose="020F0502020204030204"/>
                          <a:cs typeface="Calibri" panose="020F0502020204030204"/>
                        </a:rPr>
                        <a:t>16</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20"/>
                        </a:spcBef>
                      </a:pPr>
                      <a:endParaRPr sz="1200">
                        <a:latin typeface="Times New Roman" panose="02020603050405020304"/>
                        <a:cs typeface="Times New Roman" panose="02020603050405020304"/>
                      </a:endParaRPr>
                    </a:p>
                    <a:p>
                      <a:pPr algn="ctr">
                        <a:lnSpc>
                          <a:spcPct val="100000"/>
                        </a:lnSpc>
                      </a:pPr>
                      <a:r>
                        <a:rPr sz="1200" spc="-20" dirty="0">
                          <a:latin typeface="Calibri" panose="020F0502020204030204"/>
                          <a:cs typeface="Calibri" panose="020F0502020204030204"/>
                        </a:rPr>
                        <a:t>1912</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424815">
                <a:tc>
                  <a:txBody>
                    <a:bodyPr/>
                    <a:lstStyle/>
                    <a:p>
                      <a:pPr>
                        <a:lnSpc>
                          <a:spcPct val="100000"/>
                        </a:lnSpc>
                        <a:spcBef>
                          <a:spcPts val="420"/>
                        </a:spcBef>
                      </a:pPr>
                      <a:endParaRPr sz="1200">
                        <a:latin typeface="Times New Roman" panose="02020603050405020304"/>
                        <a:cs typeface="Times New Roman" panose="02020603050405020304"/>
                      </a:endParaRPr>
                    </a:p>
                    <a:p>
                      <a:pPr marL="635" algn="ctr">
                        <a:lnSpc>
                          <a:spcPct val="100000"/>
                        </a:lnSpc>
                      </a:pPr>
                      <a:r>
                        <a:rPr sz="1200" spc="-25" dirty="0">
                          <a:latin typeface="Calibri" panose="020F0502020204030204"/>
                          <a:cs typeface="Calibri" panose="020F0502020204030204"/>
                        </a:rPr>
                        <a:t>14</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148590">
                        <a:lnSpc>
                          <a:spcPct val="102000"/>
                        </a:lnSpc>
                        <a:spcBef>
                          <a:spcPts val="130"/>
                        </a:spcBef>
                      </a:pPr>
                      <a:r>
                        <a:rPr sz="1200" dirty="0">
                          <a:latin typeface="Calibri" panose="020F0502020204030204"/>
                          <a:cs typeface="Calibri" panose="020F0502020204030204"/>
                        </a:rPr>
                        <a:t>Enter</a:t>
                      </a:r>
                      <a:r>
                        <a:rPr sz="1200" spc="-10" dirty="0">
                          <a:latin typeface="Calibri" panose="020F0502020204030204"/>
                          <a:cs typeface="Calibri" panose="020F0502020204030204"/>
                        </a:rPr>
                        <a:t> </a:t>
                      </a:r>
                      <a:r>
                        <a:rPr sz="1200" dirty="0">
                          <a:latin typeface="Calibri" panose="020F0502020204030204"/>
                          <a:cs typeface="Calibri" panose="020F0502020204030204"/>
                        </a:rPr>
                        <a:t>the</a:t>
                      </a:r>
                      <a:r>
                        <a:rPr sz="1200" spc="-15" dirty="0">
                          <a:latin typeface="Calibri" panose="020F0502020204030204"/>
                          <a:cs typeface="Calibri" panose="020F0502020204030204"/>
                        </a:rPr>
                        <a:t> </a:t>
                      </a:r>
                      <a:r>
                        <a:rPr sz="1200" dirty="0">
                          <a:latin typeface="Calibri" panose="020F0502020204030204"/>
                          <a:cs typeface="Calibri" panose="020F0502020204030204"/>
                        </a:rPr>
                        <a:t>normal</a:t>
                      </a:r>
                      <a:r>
                        <a:rPr sz="1200" spc="-5" dirty="0">
                          <a:latin typeface="Calibri" panose="020F0502020204030204"/>
                          <a:cs typeface="Calibri" panose="020F0502020204030204"/>
                        </a:rPr>
                        <a:t> </a:t>
                      </a:r>
                      <a:r>
                        <a:rPr sz="1200" dirty="0">
                          <a:latin typeface="Calibri" panose="020F0502020204030204"/>
                          <a:cs typeface="Calibri" panose="020F0502020204030204"/>
                        </a:rPr>
                        <a:t>value</a:t>
                      </a:r>
                      <a:r>
                        <a:rPr sz="1200" spc="-20" dirty="0">
                          <a:latin typeface="Calibri" panose="020F0502020204030204"/>
                          <a:cs typeface="Calibri" panose="020F0502020204030204"/>
                        </a:rPr>
                        <a:t> </a:t>
                      </a:r>
                      <a:r>
                        <a:rPr sz="1200" dirty="0">
                          <a:latin typeface="Calibri" panose="020F0502020204030204"/>
                          <a:cs typeface="Calibri" panose="020F0502020204030204"/>
                        </a:rPr>
                        <a:t>for</a:t>
                      </a:r>
                      <a:r>
                        <a:rPr sz="1200" spc="250" dirty="0">
                          <a:latin typeface="Calibri" panose="020F0502020204030204"/>
                          <a:cs typeface="Calibri" panose="020F0502020204030204"/>
                        </a:rPr>
                        <a:t> </a:t>
                      </a:r>
                      <a:r>
                        <a:rPr sz="1200" dirty="0">
                          <a:latin typeface="Calibri" panose="020F0502020204030204"/>
                          <a:cs typeface="Calibri" panose="020F0502020204030204"/>
                        </a:rPr>
                        <a:t>day</a:t>
                      </a:r>
                      <a:r>
                        <a:rPr sz="1200" spc="-10" dirty="0">
                          <a:latin typeface="Calibri" panose="020F0502020204030204"/>
                          <a:cs typeface="Calibri" panose="020F0502020204030204"/>
                        </a:rPr>
                        <a:t> </a:t>
                      </a:r>
                      <a:r>
                        <a:rPr sz="1200" dirty="0">
                          <a:latin typeface="Calibri" panose="020F0502020204030204"/>
                          <a:cs typeface="Calibri" panose="020F0502020204030204"/>
                        </a:rPr>
                        <a:t>,</a:t>
                      </a:r>
                      <a:r>
                        <a:rPr sz="1200" spc="245" dirty="0">
                          <a:latin typeface="Calibri" panose="020F0502020204030204"/>
                          <a:cs typeface="Calibri" panose="020F0502020204030204"/>
                        </a:rPr>
                        <a:t> </a:t>
                      </a:r>
                      <a:r>
                        <a:rPr sz="1200" dirty="0">
                          <a:latin typeface="Calibri" panose="020F0502020204030204"/>
                          <a:cs typeface="Calibri" panose="020F0502020204030204"/>
                        </a:rPr>
                        <a:t>max</a:t>
                      </a:r>
                      <a:r>
                        <a:rPr sz="1200" spc="10" dirty="0">
                          <a:latin typeface="Calibri" panose="020F0502020204030204"/>
                          <a:cs typeface="Calibri" panose="020F0502020204030204"/>
                        </a:rPr>
                        <a:t> </a:t>
                      </a:r>
                      <a:r>
                        <a:rPr sz="1200" spc="-10" dirty="0">
                          <a:latin typeface="Calibri" panose="020F0502020204030204"/>
                          <a:cs typeface="Calibri" panose="020F0502020204030204"/>
                        </a:rPr>
                        <a:t>-</a:t>
                      </a:r>
                      <a:r>
                        <a:rPr sz="1200" spc="-50" dirty="0">
                          <a:latin typeface="Calibri" panose="020F0502020204030204"/>
                          <a:cs typeface="Calibri" panose="020F0502020204030204"/>
                        </a:rPr>
                        <a:t>1 </a:t>
                      </a:r>
                      <a:r>
                        <a:rPr sz="1200" dirty="0">
                          <a:latin typeface="Calibri" panose="020F0502020204030204"/>
                          <a:cs typeface="Calibri" panose="020F0502020204030204"/>
                        </a:rPr>
                        <a:t>value</a:t>
                      </a:r>
                      <a:r>
                        <a:rPr sz="1200" spc="-20" dirty="0">
                          <a:latin typeface="Calibri" panose="020F0502020204030204"/>
                          <a:cs typeface="Calibri" panose="020F0502020204030204"/>
                        </a:rPr>
                        <a:t> </a:t>
                      </a:r>
                      <a:r>
                        <a:rPr sz="1200" dirty="0">
                          <a:latin typeface="Calibri" panose="020F0502020204030204"/>
                          <a:cs typeface="Calibri" panose="020F0502020204030204"/>
                        </a:rPr>
                        <a:t>for</a:t>
                      </a:r>
                      <a:r>
                        <a:rPr sz="1200" spc="-5" dirty="0">
                          <a:latin typeface="Calibri" panose="020F0502020204030204"/>
                          <a:cs typeface="Calibri" panose="020F0502020204030204"/>
                        </a:rPr>
                        <a:t> </a:t>
                      </a:r>
                      <a:r>
                        <a:rPr sz="1200" dirty="0">
                          <a:latin typeface="Calibri" panose="020F0502020204030204"/>
                          <a:cs typeface="Calibri" panose="020F0502020204030204"/>
                        </a:rPr>
                        <a:t>year</a:t>
                      </a:r>
                      <a:r>
                        <a:rPr sz="1200" spc="-5" dirty="0">
                          <a:latin typeface="Calibri" panose="020F0502020204030204"/>
                          <a:cs typeface="Calibri" panose="020F0502020204030204"/>
                        </a:rPr>
                        <a:t> </a:t>
                      </a:r>
                      <a:r>
                        <a:rPr sz="1200" dirty="0">
                          <a:latin typeface="Calibri" panose="020F0502020204030204"/>
                          <a:cs typeface="Calibri" panose="020F0502020204030204"/>
                        </a:rPr>
                        <a:t>and</a:t>
                      </a:r>
                      <a:r>
                        <a:rPr sz="1200" spc="-5" dirty="0">
                          <a:latin typeface="Calibri" panose="020F0502020204030204"/>
                          <a:cs typeface="Calibri" panose="020F0502020204030204"/>
                        </a:rPr>
                        <a:t> </a:t>
                      </a:r>
                      <a:r>
                        <a:rPr sz="1200" dirty="0">
                          <a:latin typeface="Calibri" panose="020F0502020204030204"/>
                          <a:cs typeface="Calibri" panose="020F0502020204030204"/>
                        </a:rPr>
                        <a:t>min</a:t>
                      </a:r>
                      <a:r>
                        <a:rPr sz="1200" spc="-5" dirty="0">
                          <a:latin typeface="Calibri" panose="020F0502020204030204"/>
                          <a:cs typeface="Calibri" panose="020F0502020204030204"/>
                        </a:rPr>
                        <a:t> </a:t>
                      </a:r>
                      <a:r>
                        <a:rPr sz="1200" dirty="0">
                          <a:latin typeface="Calibri" panose="020F0502020204030204"/>
                          <a:cs typeface="Calibri" panose="020F0502020204030204"/>
                        </a:rPr>
                        <a:t>value</a:t>
                      </a:r>
                      <a:r>
                        <a:rPr sz="1200" spc="245" dirty="0">
                          <a:latin typeface="Calibri" panose="020F0502020204030204"/>
                          <a:cs typeface="Calibri" panose="020F0502020204030204"/>
                        </a:rPr>
                        <a:t> </a:t>
                      </a:r>
                      <a:r>
                        <a:rPr sz="1200" dirty="0">
                          <a:latin typeface="Calibri" panose="020F0502020204030204"/>
                          <a:cs typeface="Calibri" panose="020F0502020204030204"/>
                        </a:rPr>
                        <a:t>for</a:t>
                      </a:r>
                      <a:r>
                        <a:rPr sz="1200" spc="250" dirty="0">
                          <a:latin typeface="Calibri" panose="020F0502020204030204"/>
                          <a:cs typeface="Calibri" panose="020F0502020204030204"/>
                        </a:rPr>
                        <a:t> </a:t>
                      </a:r>
                      <a:r>
                        <a:rPr sz="1200" spc="-20" dirty="0">
                          <a:latin typeface="Calibri" panose="020F0502020204030204"/>
                          <a:cs typeface="Calibri" panose="020F0502020204030204"/>
                        </a:rPr>
                        <a:t>month</a:t>
                      </a:r>
                      <a:endParaRPr sz="1200">
                        <a:latin typeface="Calibri" panose="020F0502020204030204"/>
                        <a:cs typeface="Calibri" panose="020F0502020204030204"/>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20"/>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20"/>
                        </a:spcBef>
                      </a:pPr>
                      <a:endParaRPr sz="1200">
                        <a:latin typeface="Times New Roman" panose="02020603050405020304"/>
                        <a:cs typeface="Times New Roman" panose="02020603050405020304"/>
                      </a:endParaRPr>
                    </a:p>
                    <a:p>
                      <a:pPr algn="ctr">
                        <a:lnSpc>
                          <a:spcPct val="100000"/>
                        </a:lnSpc>
                      </a:pPr>
                      <a:r>
                        <a:rPr sz="1200" spc="-25" dirty="0">
                          <a:latin typeface="Calibri" panose="020F0502020204030204"/>
                          <a:cs typeface="Calibri" panose="020F0502020204030204"/>
                        </a:rPr>
                        <a:t>15</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20"/>
                        </a:spcBef>
                      </a:pPr>
                      <a:endParaRPr sz="1200">
                        <a:latin typeface="Times New Roman" panose="02020603050405020304"/>
                        <a:cs typeface="Times New Roman" panose="02020603050405020304"/>
                      </a:endParaRPr>
                    </a:p>
                    <a:p>
                      <a:pPr algn="ctr">
                        <a:lnSpc>
                          <a:spcPct val="100000"/>
                        </a:lnSpc>
                      </a:pPr>
                      <a:r>
                        <a:rPr sz="1200" spc="-20" dirty="0">
                          <a:latin typeface="Calibri" panose="020F0502020204030204"/>
                          <a:cs typeface="Calibri" panose="020F0502020204030204"/>
                        </a:rPr>
                        <a:t>2012</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20"/>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20"/>
                        </a:spcBef>
                      </a:pPr>
                      <a:endParaRPr sz="1200">
                        <a:latin typeface="Times New Roman" panose="02020603050405020304"/>
                        <a:cs typeface="Times New Roman" panose="02020603050405020304"/>
                      </a:endParaRPr>
                    </a:p>
                    <a:p>
                      <a:pPr marL="1270" algn="ctr">
                        <a:lnSpc>
                          <a:spcPct val="100000"/>
                        </a:lnSpc>
                      </a:pPr>
                      <a:r>
                        <a:rPr sz="1200" spc="-25" dirty="0">
                          <a:latin typeface="Calibri" panose="020F0502020204030204"/>
                          <a:cs typeface="Calibri" panose="020F0502020204030204"/>
                        </a:rPr>
                        <a:t>16</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20"/>
                        </a:spcBef>
                      </a:pPr>
                      <a:endParaRPr sz="1200">
                        <a:latin typeface="Times New Roman" panose="02020603050405020304"/>
                        <a:cs typeface="Times New Roman" panose="02020603050405020304"/>
                      </a:endParaRPr>
                    </a:p>
                    <a:p>
                      <a:pPr algn="ctr">
                        <a:lnSpc>
                          <a:spcPct val="100000"/>
                        </a:lnSpc>
                      </a:pPr>
                      <a:r>
                        <a:rPr sz="1200" spc="-20" dirty="0">
                          <a:latin typeface="Calibri" panose="020F0502020204030204"/>
                          <a:cs typeface="Calibri" panose="020F0502020204030204"/>
                        </a:rPr>
                        <a:t>2012</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424815">
                <a:tc>
                  <a:txBody>
                    <a:bodyPr/>
                    <a:lstStyle/>
                    <a:p>
                      <a:pPr>
                        <a:lnSpc>
                          <a:spcPct val="100000"/>
                        </a:lnSpc>
                        <a:spcBef>
                          <a:spcPts val="420"/>
                        </a:spcBef>
                      </a:pPr>
                      <a:endParaRPr sz="1200">
                        <a:latin typeface="Times New Roman" panose="02020603050405020304"/>
                        <a:cs typeface="Times New Roman" panose="02020603050405020304"/>
                      </a:endParaRPr>
                    </a:p>
                    <a:p>
                      <a:pPr marL="635" algn="ctr">
                        <a:lnSpc>
                          <a:spcPct val="100000"/>
                        </a:lnSpc>
                      </a:pPr>
                      <a:r>
                        <a:rPr sz="1200" spc="-25" dirty="0">
                          <a:latin typeface="Calibri" panose="020F0502020204030204"/>
                          <a:cs typeface="Calibri" panose="020F0502020204030204"/>
                        </a:rPr>
                        <a:t>15</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148590">
                        <a:lnSpc>
                          <a:spcPct val="102000"/>
                        </a:lnSpc>
                        <a:spcBef>
                          <a:spcPts val="130"/>
                        </a:spcBef>
                      </a:pPr>
                      <a:r>
                        <a:rPr sz="1200" dirty="0">
                          <a:latin typeface="Calibri" panose="020F0502020204030204"/>
                          <a:cs typeface="Calibri" panose="020F0502020204030204"/>
                        </a:rPr>
                        <a:t>Enter</a:t>
                      </a:r>
                      <a:r>
                        <a:rPr sz="1200" spc="-5" dirty="0">
                          <a:latin typeface="Calibri" panose="020F0502020204030204"/>
                          <a:cs typeface="Calibri" panose="020F0502020204030204"/>
                        </a:rPr>
                        <a:t> </a:t>
                      </a:r>
                      <a:r>
                        <a:rPr sz="1200" dirty="0">
                          <a:latin typeface="Calibri" panose="020F0502020204030204"/>
                          <a:cs typeface="Calibri" panose="020F0502020204030204"/>
                        </a:rPr>
                        <a:t>the</a:t>
                      </a:r>
                      <a:r>
                        <a:rPr sz="1200" spc="-15" dirty="0">
                          <a:latin typeface="Calibri" panose="020F0502020204030204"/>
                          <a:cs typeface="Calibri" panose="020F0502020204030204"/>
                        </a:rPr>
                        <a:t> </a:t>
                      </a:r>
                      <a:r>
                        <a:rPr sz="1200" dirty="0">
                          <a:latin typeface="Calibri" panose="020F0502020204030204"/>
                          <a:cs typeface="Calibri" panose="020F0502020204030204"/>
                        </a:rPr>
                        <a:t>normal</a:t>
                      </a:r>
                      <a:r>
                        <a:rPr sz="1200" spc="-5" dirty="0">
                          <a:latin typeface="Calibri" panose="020F0502020204030204"/>
                          <a:cs typeface="Calibri" panose="020F0502020204030204"/>
                        </a:rPr>
                        <a:t> </a:t>
                      </a:r>
                      <a:r>
                        <a:rPr sz="1200" dirty="0">
                          <a:latin typeface="Calibri" panose="020F0502020204030204"/>
                          <a:cs typeface="Calibri" panose="020F0502020204030204"/>
                        </a:rPr>
                        <a:t>value</a:t>
                      </a:r>
                      <a:r>
                        <a:rPr sz="1200" spc="-15" dirty="0">
                          <a:latin typeface="Calibri" panose="020F0502020204030204"/>
                          <a:cs typeface="Calibri" panose="020F0502020204030204"/>
                        </a:rPr>
                        <a:t> </a:t>
                      </a:r>
                      <a:r>
                        <a:rPr sz="1200" dirty="0">
                          <a:latin typeface="Calibri" panose="020F0502020204030204"/>
                          <a:cs typeface="Calibri" panose="020F0502020204030204"/>
                        </a:rPr>
                        <a:t>for</a:t>
                      </a:r>
                      <a:r>
                        <a:rPr sz="1200" spc="250" dirty="0">
                          <a:latin typeface="Calibri" panose="020F0502020204030204"/>
                          <a:cs typeface="Calibri" panose="020F0502020204030204"/>
                        </a:rPr>
                        <a:t> </a:t>
                      </a:r>
                      <a:r>
                        <a:rPr sz="1200" dirty="0">
                          <a:latin typeface="Calibri" panose="020F0502020204030204"/>
                          <a:cs typeface="Calibri" panose="020F0502020204030204"/>
                        </a:rPr>
                        <a:t>day</a:t>
                      </a:r>
                      <a:r>
                        <a:rPr sz="1200" spc="5" dirty="0">
                          <a:latin typeface="Calibri" panose="020F0502020204030204"/>
                          <a:cs typeface="Calibri" panose="020F0502020204030204"/>
                        </a:rPr>
                        <a:t> </a:t>
                      </a:r>
                      <a:r>
                        <a:rPr sz="1200" dirty="0">
                          <a:latin typeface="Calibri" panose="020F0502020204030204"/>
                          <a:cs typeface="Calibri" panose="020F0502020204030204"/>
                        </a:rPr>
                        <a:t>,</a:t>
                      </a:r>
                      <a:r>
                        <a:rPr sz="1200" spc="250" dirty="0">
                          <a:latin typeface="Calibri" panose="020F0502020204030204"/>
                          <a:cs typeface="Calibri" panose="020F0502020204030204"/>
                        </a:rPr>
                        <a:t> </a:t>
                      </a:r>
                      <a:r>
                        <a:rPr sz="1200" spc="-25" dirty="0">
                          <a:latin typeface="Calibri" panose="020F0502020204030204"/>
                          <a:cs typeface="Calibri" panose="020F0502020204030204"/>
                        </a:rPr>
                        <a:t>max </a:t>
                      </a:r>
                      <a:r>
                        <a:rPr sz="1200" dirty="0">
                          <a:latin typeface="Calibri" panose="020F0502020204030204"/>
                          <a:cs typeface="Calibri" panose="020F0502020204030204"/>
                        </a:rPr>
                        <a:t>value</a:t>
                      </a:r>
                      <a:r>
                        <a:rPr sz="1200" spc="-20" dirty="0">
                          <a:latin typeface="Calibri" panose="020F0502020204030204"/>
                          <a:cs typeface="Calibri" panose="020F0502020204030204"/>
                        </a:rPr>
                        <a:t> </a:t>
                      </a:r>
                      <a:r>
                        <a:rPr sz="1200" dirty="0">
                          <a:latin typeface="Calibri" panose="020F0502020204030204"/>
                          <a:cs typeface="Calibri" panose="020F0502020204030204"/>
                        </a:rPr>
                        <a:t>for</a:t>
                      </a:r>
                      <a:r>
                        <a:rPr sz="1200" spc="-5" dirty="0">
                          <a:latin typeface="Calibri" panose="020F0502020204030204"/>
                          <a:cs typeface="Calibri" panose="020F0502020204030204"/>
                        </a:rPr>
                        <a:t> </a:t>
                      </a:r>
                      <a:r>
                        <a:rPr sz="1200" dirty="0">
                          <a:latin typeface="Calibri" panose="020F0502020204030204"/>
                          <a:cs typeface="Calibri" panose="020F0502020204030204"/>
                        </a:rPr>
                        <a:t>year</a:t>
                      </a:r>
                      <a:r>
                        <a:rPr sz="1200" spc="-5" dirty="0">
                          <a:latin typeface="Calibri" panose="020F0502020204030204"/>
                          <a:cs typeface="Calibri" panose="020F0502020204030204"/>
                        </a:rPr>
                        <a:t> </a:t>
                      </a:r>
                      <a:r>
                        <a:rPr sz="1200" dirty="0">
                          <a:latin typeface="Calibri" panose="020F0502020204030204"/>
                          <a:cs typeface="Calibri" panose="020F0502020204030204"/>
                        </a:rPr>
                        <a:t>and</a:t>
                      </a:r>
                      <a:r>
                        <a:rPr sz="1200" spc="-5" dirty="0">
                          <a:latin typeface="Calibri" panose="020F0502020204030204"/>
                          <a:cs typeface="Calibri" panose="020F0502020204030204"/>
                        </a:rPr>
                        <a:t> </a:t>
                      </a:r>
                      <a:r>
                        <a:rPr sz="1200" dirty="0">
                          <a:latin typeface="Calibri" panose="020F0502020204030204"/>
                          <a:cs typeface="Calibri" panose="020F0502020204030204"/>
                        </a:rPr>
                        <a:t>min</a:t>
                      </a:r>
                      <a:r>
                        <a:rPr sz="1200" spc="-5" dirty="0">
                          <a:latin typeface="Calibri" panose="020F0502020204030204"/>
                          <a:cs typeface="Calibri" panose="020F0502020204030204"/>
                        </a:rPr>
                        <a:t> </a:t>
                      </a:r>
                      <a:r>
                        <a:rPr sz="1200" dirty="0">
                          <a:latin typeface="Calibri" panose="020F0502020204030204"/>
                          <a:cs typeface="Calibri" panose="020F0502020204030204"/>
                        </a:rPr>
                        <a:t>value</a:t>
                      </a:r>
                      <a:r>
                        <a:rPr sz="1200" spc="245" dirty="0">
                          <a:latin typeface="Calibri" panose="020F0502020204030204"/>
                          <a:cs typeface="Calibri" panose="020F0502020204030204"/>
                        </a:rPr>
                        <a:t> </a:t>
                      </a:r>
                      <a:r>
                        <a:rPr sz="1200" dirty="0">
                          <a:latin typeface="Calibri" panose="020F0502020204030204"/>
                          <a:cs typeface="Calibri" panose="020F0502020204030204"/>
                        </a:rPr>
                        <a:t>for</a:t>
                      </a:r>
                      <a:r>
                        <a:rPr sz="1200" spc="250" dirty="0">
                          <a:latin typeface="Calibri" panose="020F0502020204030204"/>
                          <a:cs typeface="Calibri" panose="020F0502020204030204"/>
                        </a:rPr>
                        <a:t> </a:t>
                      </a:r>
                      <a:r>
                        <a:rPr sz="1200" spc="-20" dirty="0">
                          <a:latin typeface="Calibri" panose="020F0502020204030204"/>
                          <a:cs typeface="Calibri" panose="020F0502020204030204"/>
                        </a:rPr>
                        <a:t>month</a:t>
                      </a:r>
                      <a:endParaRPr sz="1200">
                        <a:latin typeface="Calibri" panose="020F0502020204030204"/>
                        <a:cs typeface="Calibri" panose="020F0502020204030204"/>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20"/>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20"/>
                        </a:spcBef>
                      </a:pPr>
                      <a:endParaRPr sz="1200">
                        <a:latin typeface="Times New Roman" panose="02020603050405020304"/>
                        <a:cs typeface="Times New Roman" panose="02020603050405020304"/>
                      </a:endParaRPr>
                    </a:p>
                    <a:p>
                      <a:pPr algn="ctr">
                        <a:lnSpc>
                          <a:spcPct val="100000"/>
                        </a:lnSpc>
                      </a:pPr>
                      <a:r>
                        <a:rPr sz="1200" spc="-25" dirty="0">
                          <a:latin typeface="Calibri" panose="020F0502020204030204"/>
                          <a:cs typeface="Calibri" panose="020F0502020204030204"/>
                        </a:rPr>
                        <a:t>15</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20"/>
                        </a:spcBef>
                      </a:pPr>
                      <a:endParaRPr sz="1200">
                        <a:latin typeface="Times New Roman" panose="02020603050405020304"/>
                        <a:cs typeface="Times New Roman" panose="02020603050405020304"/>
                      </a:endParaRPr>
                    </a:p>
                    <a:p>
                      <a:pPr algn="ctr">
                        <a:lnSpc>
                          <a:spcPct val="100000"/>
                        </a:lnSpc>
                      </a:pPr>
                      <a:r>
                        <a:rPr sz="1200" spc="-20" dirty="0">
                          <a:latin typeface="Calibri" panose="020F0502020204030204"/>
                          <a:cs typeface="Calibri" panose="020F0502020204030204"/>
                        </a:rPr>
                        <a:t>2013</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20"/>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20"/>
                        </a:spcBef>
                      </a:pPr>
                      <a:endParaRPr sz="1200">
                        <a:latin typeface="Times New Roman" panose="02020603050405020304"/>
                        <a:cs typeface="Times New Roman" panose="02020603050405020304"/>
                      </a:endParaRPr>
                    </a:p>
                    <a:p>
                      <a:pPr marL="1270" algn="ctr">
                        <a:lnSpc>
                          <a:spcPct val="100000"/>
                        </a:lnSpc>
                      </a:pPr>
                      <a:r>
                        <a:rPr sz="1200" spc="-25" dirty="0">
                          <a:latin typeface="Calibri" panose="020F0502020204030204"/>
                          <a:cs typeface="Calibri" panose="020F0502020204030204"/>
                        </a:rPr>
                        <a:t>16</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20"/>
                        </a:spcBef>
                      </a:pPr>
                      <a:endParaRPr sz="1200">
                        <a:latin typeface="Times New Roman" panose="02020603050405020304"/>
                        <a:cs typeface="Times New Roman" panose="02020603050405020304"/>
                      </a:endParaRPr>
                    </a:p>
                    <a:p>
                      <a:pPr algn="ctr">
                        <a:lnSpc>
                          <a:spcPct val="100000"/>
                        </a:lnSpc>
                      </a:pPr>
                      <a:r>
                        <a:rPr sz="1200" spc="-20" dirty="0">
                          <a:latin typeface="Calibri" panose="020F0502020204030204"/>
                          <a:cs typeface="Calibri" panose="020F0502020204030204"/>
                        </a:rPr>
                        <a:t>2013</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426720">
                <a:tc>
                  <a:txBody>
                    <a:bodyPr/>
                    <a:lstStyle/>
                    <a:p>
                      <a:pPr>
                        <a:lnSpc>
                          <a:spcPct val="100000"/>
                        </a:lnSpc>
                        <a:spcBef>
                          <a:spcPts val="435"/>
                        </a:spcBef>
                      </a:pPr>
                      <a:endParaRPr sz="1200">
                        <a:latin typeface="Times New Roman" panose="02020603050405020304"/>
                        <a:cs typeface="Times New Roman" panose="02020603050405020304"/>
                      </a:endParaRPr>
                    </a:p>
                    <a:p>
                      <a:pPr marL="635" algn="ctr">
                        <a:lnSpc>
                          <a:spcPct val="100000"/>
                        </a:lnSpc>
                      </a:pPr>
                      <a:r>
                        <a:rPr sz="1200" spc="-25" dirty="0">
                          <a:latin typeface="Calibri" panose="020F0502020204030204"/>
                          <a:cs typeface="Calibri" panose="020F0502020204030204"/>
                        </a:rPr>
                        <a:t>16</a:t>
                      </a:r>
                      <a:endParaRPr sz="1200">
                        <a:latin typeface="Calibri" panose="020F0502020204030204"/>
                        <a:cs typeface="Calibri" panose="020F0502020204030204"/>
                      </a:endParaRPr>
                    </a:p>
                  </a:txBody>
                  <a:tcPr marL="0" marR="0" marT="55244"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180340">
                        <a:lnSpc>
                          <a:spcPct val="102000"/>
                        </a:lnSpc>
                        <a:spcBef>
                          <a:spcPts val="135"/>
                        </a:spcBef>
                      </a:pPr>
                      <a:r>
                        <a:rPr sz="1200" dirty="0">
                          <a:latin typeface="Calibri" panose="020F0502020204030204"/>
                          <a:cs typeface="Calibri" panose="020F0502020204030204"/>
                        </a:rPr>
                        <a:t>Enter</a:t>
                      </a:r>
                      <a:r>
                        <a:rPr sz="1200" spc="-10" dirty="0">
                          <a:latin typeface="Calibri" panose="020F0502020204030204"/>
                          <a:cs typeface="Calibri" panose="020F0502020204030204"/>
                        </a:rPr>
                        <a:t> </a:t>
                      </a:r>
                      <a:r>
                        <a:rPr sz="1200" dirty="0">
                          <a:latin typeface="Calibri" panose="020F0502020204030204"/>
                          <a:cs typeface="Calibri" panose="020F0502020204030204"/>
                        </a:rPr>
                        <a:t>the</a:t>
                      </a:r>
                      <a:r>
                        <a:rPr sz="1200" spc="-15" dirty="0">
                          <a:latin typeface="Calibri" panose="020F0502020204030204"/>
                          <a:cs typeface="Calibri" panose="020F0502020204030204"/>
                        </a:rPr>
                        <a:t> </a:t>
                      </a:r>
                      <a:r>
                        <a:rPr sz="1200" dirty="0">
                          <a:latin typeface="Calibri" panose="020F0502020204030204"/>
                          <a:cs typeface="Calibri" panose="020F0502020204030204"/>
                        </a:rPr>
                        <a:t>max</a:t>
                      </a:r>
                      <a:r>
                        <a:rPr sz="1200" spc="-5" dirty="0">
                          <a:latin typeface="Calibri" panose="020F0502020204030204"/>
                          <a:cs typeface="Calibri" panose="020F0502020204030204"/>
                        </a:rPr>
                        <a:t> </a:t>
                      </a:r>
                      <a:r>
                        <a:rPr sz="1200" dirty="0">
                          <a:latin typeface="Calibri" panose="020F0502020204030204"/>
                          <a:cs typeface="Calibri" panose="020F0502020204030204"/>
                        </a:rPr>
                        <a:t>-</a:t>
                      </a:r>
                      <a:r>
                        <a:rPr sz="1200" spc="-15" dirty="0">
                          <a:latin typeface="Calibri" panose="020F0502020204030204"/>
                          <a:cs typeface="Calibri" panose="020F0502020204030204"/>
                        </a:rPr>
                        <a:t> </a:t>
                      </a:r>
                      <a:r>
                        <a:rPr sz="1200" dirty="0">
                          <a:latin typeface="Calibri" panose="020F0502020204030204"/>
                          <a:cs typeface="Calibri" panose="020F0502020204030204"/>
                        </a:rPr>
                        <a:t>1</a:t>
                      </a:r>
                      <a:r>
                        <a:rPr sz="1200" spc="-5" dirty="0">
                          <a:latin typeface="Calibri" panose="020F0502020204030204"/>
                          <a:cs typeface="Calibri" panose="020F0502020204030204"/>
                        </a:rPr>
                        <a:t> </a:t>
                      </a:r>
                      <a:r>
                        <a:rPr sz="1200" dirty="0">
                          <a:latin typeface="Calibri" panose="020F0502020204030204"/>
                          <a:cs typeface="Calibri" panose="020F0502020204030204"/>
                        </a:rPr>
                        <a:t>value</a:t>
                      </a:r>
                      <a:r>
                        <a:rPr sz="1200" spc="-15" dirty="0">
                          <a:latin typeface="Calibri" panose="020F0502020204030204"/>
                          <a:cs typeface="Calibri" panose="020F0502020204030204"/>
                        </a:rPr>
                        <a:t> </a:t>
                      </a:r>
                      <a:r>
                        <a:rPr sz="1200" dirty="0">
                          <a:latin typeface="Calibri" panose="020F0502020204030204"/>
                          <a:cs typeface="Calibri" panose="020F0502020204030204"/>
                        </a:rPr>
                        <a:t>of</a:t>
                      </a:r>
                      <a:r>
                        <a:rPr sz="1200" spc="254" dirty="0">
                          <a:latin typeface="Calibri" panose="020F0502020204030204"/>
                          <a:cs typeface="Calibri" panose="020F0502020204030204"/>
                        </a:rPr>
                        <a:t> </a:t>
                      </a:r>
                      <a:r>
                        <a:rPr sz="1200" dirty="0">
                          <a:latin typeface="Calibri" panose="020F0502020204030204"/>
                          <a:cs typeface="Calibri" panose="020F0502020204030204"/>
                        </a:rPr>
                        <a:t>day</a:t>
                      </a:r>
                      <a:r>
                        <a:rPr sz="1200" spc="254" dirty="0">
                          <a:latin typeface="Calibri" panose="020F0502020204030204"/>
                          <a:cs typeface="Calibri" panose="020F0502020204030204"/>
                        </a:rPr>
                        <a:t> </a:t>
                      </a:r>
                      <a:r>
                        <a:rPr sz="1200" dirty="0">
                          <a:latin typeface="Calibri" panose="020F0502020204030204"/>
                          <a:cs typeface="Calibri" panose="020F0502020204030204"/>
                        </a:rPr>
                        <a:t>and</a:t>
                      </a:r>
                      <a:r>
                        <a:rPr sz="1200" spc="-15" dirty="0">
                          <a:latin typeface="Calibri" panose="020F0502020204030204"/>
                          <a:cs typeface="Calibri" panose="020F0502020204030204"/>
                        </a:rPr>
                        <a:t> </a:t>
                      </a:r>
                      <a:r>
                        <a:rPr sz="1200" spc="-25" dirty="0">
                          <a:latin typeface="Calibri" panose="020F0502020204030204"/>
                          <a:cs typeface="Calibri" panose="020F0502020204030204"/>
                        </a:rPr>
                        <a:t>min </a:t>
                      </a:r>
                      <a:r>
                        <a:rPr sz="1200" dirty="0">
                          <a:latin typeface="Calibri" panose="020F0502020204030204"/>
                          <a:cs typeface="Calibri" panose="020F0502020204030204"/>
                        </a:rPr>
                        <a:t>for</a:t>
                      </a:r>
                      <a:r>
                        <a:rPr sz="1200" spc="-15" dirty="0">
                          <a:latin typeface="Calibri" panose="020F0502020204030204"/>
                          <a:cs typeface="Calibri" panose="020F0502020204030204"/>
                        </a:rPr>
                        <a:t> </a:t>
                      </a:r>
                      <a:r>
                        <a:rPr sz="1200" dirty="0">
                          <a:latin typeface="Calibri" panose="020F0502020204030204"/>
                          <a:cs typeface="Calibri" panose="020F0502020204030204"/>
                        </a:rPr>
                        <a:t>day</a:t>
                      </a:r>
                      <a:r>
                        <a:rPr sz="1200" spc="-5" dirty="0">
                          <a:latin typeface="Calibri" panose="020F0502020204030204"/>
                          <a:cs typeface="Calibri" panose="020F0502020204030204"/>
                        </a:rPr>
                        <a:t> </a:t>
                      </a:r>
                      <a:r>
                        <a:rPr sz="1200" dirty="0">
                          <a:latin typeface="Calibri" panose="020F0502020204030204"/>
                          <a:cs typeface="Calibri" panose="020F0502020204030204"/>
                        </a:rPr>
                        <a:t>and </a:t>
                      </a:r>
                      <a:r>
                        <a:rPr sz="1200" spc="-20" dirty="0">
                          <a:latin typeface="Calibri" panose="020F0502020204030204"/>
                          <a:cs typeface="Calibri" panose="020F0502020204030204"/>
                        </a:rPr>
                        <a:t>year</a:t>
                      </a:r>
                      <a:endParaRPr sz="1200">
                        <a:latin typeface="Calibri" panose="020F0502020204030204"/>
                        <a:cs typeface="Calibri" panose="020F0502020204030204"/>
                      </a:endParaRPr>
                    </a:p>
                  </a:txBody>
                  <a:tcPr marL="0" marR="0" marT="1714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35"/>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55244"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35"/>
                        </a:spcBef>
                      </a:pPr>
                      <a:endParaRPr sz="1200">
                        <a:latin typeface="Times New Roman" panose="02020603050405020304"/>
                        <a:cs typeface="Times New Roman" panose="02020603050405020304"/>
                      </a:endParaRPr>
                    </a:p>
                    <a:p>
                      <a:pPr algn="ctr">
                        <a:lnSpc>
                          <a:spcPct val="100000"/>
                        </a:lnSpc>
                      </a:pPr>
                      <a:r>
                        <a:rPr sz="1200" spc="-25" dirty="0">
                          <a:latin typeface="Calibri" panose="020F0502020204030204"/>
                          <a:cs typeface="Calibri" panose="020F0502020204030204"/>
                        </a:rPr>
                        <a:t>30</a:t>
                      </a:r>
                      <a:endParaRPr sz="1200">
                        <a:latin typeface="Calibri" panose="020F0502020204030204"/>
                        <a:cs typeface="Calibri" panose="020F0502020204030204"/>
                      </a:endParaRPr>
                    </a:p>
                  </a:txBody>
                  <a:tcPr marL="0" marR="0" marT="55244"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35"/>
                        </a:spcBef>
                      </a:pPr>
                      <a:endParaRPr sz="1200">
                        <a:latin typeface="Times New Roman" panose="02020603050405020304"/>
                        <a:cs typeface="Times New Roman" panose="02020603050405020304"/>
                      </a:endParaRPr>
                    </a:p>
                    <a:p>
                      <a:pPr algn="ctr">
                        <a:lnSpc>
                          <a:spcPct val="100000"/>
                        </a:lnSpc>
                      </a:pPr>
                      <a:r>
                        <a:rPr sz="1200" spc="-20" dirty="0">
                          <a:latin typeface="Calibri" panose="020F0502020204030204"/>
                          <a:cs typeface="Calibri" panose="020F0502020204030204"/>
                        </a:rPr>
                        <a:t>1812</a:t>
                      </a:r>
                      <a:endParaRPr sz="1200">
                        <a:latin typeface="Calibri" panose="020F0502020204030204"/>
                        <a:cs typeface="Calibri" panose="020F0502020204030204"/>
                      </a:endParaRPr>
                    </a:p>
                  </a:txBody>
                  <a:tcPr marL="0" marR="0" marT="55244"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35"/>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55244"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35"/>
                        </a:spcBef>
                      </a:pPr>
                      <a:endParaRPr sz="1200">
                        <a:latin typeface="Times New Roman" panose="02020603050405020304"/>
                        <a:cs typeface="Times New Roman" panose="02020603050405020304"/>
                      </a:endParaRPr>
                    </a:p>
                    <a:p>
                      <a:pPr marL="1270" algn="ctr">
                        <a:lnSpc>
                          <a:spcPct val="100000"/>
                        </a:lnSpc>
                      </a:pPr>
                      <a:r>
                        <a:rPr sz="1200" spc="-25" dirty="0">
                          <a:latin typeface="Calibri" panose="020F0502020204030204"/>
                          <a:cs typeface="Calibri" panose="020F0502020204030204"/>
                        </a:rPr>
                        <a:t>31</a:t>
                      </a:r>
                      <a:endParaRPr sz="1200">
                        <a:latin typeface="Calibri" panose="020F0502020204030204"/>
                        <a:cs typeface="Calibri" panose="020F0502020204030204"/>
                      </a:endParaRPr>
                    </a:p>
                  </a:txBody>
                  <a:tcPr marL="0" marR="0" marT="55244"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35"/>
                        </a:spcBef>
                      </a:pPr>
                      <a:endParaRPr sz="1200">
                        <a:latin typeface="Times New Roman" panose="02020603050405020304"/>
                        <a:cs typeface="Times New Roman" panose="02020603050405020304"/>
                      </a:endParaRPr>
                    </a:p>
                    <a:p>
                      <a:pPr algn="ctr">
                        <a:lnSpc>
                          <a:spcPct val="100000"/>
                        </a:lnSpc>
                      </a:pPr>
                      <a:r>
                        <a:rPr sz="1200" spc="-20" dirty="0">
                          <a:latin typeface="Calibri" panose="020F0502020204030204"/>
                          <a:cs typeface="Calibri" panose="020F0502020204030204"/>
                        </a:rPr>
                        <a:t>1812</a:t>
                      </a:r>
                      <a:endParaRPr sz="1200">
                        <a:latin typeface="Calibri" panose="020F0502020204030204"/>
                        <a:cs typeface="Calibri" panose="020F0502020204030204"/>
                      </a:endParaRPr>
                    </a:p>
                  </a:txBody>
                  <a:tcPr marL="0" marR="0" marT="55244"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424815">
                <a:tc>
                  <a:txBody>
                    <a:bodyPr/>
                    <a:lstStyle/>
                    <a:p>
                      <a:pPr>
                        <a:lnSpc>
                          <a:spcPct val="100000"/>
                        </a:lnSpc>
                        <a:spcBef>
                          <a:spcPts val="420"/>
                        </a:spcBef>
                      </a:pPr>
                      <a:endParaRPr sz="1200">
                        <a:latin typeface="Times New Roman" panose="02020603050405020304"/>
                        <a:cs typeface="Times New Roman" panose="02020603050405020304"/>
                      </a:endParaRPr>
                    </a:p>
                    <a:p>
                      <a:pPr marL="635" algn="ctr">
                        <a:lnSpc>
                          <a:spcPct val="100000"/>
                        </a:lnSpc>
                      </a:pPr>
                      <a:r>
                        <a:rPr sz="1200" spc="-25" dirty="0">
                          <a:latin typeface="Calibri" panose="020F0502020204030204"/>
                          <a:cs typeface="Calibri" panose="020F0502020204030204"/>
                        </a:rPr>
                        <a:t>17</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162560">
                        <a:lnSpc>
                          <a:spcPct val="102000"/>
                        </a:lnSpc>
                        <a:spcBef>
                          <a:spcPts val="120"/>
                        </a:spcBef>
                      </a:pPr>
                      <a:r>
                        <a:rPr sz="1200" dirty="0">
                          <a:latin typeface="Calibri" panose="020F0502020204030204"/>
                          <a:cs typeface="Calibri" panose="020F0502020204030204"/>
                        </a:rPr>
                        <a:t>Enter</a:t>
                      </a:r>
                      <a:r>
                        <a:rPr sz="1200" spc="-10" dirty="0">
                          <a:latin typeface="Calibri" panose="020F0502020204030204"/>
                          <a:cs typeface="Calibri" panose="020F0502020204030204"/>
                        </a:rPr>
                        <a:t> </a:t>
                      </a:r>
                      <a:r>
                        <a:rPr sz="1200" dirty="0">
                          <a:latin typeface="Calibri" panose="020F0502020204030204"/>
                          <a:cs typeface="Calibri" panose="020F0502020204030204"/>
                        </a:rPr>
                        <a:t>the</a:t>
                      </a:r>
                      <a:r>
                        <a:rPr sz="1200" spc="-20" dirty="0">
                          <a:latin typeface="Calibri" panose="020F0502020204030204"/>
                          <a:cs typeface="Calibri" panose="020F0502020204030204"/>
                        </a:rPr>
                        <a:t> </a:t>
                      </a:r>
                      <a:r>
                        <a:rPr sz="1200" dirty="0">
                          <a:latin typeface="Calibri" panose="020F0502020204030204"/>
                          <a:cs typeface="Calibri" panose="020F0502020204030204"/>
                        </a:rPr>
                        <a:t>max</a:t>
                      </a:r>
                      <a:r>
                        <a:rPr sz="1200" spc="-5" dirty="0">
                          <a:latin typeface="Calibri" panose="020F0502020204030204"/>
                          <a:cs typeface="Calibri" panose="020F0502020204030204"/>
                        </a:rPr>
                        <a:t> </a:t>
                      </a:r>
                      <a:r>
                        <a:rPr sz="1200" dirty="0">
                          <a:latin typeface="Calibri" panose="020F0502020204030204"/>
                          <a:cs typeface="Calibri" panose="020F0502020204030204"/>
                        </a:rPr>
                        <a:t>-1</a:t>
                      </a:r>
                      <a:r>
                        <a:rPr sz="1200" spc="-20" dirty="0">
                          <a:latin typeface="Calibri" panose="020F0502020204030204"/>
                          <a:cs typeface="Calibri" panose="020F0502020204030204"/>
                        </a:rPr>
                        <a:t> </a:t>
                      </a:r>
                      <a:r>
                        <a:rPr sz="1200" dirty="0">
                          <a:latin typeface="Calibri" panose="020F0502020204030204"/>
                          <a:cs typeface="Calibri" panose="020F0502020204030204"/>
                        </a:rPr>
                        <a:t>value</a:t>
                      </a:r>
                      <a:r>
                        <a:rPr sz="1200" spc="-10" dirty="0">
                          <a:latin typeface="Calibri" panose="020F0502020204030204"/>
                          <a:cs typeface="Calibri" panose="020F0502020204030204"/>
                        </a:rPr>
                        <a:t> </a:t>
                      </a:r>
                      <a:r>
                        <a:rPr sz="1200" dirty="0">
                          <a:latin typeface="Calibri" panose="020F0502020204030204"/>
                          <a:cs typeface="Calibri" panose="020F0502020204030204"/>
                        </a:rPr>
                        <a:t>for</a:t>
                      </a:r>
                      <a:r>
                        <a:rPr sz="1200" spc="254" dirty="0">
                          <a:latin typeface="Calibri" panose="020F0502020204030204"/>
                          <a:cs typeface="Calibri" panose="020F0502020204030204"/>
                        </a:rPr>
                        <a:t> </a:t>
                      </a:r>
                      <a:r>
                        <a:rPr sz="1200" dirty="0">
                          <a:latin typeface="Calibri" panose="020F0502020204030204"/>
                          <a:cs typeface="Calibri" panose="020F0502020204030204"/>
                        </a:rPr>
                        <a:t>day</a:t>
                      </a:r>
                      <a:r>
                        <a:rPr sz="1200" spc="240" dirty="0">
                          <a:latin typeface="Calibri" panose="020F0502020204030204"/>
                          <a:cs typeface="Calibri" panose="020F0502020204030204"/>
                        </a:rPr>
                        <a:t> </a:t>
                      </a:r>
                      <a:r>
                        <a:rPr sz="1200" dirty="0">
                          <a:latin typeface="Calibri" panose="020F0502020204030204"/>
                          <a:cs typeface="Calibri" panose="020F0502020204030204"/>
                        </a:rPr>
                        <a:t>and</a:t>
                      </a:r>
                      <a:r>
                        <a:rPr sz="1200" spc="-10" dirty="0">
                          <a:latin typeface="Calibri" panose="020F0502020204030204"/>
                          <a:cs typeface="Calibri" panose="020F0502020204030204"/>
                        </a:rPr>
                        <a:t> </a:t>
                      </a:r>
                      <a:r>
                        <a:rPr sz="1200" spc="-25" dirty="0">
                          <a:latin typeface="Calibri" panose="020F0502020204030204"/>
                          <a:cs typeface="Calibri" panose="020F0502020204030204"/>
                        </a:rPr>
                        <a:t>min </a:t>
                      </a:r>
                      <a:r>
                        <a:rPr sz="1200" dirty="0">
                          <a:latin typeface="Calibri" panose="020F0502020204030204"/>
                          <a:cs typeface="Calibri" panose="020F0502020204030204"/>
                        </a:rPr>
                        <a:t>for</a:t>
                      </a:r>
                      <a:r>
                        <a:rPr sz="1200" spc="235" dirty="0">
                          <a:latin typeface="Calibri" panose="020F0502020204030204"/>
                          <a:cs typeface="Calibri" panose="020F0502020204030204"/>
                        </a:rPr>
                        <a:t> </a:t>
                      </a:r>
                      <a:r>
                        <a:rPr sz="1200" dirty="0">
                          <a:latin typeface="Calibri" panose="020F0502020204030204"/>
                          <a:cs typeface="Calibri" panose="020F0502020204030204"/>
                        </a:rPr>
                        <a:t>month</a:t>
                      </a:r>
                      <a:r>
                        <a:rPr sz="1200" spc="-20" dirty="0">
                          <a:latin typeface="Calibri" panose="020F0502020204030204"/>
                          <a:cs typeface="Calibri" panose="020F0502020204030204"/>
                        </a:rPr>
                        <a:t> </a:t>
                      </a:r>
                      <a:r>
                        <a:rPr sz="1200" dirty="0">
                          <a:latin typeface="Calibri" panose="020F0502020204030204"/>
                          <a:cs typeface="Calibri" panose="020F0502020204030204"/>
                        </a:rPr>
                        <a:t>and</a:t>
                      </a:r>
                      <a:r>
                        <a:rPr sz="1200" spc="-10" dirty="0">
                          <a:latin typeface="Calibri" panose="020F0502020204030204"/>
                          <a:cs typeface="Calibri" panose="020F0502020204030204"/>
                        </a:rPr>
                        <a:t> </a:t>
                      </a:r>
                      <a:r>
                        <a:rPr sz="1200" dirty="0">
                          <a:latin typeface="Calibri" panose="020F0502020204030204"/>
                          <a:cs typeface="Calibri" panose="020F0502020204030204"/>
                        </a:rPr>
                        <a:t>min+1</a:t>
                      </a:r>
                      <a:r>
                        <a:rPr sz="1200" spc="-20" dirty="0">
                          <a:latin typeface="Calibri" panose="020F0502020204030204"/>
                          <a:cs typeface="Calibri" panose="020F0502020204030204"/>
                        </a:rPr>
                        <a:t> </a:t>
                      </a:r>
                      <a:r>
                        <a:rPr sz="1200" dirty="0">
                          <a:latin typeface="Calibri" panose="020F0502020204030204"/>
                          <a:cs typeface="Calibri" panose="020F0502020204030204"/>
                        </a:rPr>
                        <a:t>for</a:t>
                      </a:r>
                      <a:r>
                        <a:rPr sz="1200" spc="-10" dirty="0">
                          <a:latin typeface="Calibri" panose="020F0502020204030204"/>
                          <a:cs typeface="Calibri" panose="020F0502020204030204"/>
                        </a:rPr>
                        <a:t> </a:t>
                      </a:r>
                      <a:r>
                        <a:rPr sz="1200" spc="-20" dirty="0">
                          <a:latin typeface="Calibri" panose="020F0502020204030204"/>
                          <a:cs typeface="Calibri" panose="020F0502020204030204"/>
                        </a:rPr>
                        <a:t>year</a:t>
                      </a:r>
                      <a:endParaRPr sz="1200">
                        <a:latin typeface="Calibri" panose="020F0502020204030204"/>
                        <a:cs typeface="Calibri" panose="020F0502020204030204"/>
                      </a:endParaRPr>
                    </a:p>
                  </a:txBody>
                  <a:tcPr marL="0" marR="0" marT="152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20"/>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20"/>
                        </a:spcBef>
                      </a:pPr>
                      <a:endParaRPr sz="1200">
                        <a:latin typeface="Times New Roman" panose="02020603050405020304"/>
                        <a:cs typeface="Times New Roman" panose="02020603050405020304"/>
                      </a:endParaRPr>
                    </a:p>
                    <a:p>
                      <a:pPr algn="ctr">
                        <a:lnSpc>
                          <a:spcPct val="100000"/>
                        </a:lnSpc>
                      </a:pPr>
                      <a:r>
                        <a:rPr sz="1200" spc="-25" dirty="0">
                          <a:latin typeface="Calibri" panose="020F0502020204030204"/>
                          <a:cs typeface="Calibri" panose="020F0502020204030204"/>
                        </a:rPr>
                        <a:t>30</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20"/>
                        </a:spcBef>
                      </a:pPr>
                      <a:endParaRPr sz="1200">
                        <a:latin typeface="Times New Roman" panose="02020603050405020304"/>
                        <a:cs typeface="Times New Roman" panose="02020603050405020304"/>
                      </a:endParaRPr>
                    </a:p>
                    <a:p>
                      <a:pPr algn="ctr">
                        <a:lnSpc>
                          <a:spcPct val="100000"/>
                        </a:lnSpc>
                      </a:pPr>
                      <a:r>
                        <a:rPr sz="1200" spc="-20" dirty="0">
                          <a:latin typeface="Calibri" panose="020F0502020204030204"/>
                          <a:cs typeface="Calibri" panose="020F0502020204030204"/>
                        </a:rPr>
                        <a:t>1813</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20"/>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20"/>
                        </a:spcBef>
                      </a:pPr>
                      <a:endParaRPr sz="1200">
                        <a:latin typeface="Times New Roman" panose="02020603050405020304"/>
                        <a:cs typeface="Times New Roman" panose="02020603050405020304"/>
                      </a:endParaRPr>
                    </a:p>
                    <a:p>
                      <a:pPr marL="1270" algn="ctr">
                        <a:lnSpc>
                          <a:spcPct val="100000"/>
                        </a:lnSpc>
                      </a:pPr>
                      <a:r>
                        <a:rPr sz="1200" spc="-25" dirty="0">
                          <a:latin typeface="Calibri" panose="020F0502020204030204"/>
                          <a:cs typeface="Calibri" panose="020F0502020204030204"/>
                        </a:rPr>
                        <a:t>31</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20"/>
                        </a:spcBef>
                      </a:pPr>
                      <a:endParaRPr sz="1200">
                        <a:latin typeface="Times New Roman" panose="02020603050405020304"/>
                        <a:cs typeface="Times New Roman" panose="02020603050405020304"/>
                      </a:endParaRPr>
                    </a:p>
                    <a:p>
                      <a:pPr algn="ctr">
                        <a:lnSpc>
                          <a:spcPct val="100000"/>
                        </a:lnSpc>
                      </a:pPr>
                      <a:r>
                        <a:rPr sz="1200" spc="-20" dirty="0">
                          <a:latin typeface="Calibri" panose="020F0502020204030204"/>
                          <a:cs typeface="Calibri" panose="020F0502020204030204"/>
                        </a:rPr>
                        <a:t>1813</a:t>
                      </a:r>
                      <a:endParaRPr sz="1200">
                        <a:latin typeface="Calibri" panose="020F0502020204030204"/>
                        <a:cs typeface="Calibri" panose="020F0502020204030204"/>
                      </a:endParaRPr>
                    </a:p>
                  </a:txBody>
                  <a:tcPr marL="0" marR="0" marT="533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424815">
                <a:tc>
                  <a:txBody>
                    <a:bodyPr/>
                    <a:lstStyle/>
                    <a:p>
                      <a:pPr>
                        <a:lnSpc>
                          <a:spcPct val="100000"/>
                        </a:lnSpc>
                        <a:spcBef>
                          <a:spcPts val="415"/>
                        </a:spcBef>
                      </a:pPr>
                      <a:endParaRPr sz="1200">
                        <a:latin typeface="Times New Roman" panose="02020603050405020304"/>
                        <a:cs typeface="Times New Roman" panose="02020603050405020304"/>
                      </a:endParaRPr>
                    </a:p>
                    <a:p>
                      <a:pPr marL="635" algn="ctr">
                        <a:lnSpc>
                          <a:spcPct val="100000"/>
                        </a:lnSpc>
                        <a:spcBef>
                          <a:spcPts val="5"/>
                        </a:spcBef>
                      </a:pPr>
                      <a:r>
                        <a:rPr sz="1200" spc="-25" dirty="0">
                          <a:latin typeface="Calibri" panose="020F0502020204030204"/>
                          <a:cs typeface="Calibri" panose="020F0502020204030204"/>
                        </a:rPr>
                        <a:t>18</a:t>
                      </a:r>
                      <a:endParaRPr sz="1200">
                        <a:latin typeface="Calibri" panose="020F0502020204030204"/>
                        <a:cs typeface="Calibri" panose="020F0502020204030204"/>
                      </a:endParaRPr>
                    </a:p>
                  </a:txBody>
                  <a:tcPr marL="0" marR="0" marT="527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115570">
                        <a:lnSpc>
                          <a:spcPct val="102000"/>
                        </a:lnSpc>
                        <a:spcBef>
                          <a:spcPts val="120"/>
                        </a:spcBef>
                      </a:pPr>
                      <a:r>
                        <a:rPr sz="1200" dirty="0">
                          <a:latin typeface="Calibri" panose="020F0502020204030204"/>
                          <a:cs typeface="Calibri" panose="020F0502020204030204"/>
                        </a:rPr>
                        <a:t>Enter</a:t>
                      </a:r>
                      <a:r>
                        <a:rPr sz="1200" spc="-5" dirty="0">
                          <a:latin typeface="Calibri" panose="020F0502020204030204"/>
                          <a:cs typeface="Calibri" panose="020F0502020204030204"/>
                        </a:rPr>
                        <a:t> </a:t>
                      </a:r>
                      <a:r>
                        <a:rPr sz="1200" dirty="0">
                          <a:latin typeface="Calibri" panose="020F0502020204030204"/>
                          <a:cs typeface="Calibri" panose="020F0502020204030204"/>
                        </a:rPr>
                        <a:t>the</a:t>
                      </a:r>
                      <a:r>
                        <a:rPr sz="1200" spc="-15" dirty="0">
                          <a:latin typeface="Calibri" panose="020F0502020204030204"/>
                          <a:cs typeface="Calibri" panose="020F0502020204030204"/>
                        </a:rPr>
                        <a:t> </a:t>
                      </a:r>
                      <a:r>
                        <a:rPr sz="1200" dirty="0">
                          <a:latin typeface="Calibri" panose="020F0502020204030204"/>
                          <a:cs typeface="Calibri" panose="020F0502020204030204"/>
                        </a:rPr>
                        <a:t>max</a:t>
                      </a:r>
                      <a:r>
                        <a:rPr sz="1200" spc="-5" dirty="0">
                          <a:latin typeface="Calibri" panose="020F0502020204030204"/>
                          <a:cs typeface="Calibri" panose="020F0502020204030204"/>
                        </a:rPr>
                        <a:t> </a:t>
                      </a:r>
                      <a:r>
                        <a:rPr sz="1200" dirty="0">
                          <a:latin typeface="Calibri" panose="020F0502020204030204"/>
                          <a:cs typeface="Calibri" panose="020F0502020204030204"/>
                        </a:rPr>
                        <a:t>-</a:t>
                      </a:r>
                      <a:r>
                        <a:rPr sz="1200" spc="-10" dirty="0">
                          <a:latin typeface="Calibri" panose="020F0502020204030204"/>
                          <a:cs typeface="Calibri" panose="020F0502020204030204"/>
                        </a:rPr>
                        <a:t> </a:t>
                      </a:r>
                      <a:r>
                        <a:rPr sz="1200" dirty="0">
                          <a:latin typeface="Calibri" panose="020F0502020204030204"/>
                          <a:cs typeface="Calibri" panose="020F0502020204030204"/>
                        </a:rPr>
                        <a:t>1</a:t>
                      </a:r>
                      <a:r>
                        <a:rPr sz="1200" spc="-5" dirty="0">
                          <a:latin typeface="Calibri" panose="020F0502020204030204"/>
                          <a:cs typeface="Calibri" panose="020F0502020204030204"/>
                        </a:rPr>
                        <a:t> </a:t>
                      </a:r>
                      <a:r>
                        <a:rPr sz="1200" dirty="0">
                          <a:latin typeface="Calibri" panose="020F0502020204030204"/>
                          <a:cs typeface="Calibri" panose="020F0502020204030204"/>
                        </a:rPr>
                        <a:t>value</a:t>
                      </a:r>
                      <a:r>
                        <a:rPr sz="1200" spc="-15" dirty="0">
                          <a:latin typeface="Calibri" panose="020F0502020204030204"/>
                          <a:cs typeface="Calibri" panose="020F0502020204030204"/>
                        </a:rPr>
                        <a:t> </a:t>
                      </a:r>
                      <a:r>
                        <a:rPr sz="1200" dirty="0">
                          <a:latin typeface="Calibri" panose="020F0502020204030204"/>
                          <a:cs typeface="Calibri" panose="020F0502020204030204"/>
                        </a:rPr>
                        <a:t>for</a:t>
                      </a:r>
                      <a:r>
                        <a:rPr sz="1200" spc="254" dirty="0">
                          <a:latin typeface="Calibri" panose="020F0502020204030204"/>
                          <a:cs typeface="Calibri" panose="020F0502020204030204"/>
                        </a:rPr>
                        <a:t> </a:t>
                      </a:r>
                      <a:r>
                        <a:rPr sz="1200" dirty="0">
                          <a:latin typeface="Calibri" panose="020F0502020204030204"/>
                          <a:cs typeface="Calibri" panose="020F0502020204030204"/>
                        </a:rPr>
                        <a:t>day</a:t>
                      </a:r>
                      <a:r>
                        <a:rPr sz="1200" spc="-10" dirty="0">
                          <a:latin typeface="Calibri" panose="020F0502020204030204"/>
                          <a:cs typeface="Calibri" panose="020F0502020204030204"/>
                        </a:rPr>
                        <a:t> </a:t>
                      </a:r>
                      <a:r>
                        <a:rPr sz="1200" dirty="0">
                          <a:latin typeface="Calibri" panose="020F0502020204030204"/>
                          <a:cs typeface="Calibri" panose="020F0502020204030204"/>
                        </a:rPr>
                        <a:t>,</a:t>
                      </a:r>
                      <a:r>
                        <a:rPr sz="1200" spc="254" dirty="0">
                          <a:latin typeface="Calibri" panose="020F0502020204030204"/>
                          <a:cs typeface="Calibri" panose="020F0502020204030204"/>
                        </a:rPr>
                        <a:t> </a:t>
                      </a:r>
                      <a:r>
                        <a:rPr sz="1200" spc="-10" dirty="0">
                          <a:latin typeface="Calibri" panose="020F0502020204030204"/>
                          <a:cs typeface="Calibri" panose="020F0502020204030204"/>
                        </a:rPr>
                        <a:t>normal </a:t>
                      </a:r>
                      <a:r>
                        <a:rPr sz="1200" dirty="0">
                          <a:latin typeface="Calibri" panose="020F0502020204030204"/>
                          <a:cs typeface="Calibri" panose="020F0502020204030204"/>
                        </a:rPr>
                        <a:t>value</a:t>
                      </a:r>
                      <a:r>
                        <a:rPr sz="1200" spc="-20" dirty="0">
                          <a:latin typeface="Calibri" panose="020F0502020204030204"/>
                          <a:cs typeface="Calibri" panose="020F0502020204030204"/>
                        </a:rPr>
                        <a:t> </a:t>
                      </a:r>
                      <a:r>
                        <a:rPr sz="1200" dirty="0">
                          <a:latin typeface="Calibri" panose="020F0502020204030204"/>
                          <a:cs typeface="Calibri" panose="020F0502020204030204"/>
                        </a:rPr>
                        <a:t>for</a:t>
                      </a:r>
                      <a:r>
                        <a:rPr sz="1200" spc="-5" dirty="0">
                          <a:latin typeface="Calibri" panose="020F0502020204030204"/>
                          <a:cs typeface="Calibri" panose="020F0502020204030204"/>
                        </a:rPr>
                        <a:t> </a:t>
                      </a:r>
                      <a:r>
                        <a:rPr sz="1200" dirty="0">
                          <a:latin typeface="Calibri" panose="020F0502020204030204"/>
                          <a:cs typeface="Calibri" panose="020F0502020204030204"/>
                        </a:rPr>
                        <a:t>year</a:t>
                      </a:r>
                      <a:r>
                        <a:rPr sz="1200" spc="-5" dirty="0">
                          <a:latin typeface="Calibri" panose="020F0502020204030204"/>
                          <a:cs typeface="Calibri" panose="020F0502020204030204"/>
                        </a:rPr>
                        <a:t> </a:t>
                      </a:r>
                      <a:r>
                        <a:rPr sz="1200" dirty="0">
                          <a:latin typeface="Calibri" panose="020F0502020204030204"/>
                          <a:cs typeface="Calibri" panose="020F0502020204030204"/>
                        </a:rPr>
                        <a:t>and</a:t>
                      </a:r>
                      <a:r>
                        <a:rPr sz="1200" spc="-5" dirty="0">
                          <a:latin typeface="Calibri" panose="020F0502020204030204"/>
                          <a:cs typeface="Calibri" panose="020F0502020204030204"/>
                        </a:rPr>
                        <a:t> </a:t>
                      </a:r>
                      <a:r>
                        <a:rPr sz="1200" dirty="0">
                          <a:latin typeface="Calibri" panose="020F0502020204030204"/>
                          <a:cs typeface="Calibri" panose="020F0502020204030204"/>
                        </a:rPr>
                        <a:t>min</a:t>
                      </a:r>
                      <a:r>
                        <a:rPr sz="1200" spc="-5" dirty="0">
                          <a:latin typeface="Calibri" panose="020F0502020204030204"/>
                          <a:cs typeface="Calibri" panose="020F0502020204030204"/>
                        </a:rPr>
                        <a:t> </a:t>
                      </a:r>
                      <a:r>
                        <a:rPr sz="1200" dirty="0">
                          <a:latin typeface="Calibri" panose="020F0502020204030204"/>
                          <a:cs typeface="Calibri" panose="020F0502020204030204"/>
                        </a:rPr>
                        <a:t>value</a:t>
                      </a:r>
                      <a:r>
                        <a:rPr sz="1200" spc="245" dirty="0">
                          <a:latin typeface="Calibri" panose="020F0502020204030204"/>
                          <a:cs typeface="Calibri" panose="020F0502020204030204"/>
                        </a:rPr>
                        <a:t> </a:t>
                      </a:r>
                      <a:r>
                        <a:rPr sz="1200" dirty="0">
                          <a:latin typeface="Calibri" panose="020F0502020204030204"/>
                          <a:cs typeface="Calibri" panose="020F0502020204030204"/>
                        </a:rPr>
                        <a:t>for</a:t>
                      </a:r>
                      <a:r>
                        <a:rPr sz="1200" spc="250" dirty="0">
                          <a:latin typeface="Calibri" panose="020F0502020204030204"/>
                          <a:cs typeface="Calibri" panose="020F0502020204030204"/>
                        </a:rPr>
                        <a:t> </a:t>
                      </a:r>
                      <a:r>
                        <a:rPr sz="1200" spc="-20" dirty="0">
                          <a:latin typeface="Calibri" panose="020F0502020204030204"/>
                          <a:cs typeface="Calibri" panose="020F0502020204030204"/>
                        </a:rPr>
                        <a:t>month</a:t>
                      </a:r>
                      <a:endParaRPr sz="1200">
                        <a:latin typeface="Calibri" panose="020F0502020204030204"/>
                        <a:cs typeface="Calibri" panose="020F0502020204030204"/>
                      </a:endParaRPr>
                    </a:p>
                  </a:txBody>
                  <a:tcPr marL="0" marR="0" marT="152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15"/>
                        </a:spcBef>
                      </a:pPr>
                      <a:endParaRPr sz="1200">
                        <a:latin typeface="Times New Roman" panose="02020603050405020304"/>
                        <a:cs typeface="Times New Roman" panose="02020603050405020304"/>
                      </a:endParaRPr>
                    </a:p>
                    <a:p>
                      <a:pPr algn="ctr">
                        <a:lnSpc>
                          <a:spcPct val="100000"/>
                        </a:lnSpc>
                        <a:spcBef>
                          <a:spcPts val="5"/>
                        </a:spcBef>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527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15"/>
                        </a:spcBef>
                      </a:pPr>
                      <a:endParaRPr sz="1200">
                        <a:latin typeface="Times New Roman" panose="02020603050405020304"/>
                        <a:cs typeface="Times New Roman" panose="02020603050405020304"/>
                      </a:endParaRPr>
                    </a:p>
                    <a:p>
                      <a:pPr algn="ctr">
                        <a:lnSpc>
                          <a:spcPct val="100000"/>
                        </a:lnSpc>
                        <a:spcBef>
                          <a:spcPts val="5"/>
                        </a:spcBef>
                      </a:pPr>
                      <a:r>
                        <a:rPr sz="1200" spc="-25" dirty="0">
                          <a:latin typeface="Calibri" panose="020F0502020204030204"/>
                          <a:cs typeface="Calibri" panose="020F0502020204030204"/>
                        </a:rPr>
                        <a:t>30</a:t>
                      </a:r>
                      <a:endParaRPr sz="1200">
                        <a:latin typeface="Calibri" panose="020F0502020204030204"/>
                        <a:cs typeface="Calibri" panose="020F0502020204030204"/>
                      </a:endParaRPr>
                    </a:p>
                  </a:txBody>
                  <a:tcPr marL="0" marR="0" marT="527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15"/>
                        </a:spcBef>
                      </a:pPr>
                      <a:endParaRPr sz="1200">
                        <a:latin typeface="Times New Roman" panose="02020603050405020304"/>
                        <a:cs typeface="Times New Roman" panose="02020603050405020304"/>
                      </a:endParaRPr>
                    </a:p>
                    <a:p>
                      <a:pPr algn="ctr">
                        <a:lnSpc>
                          <a:spcPct val="100000"/>
                        </a:lnSpc>
                        <a:spcBef>
                          <a:spcPts val="5"/>
                        </a:spcBef>
                      </a:pPr>
                      <a:r>
                        <a:rPr sz="1200" spc="-20" dirty="0">
                          <a:latin typeface="Calibri" panose="020F0502020204030204"/>
                          <a:cs typeface="Calibri" panose="020F0502020204030204"/>
                        </a:rPr>
                        <a:t>1912</a:t>
                      </a:r>
                      <a:endParaRPr sz="1200">
                        <a:latin typeface="Calibri" panose="020F0502020204030204"/>
                        <a:cs typeface="Calibri" panose="020F0502020204030204"/>
                      </a:endParaRPr>
                    </a:p>
                  </a:txBody>
                  <a:tcPr marL="0" marR="0" marT="527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15"/>
                        </a:spcBef>
                      </a:pPr>
                      <a:endParaRPr sz="1200">
                        <a:latin typeface="Times New Roman" panose="02020603050405020304"/>
                        <a:cs typeface="Times New Roman" panose="02020603050405020304"/>
                      </a:endParaRPr>
                    </a:p>
                    <a:p>
                      <a:pPr algn="ctr">
                        <a:lnSpc>
                          <a:spcPct val="100000"/>
                        </a:lnSpc>
                        <a:spcBef>
                          <a:spcPts val="5"/>
                        </a:spcBef>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527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15"/>
                        </a:spcBef>
                      </a:pPr>
                      <a:endParaRPr sz="1200">
                        <a:latin typeface="Times New Roman" panose="02020603050405020304"/>
                        <a:cs typeface="Times New Roman" panose="02020603050405020304"/>
                      </a:endParaRPr>
                    </a:p>
                    <a:p>
                      <a:pPr marL="1270" algn="ctr">
                        <a:lnSpc>
                          <a:spcPct val="100000"/>
                        </a:lnSpc>
                        <a:spcBef>
                          <a:spcPts val="5"/>
                        </a:spcBef>
                      </a:pPr>
                      <a:r>
                        <a:rPr sz="1200" spc="-25" dirty="0">
                          <a:latin typeface="Calibri" panose="020F0502020204030204"/>
                          <a:cs typeface="Calibri" panose="020F0502020204030204"/>
                        </a:rPr>
                        <a:t>31</a:t>
                      </a:r>
                      <a:endParaRPr sz="1200">
                        <a:latin typeface="Calibri" panose="020F0502020204030204"/>
                        <a:cs typeface="Calibri" panose="020F0502020204030204"/>
                      </a:endParaRPr>
                    </a:p>
                  </a:txBody>
                  <a:tcPr marL="0" marR="0" marT="527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415"/>
                        </a:spcBef>
                      </a:pPr>
                      <a:endParaRPr sz="1200">
                        <a:latin typeface="Times New Roman" panose="02020603050405020304"/>
                        <a:cs typeface="Times New Roman" panose="02020603050405020304"/>
                      </a:endParaRPr>
                    </a:p>
                    <a:p>
                      <a:pPr algn="ctr">
                        <a:lnSpc>
                          <a:spcPct val="100000"/>
                        </a:lnSpc>
                        <a:spcBef>
                          <a:spcPts val="5"/>
                        </a:spcBef>
                      </a:pPr>
                      <a:r>
                        <a:rPr sz="1200" spc="-20" dirty="0">
                          <a:latin typeface="Calibri" panose="020F0502020204030204"/>
                          <a:cs typeface="Calibri" panose="020F0502020204030204"/>
                        </a:rPr>
                        <a:t>1912</a:t>
                      </a:r>
                      <a:endParaRPr sz="1200">
                        <a:latin typeface="Calibri" panose="020F0502020204030204"/>
                        <a:cs typeface="Calibri" panose="020F0502020204030204"/>
                      </a:endParaRPr>
                    </a:p>
                  </a:txBody>
                  <a:tcPr marL="0" marR="0" marT="527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bl>
          </a:graphicData>
        </a:graphic>
      </p:graphicFrame>
      <p:sp>
        <p:nvSpPr>
          <p:cNvPr id="5" name="object 5"/>
          <p:cNvSpPr/>
          <p:nvPr/>
        </p:nvSpPr>
        <p:spPr>
          <a:xfrm>
            <a:off x="667512" y="6832092"/>
            <a:ext cx="9359265" cy="56515"/>
          </a:xfrm>
          <a:custGeom>
            <a:avLst/>
            <a:gdLst/>
            <a:ahLst/>
            <a:cxnLst/>
            <a:rect l="l" t="t" r="r" b="b"/>
            <a:pathLst>
              <a:path w="9359265" h="56515">
                <a:moveTo>
                  <a:pt x="9358884" y="47244"/>
                </a:moveTo>
                <a:lnTo>
                  <a:pt x="0" y="47244"/>
                </a:lnTo>
                <a:lnTo>
                  <a:pt x="0" y="56388"/>
                </a:lnTo>
                <a:lnTo>
                  <a:pt x="9358884" y="56388"/>
                </a:lnTo>
                <a:lnTo>
                  <a:pt x="9358884" y="47244"/>
                </a:lnTo>
                <a:close/>
              </a:path>
              <a:path w="9359265" h="56515">
                <a:moveTo>
                  <a:pt x="9358884" y="0"/>
                </a:moveTo>
                <a:lnTo>
                  <a:pt x="0" y="0"/>
                </a:lnTo>
                <a:lnTo>
                  <a:pt x="0" y="38100"/>
                </a:lnTo>
                <a:lnTo>
                  <a:pt x="9358884" y="38100"/>
                </a:lnTo>
                <a:lnTo>
                  <a:pt x="9358884" y="0"/>
                </a:lnTo>
                <a:close/>
              </a:path>
            </a:pathLst>
          </a:custGeom>
          <a:solidFill>
            <a:srgbClr val="612322"/>
          </a:solidFill>
        </p:spPr>
        <p:txBody>
          <a:bodyPr wrap="square" lIns="0" tIns="0" rIns="0" bIns="0" rtlCol="0"/>
          <a:lstStyle/>
          <a:p/>
        </p:txBody>
      </p:sp>
      <p:sp>
        <p:nvSpPr>
          <p:cNvPr id="6" name="object 6"/>
          <p:cNvSpPr txBox="1"/>
          <p:nvPr/>
        </p:nvSpPr>
        <p:spPr>
          <a:xfrm>
            <a:off x="673100" y="6887942"/>
            <a:ext cx="775970" cy="204470"/>
          </a:xfrm>
          <a:prstGeom prst="rect">
            <a:avLst/>
          </a:prstGeom>
        </p:spPr>
        <p:txBody>
          <a:bodyPr vert="horz" wrap="square" lIns="0" tIns="5080" rIns="0" bIns="0" rtlCol="0">
            <a:spAutoFit/>
          </a:bodyPr>
          <a:lstStyle/>
          <a:p>
            <a:pPr marL="12700">
              <a:lnSpc>
                <a:spcPct val="100000"/>
              </a:lnSpc>
              <a:spcBef>
                <a:spcPts val="40"/>
              </a:spcBef>
            </a:pPr>
            <a:r>
              <a:rPr sz="1200" dirty="0">
                <a:latin typeface="Cambria" panose="02040503050406030204"/>
                <a:cs typeface="Cambria" panose="02040503050406030204"/>
              </a:rPr>
              <a:t>Dept.</a:t>
            </a:r>
            <a:r>
              <a:rPr sz="1200" spc="-15" dirty="0">
                <a:latin typeface="Cambria" panose="02040503050406030204"/>
                <a:cs typeface="Cambria" panose="02040503050406030204"/>
              </a:rPr>
              <a:t> </a:t>
            </a:r>
            <a:r>
              <a:rPr sz="1200" dirty="0">
                <a:latin typeface="Cambria" panose="02040503050406030204"/>
                <a:cs typeface="Cambria" panose="02040503050406030204"/>
              </a:rPr>
              <a:t>of</a:t>
            </a:r>
            <a:r>
              <a:rPr sz="1200" spc="-25" dirty="0">
                <a:latin typeface="Cambria" panose="02040503050406030204"/>
                <a:cs typeface="Cambria" panose="02040503050406030204"/>
              </a:rPr>
              <a:t> ISE</a:t>
            </a:r>
            <a:endParaRPr sz="1200">
              <a:latin typeface="Cambria" panose="02040503050406030204"/>
              <a:cs typeface="Cambria" panose="02040503050406030204"/>
            </a:endParaRPr>
          </a:p>
        </p:txBody>
      </p:sp>
      <p:sp>
        <p:nvSpPr>
          <p:cNvPr id="7" name="object 7"/>
          <p:cNvSpPr txBox="1"/>
          <p:nvPr/>
        </p:nvSpPr>
        <p:spPr>
          <a:xfrm>
            <a:off x="9462007" y="6887942"/>
            <a:ext cx="575945" cy="204470"/>
          </a:xfrm>
          <a:prstGeom prst="rect">
            <a:avLst/>
          </a:prstGeom>
        </p:spPr>
        <p:txBody>
          <a:bodyPr vert="horz" wrap="square" lIns="0" tIns="5080" rIns="0" bIns="0" rtlCol="0">
            <a:spAutoFit/>
          </a:bodyPr>
          <a:lstStyle/>
          <a:p>
            <a:pPr marL="12700">
              <a:lnSpc>
                <a:spcPct val="100000"/>
              </a:lnSpc>
              <a:spcBef>
                <a:spcPts val="40"/>
              </a:spcBef>
            </a:pPr>
            <a:r>
              <a:rPr sz="1200" dirty="0">
                <a:latin typeface="Cambria" panose="02040503050406030204"/>
                <a:cs typeface="Cambria" panose="02040503050406030204"/>
              </a:rPr>
              <a:t>Page</a:t>
            </a:r>
            <a:r>
              <a:rPr sz="1200" spc="-30" dirty="0">
                <a:latin typeface="Cambria" panose="02040503050406030204"/>
                <a:cs typeface="Cambria" panose="02040503050406030204"/>
              </a:rPr>
              <a:t> </a:t>
            </a:r>
            <a:r>
              <a:rPr sz="1200" spc="-25" dirty="0">
                <a:latin typeface="Cambria" panose="02040503050406030204"/>
                <a:cs typeface="Cambria" panose="02040503050406030204"/>
              </a:rPr>
              <a:t>41</a:t>
            </a:r>
            <a:endParaRPr sz="1200">
              <a:latin typeface="Cambria" panose="02040503050406030204"/>
              <a:cs typeface="Cambria" panose="0204050305040603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73100" y="964438"/>
            <a:ext cx="140081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Cambria" panose="02040503050406030204"/>
                <a:cs typeface="Cambria" panose="02040503050406030204"/>
              </a:rPr>
              <a:t>Software</a:t>
            </a:r>
            <a:r>
              <a:rPr sz="1200" spc="-40" dirty="0">
                <a:latin typeface="Cambria" panose="02040503050406030204"/>
                <a:cs typeface="Cambria" panose="02040503050406030204"/>
              </a:rPr>
              <a:t> </a:t>
            </a:r>
            <a:r>
              <a:rPr sz="1200" dirty="0">
                <a:latin typeface="Cambria" panose="02040503050406030204"/>
                <a:cs typeface="Cambria" panose="02040503050406030204"/>
              </a:rPr>
              <a:t>Testing</a:t>
            </a:r>
            <a:r>
              <a:rPr sz="1200" spc="-40" dirty="0">
                <a:latin typeface="Cambria" panose="02040503050406030204"/>
                <a:cs typeface="Cambria" panose="02040503050406030204"/>
              </a:rPr>
              <a:t> </a:t>
            </a:r>
            <a:r>
              <a:rPr sz="1200" spc="-25" dirty="0">
                <a:latin typeface="Cambria" panose="02040503050406030204"/>
                <a:cs typeface="Cambria" panose="02040503050406030204"/>
              </a:rPr>
              <a:t>Lab</a:t>
            </a:r>
            <a:endParaRPr sz="1200">
              <a:latin typeface="Cambria" panose="02040503050406030204"/>
              <a:cs typeface="Cambria" panose="02040503050406030204"/>
            </a:endParaRPr>
          </a:p>
        </p:txBody>
      </p:sp>
      <p:sp>
        <p:nvSpPr>
          <p:cNvPr id="3" name="object 3"/>
          <p:cNvSpPr txBox="1"/>
          <p:nvPr/>
        </p:nvSpPr>
        <p:spPr>
          <a:xfrm>
            <a:off x="9529064" y="964438"/>
            <a:ext cx="289560"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Cambria" panose="02040503050406030204"/>
                <a:cs typeface="Cambria" panose="02040503050406030204"/>
              </a:rPr>
              <a:t>MIT</a:t>
            </a:r>
            <a:endParaRPr sz="1200">
              <a:latin typeface="Cambria" panose="02040503050406030204"/>
              <a:cs typeface="Cambria" panose="02040503050406030204"/>
            </a:endParaRPr>
          </a:p>
        </p:txBody>
      </p:sp>
      <p:graphicFrame>
        <p:nvGraphicFramePr>
          <p:cNvPr id="4" name="object 4"/>
          <p:cNvGraphicFramePr>
            <a:graphicFrameLocks noGrp="1"/>
          </p:cNvGraphicFramePr>
          <p:nvPr/>
        </p:nvGraphicFramePr>
        <p:xfrm>
          <a:off x="568451" y="1213358"/>
          <a:ext cx="9514840" cy="3496310"/>
        </p:xfrm>
        <a:graphic>
          <a:graphicData uri="http://schemas.openxmlformats.org/drawingml/2006/table">
            <a:tbl>
              <a:tblPr firstRow="1" bandRow="1">
                <a:tableStyleId>{2D5ABB26-0587-4C30-8999-92F81FD0307C}</a:tableStyleId>
              </a:tblPr>
              <a:tblGrid>
                <a:gridCol w="601980"/>
                <a:gridCol w="2712720"/>
                <a:gridCol w="577214"/>
                <a:gridCol w="441325"/>
                <a:gridCol w="523875"/>
                <a:gridCol w="570864"/>
                <a:gridCol w="513079"/>
                <a:gridCol w="457200"/>
                <a:gridCol w="570865"/>
                <a:gridCol w="400050"/>
                <a:gridCol w="456565"/>
                <a:gridCol w="570865"/>
                <a:gridCol w="1028065"/>
              </a:tblGrid>
              <a:tr h="402590">
                <a:tc>
                  <a:txBody>
                    <a:bodyPr/>
                    <a:lstStyle/>
                    <a:p>
                      <a:pPr>
                        <a:lnSpc>
                          <a:spcPct val="100000"/>
                        </a:lnSpc>
                        <a:spcBef>
                          <a:spcPts val="245"/>
                        </a:spcBef>
                      </a:pPr>
                      <a:endParaRPr sz="1200">
                        <a:latin typeface="Times New Roman" panose="02020603050405020304"/>
                        <a:cs typeface="Times New Roman" panose="02020603050405020304"/>
                      </a:endParaRPr>
                    </a:p>
                    <a:p>
                      <a:pPr marL="635" algn="ctr">
                        <a:lnSpc>
                          <a:spcPct val="100000"/>
                        </a:lnSpc>
                      </a:pPr>
                      <a:r>
                        <a:rPr sz="1200" spc="-25" dirty="0">
                          <a:latin typeface="Calibri" panose="020F0502020204030204"/>
                          <a:cs typeface="Calibri" panose="020F0502020204030204"/>
                        </a:rPr>
                        <a:t>19</a:t>
                      </a:r>
                      <a:endParaRPr sz="1200">
                        <a:latin typeface="Calibri" panose="020F0502020204030204"/>
                        <a:cs typeface="Calibri" panose="020F0502020204030204"/>
                      </a:endParaRPr>
                    </a:p>
                  </a:txBody>
                  <a:tcPr marL="0" marR="0" marT="31115" marB="0">
                    <a:lnL w="6350">
                      <a:solidFill>
                        <a:srgbClr val="000000"/>
                      </a:solidFill>
                      <a:prstDash val="solid"/>
                    </a:lnL>
                    <a:lnR w="6350">
                      <a:solidFill>
                        <a:srgbClr val="000000"/>
                      </a:solidFill>
                      <a:prstDash val="solid"/>
                    </a:lnR>
                    <a:lnT w="38100">
                      <a:solidFill>
                        <a:srgbClr val="612322"/>
                      </a:solidFill>
                      <a:prstDash val="solid"/>
                    </a:lnT>
                    <a:lnB w="6350">
                      <a:solidFill>
                        <a:srgbClr val="000000"/>
                      </a:solidFill>
                      <a:prstDash val="solid"/>
                    </a:lnB>
                  </a:tcPr>
                </a:tc>
                <a:tc>
                  <a:txBody>
                    <a:bodyPr/>
                    <a:lstStyle/>
                    <a:p>
                      <a:pPr marL="67945" marR="139065">
                        <a:lnSpc>
                          <a:spcPct val="102000"/>
                        </a:lnSpc>
                        <a:spcBef>
                          <a:spcPts val="135"/>
                        </a:spcBef>
                      </a:pPr>
                      <a:r>
                        <a:rPr sz="1200" dirty="0">
                          <a:latin typeface="Calibri" panose="020F0502020204030204"/>
                          <a:cs typeface="Calibri" panose="020F0502020204030204"/>
                        </a:rPr>
                        <a:t>Enter</a:t>
                      </a:r>
                      <a:r>
                        <a:rPr sz="1200" spc="-10" dirty="0">
                          <a:latin typeface="Calibri" panose="020F0502020204030204"/>
                          <a:cs typeface="Calibri" panose="020F0502020204030204"/>
                        </a:rPr>
                        <a:t> </a:t>
                      </a:r>
                      <a:r>
                        <a:rPr sz="1200" dirty="0">
                          <a:latin typeface="Calibri" panose="020F0502020204030204"/>
                          <a:cs typeface="Calibri" panose="020F0502020204030204"/>
                        </a:rPr>
                        <a:t>the</a:t>
                      </a:r>
                      <a:r>
                        <a:rPr sz="1200" spc="-15" dirty="0">
                          <a:latin typeface="Calibri" panose="020F0502020204030204"/>
                          <a:cs typeface="Calibri" panose="020F0502020204030204"/>
                        </a:rPr>
                        <a:t> </a:t>
                      </a:r>
                      <a:r>
                        <a:rPr sz="1200" dirty="0">
                          <a:latin typeface="Calibri" panose="020F0502020204030204"/>
                          <a:cs typeface="Calibri" panose="020F0502020204030204"/>
                        </a:rPr>
                        <a:t>max</a:t>
                      </a:r>
                      <a:r>
                        <a:rPr sz="1200" spc="-5" dirty="0">
                          <a:latin typeface="Calibri" panose="020F0502020204030204"/>
                          <a:cs typeface="Calibri" panose="020F0502020204030204"/>
                        </a:rPr>
                        <a:t> </a:t>
                      </a:r>
                      <a:r>
                        <a:rPr sz="1200" dirty="0">
                          <a:latin typeface="Calibri" panose="020F0502020204030204"/>
                          <a:cs typeface="Calibri" panose="020F0502020204030204"/>
                        </a:rPr>
                        <a:t>-</a:t>
                      </a:r>
                      <a:r>
                        <a:rPr sz="1200" spc="-15" dirty="0">
                          <a:latin typeface="Calibri" panose="020F0502020204030204"/>
                          <a:cs typeface="Calibri" panose="020F0502020204030204"/>
                        </a:rPr>
                        <a:t> </a:t>
                      </a:r>
                      <a:r>
                        <a:rPr sz="1200" dirty="0">
                          <a:latin typeface="Calibri" panose="020F0502020204030204"/>
                          <a:cs typeface="Calibri" panose="020F0502020204030204"/>
                        </a:rPr>
                        <a:t>1</a:t>
                      </a:r>
                      <a:r>
                        <a:rPr sz="1200" spc="-5" dirty="0">
                          <a:latin typeface="Calibri" panose="020F0502020204030204"/>
                          <a:cs typeface="Calibri" panose="020F0502020204030204"/>
                        </a:rPr>
                        <a:t> </a:t>
                      </a:r>
                      <a:r>
                        <a:rPr sz="1200" dirty="0">
                          <a:latin typeface="Calibri" panose="020F0502020204030204"/>
                          <a:cs typeface="Calibri" panose="020F0502020204030204"/>
                        </a:rPr>
                        <a:t>value</a:t>
                      </a:r>
                      <a:r>
                        <a:rPr sz="1200" spc="-15" dirty="0">
                          <a:latin typeface="Calibri" panose="020F0502020204030204"/>
                          <a:cs typeface="Calibri" panose="020F0502020204030204"/>
                        </a:rPr>
                        <a:t> </a:t>
                      </a:r>
                      <a:r>
                        <a:rPr sz="1200" dirty="0">
                          <a:latin typeface="Calibri" panose="020F0502020204030204"/>
                          <a:cs typeface="Calibri" panose="020F0502020204030204"/>
                        </a:rPr>
                        <a:t>for</a:t>
                      </a:r>
                      <a:r>
                        <a:rPr sz="1200" spc="250" dirty="0">
                          <a:latin typeface="Calibri" panose="020F0502020204030204"/>
                          <a:cs typeface="Calibri" panose="020F0502020204030204"/>
                        </a:rPr>
                        <a:t> </a:t>
                      </a:r>
                      <a:r>
                        <a:rPr sz="1200" dirty="0">
                          <a:latin typeface="Calibri" panose="020F0502020204030204"/>
                          <a:cs typeface="Calibri" panose="020F0502020204030204"/>
                        </a:rPr>
                        <a:t>day</a:t>
                      </a:r>
                      <a:r>
                        <a:rPr sz="1200" spc="-10" dirty="0">
                          <a:latin typeface="Calibri" panose="020F0502020204030204"/>
                          <a:cs typeface="Calibri" panose="020F0502020204030204"/>
                        </a:rPr>
                        <a:t> </a:t>
                      </a:r>
                      <a:r>
                        <a:rPr sz="1200" dirty="0">
                          <a:latin typeface="Calibri" panose="020F0502020204030204"/>
                          <a:cs typeface="Calibri" panose="020F0502020204030204"/>
                        </a:rPr>
                        <a:t>,</a:t>
                      </a:r>
                      <a:r>
                        <a:rPr sz="1200" spc="250" dirty="0">
                          <a:latin typeface="Calibri" panose="020F0502020204030204"/>
                          <a:cs typeface="Calibri" panose="020F0502020204030204"/>
                        </a:rPr>
                        <a:t> </a:t>
                      </a:r>
                      <a:r>
                        <a:rPr sz="1200" dirty="0">
                          <a:latin typeface="Calibri" panose="020F0502020204030204"/>
                          <a:cs typeface="Calibri" panose="020F0502020204030204"/>
                        </a:rPr>
                        <a:t>max </a:t>
                      </a:r>
                      <a:r>
                        <a:rPr sz="1200" spc="-10" dirty="0">
                          <a:latin typeface="Calibri" panose="020F0502020204030204"/>
                          <a:cs typeface="Calibri" panose="020F0502020204030204"/>
                        </a:rPr>
                        <a:t>-</a:t>
                      </a:r>
                      <a:r>
                        <a:rPr sz="1200" spc="-50" dirty="0">
                          <a:latin typeface="Calibri" panose="020F0502020204030204"/>
                          <a:cs typeface="Calibri" panose="020F0502020204030204"/>
                        </a:rPr>
                        <a:t>1 </a:t>
                      </a:r>
                      <a:r>
                        <a:rPr sz="1200" dirty="0">
                          <a:latin typeface="Calibri" panose="020F0502020204030204"/>
                          <a:cs typeface="Calibri" panose="020F0502020204030204"/>
                        </a:rPr>
                        <a:t>value</a:t>
                      </a:r>
                      <a:r>
                        <a:rPr sz="1200" spc="-20" dirty="0">
                          <a:latin typeface="Calibri" panose="020F0502020204030204"/>
                          <a:cs typeface="Calibri" panose="020F0502020204030204"/>
                        </a:rPr>
                        <a:t> </a:t>
                      </a:r>
                      <a:r>
                        <a:rPr sz="1200" dirty="0">
                          <a:latin typeface="Calibri" panose="020F0502020204030204"/>
                          <a:cs typeface="Calibri" panose="020F0502020204030204"/>
                        </a:rPr>
                        <a:t>for</a:t>
                      </a:r>
                      <a:r>
                        <a:rPr sz="1200" spc="-5" dirty="0">
                          <a:latin typeface="Calibri" panose="020F0502020204030204"/>
                          <a:cs typeface="Calibri" panose="020F0502020204030204"/>
                        </a:rPr>
                        <a:t> </a:t>
                      </a:r>
                      <a:r>
                        <a:rPr sz="1200" dirty="0">
                          <a:latin typeface="Calibri" panose="020F0502020204030204"/>
                          <a:cs typeface="Calibri" panose="020F0502020204030204"/>
                        </a:rPr>
                        <a:t>year</a:t>
                      </a:r>
                      <a:r>
                        <a:rPr sz="1200" spc="-5" dirty="0">
                          <a:latin typeface="Calibri" panose="020F0502020204030204"/>
                          <a:cs typeface="Calibri" panose="020F0502020204030204"/>
                        </a:rPr>
                        <a:t> </a:t>
                      </a:r>
                      <a:r>
                        <a:rPr sz="1200" dirty="0">
                          <a:latin typeface="Calibri" panose="020F0502020204030204"/>
                          <a:cs typeface="Calibri" panose="020F0502020204030204"/>
                        </a:rPr>
                        <a:t>and</a:t>
                      </a:r>
                      <a:r>
                        <a:rPr sz="1200" spc="-5" dirty="0">
                          <a:latin typeface="Calibri" panose="020F0502020204030204"/>
                          <a:cs typeface="Calibri" panose="020F0502020204030204"/>
                        </a:rPr>
                        <a:t> </a:t>
                      </a:r>
                      <a:r>
                        <a:rPr sz="1200" dirty="0">
                          <a:latin typeface="Calibri" panose="020F0502020204030204"/>
                          <a:cs typeface="Calibri" panose="020F0502020204030204"/>
                        </a:rPr>
                        <a:t>min</a:t>
                      </a:r>
                      <a:r>
                        <a:rPr sz="1200" spc="-5" dirty="0">
                          <a:latin typeface="Calibri" panose="020F0502020204030204"/>
                          <a:cs typeface="Calibri" panose="020F0502020204030204"/>
                        </a:rPr>
                        <a:t> </a:t>
                      </a:r>
                      <a:r>
                        <a:rPr sz="1200" dirty="0">
                          <a:latin typeface="Calibri" panose="020F0502020204030204"/>
                          <a:cs typeface="Calibri" panose="020F0502020204030204"/>
                        </a:rPr>
                        <a:t>value</a:t>
                      </a:r>
                      <a:r>
                        <a:rPr sz="1200" spc="245" dirty="0">
                          <a:latin typeface="Calibri" panose="020F0502020204030204"/>
                          <a:cs typeface="Calibri" panose="020F0502020204030204"/>
                        </a:rPr>
                        <a:t> </a:t>
                      </a:r>
                      <a:r>
                        <a:rPr sz="1200" dirty="0">
                          <a:latin typeface="Calibri" panose="020F0502020204030204"/>
                          <a:cs typeface="Calibri" panose="020F0502020204030204"/>
                        </a:rPr>
                        <a:t>for</a:t>
                      </a:r>
                      <a:r>
                        <a:rPr sz="1200" spc="250" dirty="0">
                          <a:latin typeface="Calibri" panose="020F0502020204030204"/>
                          <a:cs typeface="Calibri" panose="020F0502020204030204"/>
                        </a:rPr>
                        <a:t> </a:t>
                      </a:r>
                      <a:r>
                        <a:rPr sz="1200" spc="-20" dirty="0">
                          <a:latin typeface="Calibri" panose="020F0502020204030204"/>
                          <a:cs typeface="Calibri" panose="020F0502020204030204"/>
                        </a:rPr>
                        <a:t>month</a:t>
                      </a:r>
                      <a:endParaRPr sz="1200">
                        <a:latin typeface="Calibri" panose="020F0502020204030204"/>
                        <a:cs typeface="Calibri" panose="020F0502020204030204"/>
                      </a:endParaRPr>
                    </a:p>
                  </a:txBody>
                  <a:tcPr marL="0" marR="0" marT="17145" marB="0">
                    <a:lnL w="6350">
                      <a:solidFill>
                        <a:srgbClr val="000000"/>
                      </a:solidFill>
                      <a:prstDash val="solid"/>
                    </a:lnL>
                    <a:lnR w="6350">
                      <a:solidFill>
                        <a:srgbClr val="000000"/>
                      </a:solidFill>
                      <a:prstDash val="solid"/>
                    </a:lnR>
                    <a:lnT w="38100">
                      <a:solidFill>
                        <a:srgbClr val="612322"/>
                      </a:solidFill>
                      <a:prstDash val="solid"/>
                    </a:lnT>
                    <a:lnB w="6350">
                      <a:solidFill>
                        <a:srgbClr val="000000"/>
                      </a:solidFill>
                      <a:prstDash val="solid"/>
                    </a:lnB>
                  </a:tcPr>
                </a:tc>
                <a:tc>
                  <a:txBody>
                    <a:bodyPr/>
                    <a:lstStyle/>
                    <a:p>
                      <a:pPr>
                        <a:lnSpc>
                          <a:spcPct val="100000"/>
                        </a:lnSpc>
                        <a:spcBef>
                          <a:spcPts val="245"/>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31115" marB="0">
                    <a:lnL w="6350">
                      <a:solidFill>
                        <a:srgbClr val="000000"/>
                      </a:solidFill>
                      <a:prstDash val="solid"/>
                    </a:lnL>
                    <a:lnR w="6350">
                      <a:solidFill>
                        <a:srgbClr val="000000"/>
                      </a:solidFill>
                      <a:prstDash val="solid"/>
                    </a:lnR>
                    <a:lnT w="38100">
                      <a:solidFill>
                        <a:srgbClr val="612322"/>
                      </a:solidFill>
                      <a:prstDash val="solid"/>
                    </a:lnT>
                    <a:lnB w="6350">
                      <a:solidFill>
                        <a:srgbClr val="000000"/>
                      </a:solidFill>
                      <a:prstDash val="solid"/>
                    </a:lnB>
                  </a:tcPr>
                </a:tc>
                <a:tc>
                  <a:txBody>
                    <a:bodyPr/>
                    <a:lstStyle/>
                    <a:p>
                      <a:pPr>
                        <a:lnSpc>
                          <a:spcPct val="100000"/>
                        </a:lnSpc>
                        <a:spcBef>
                          <a:spcPts val="245"/>
                        </a:spcBef>
                      </a:pPr>
                      <a:endParaRPr sz="1200">
                        <a:latin typeface="Times New Roman" panose="02020603050405020304"/>
                        <a:cs typeface="Times New Roman" panose="02020603050405020304"/>
                      </a:endParaRPr>
                    </a:p>
                    <a:p>
                      <a:pPr algn="ctr">
                        <a:lnSpc>
                          <a:spcPct val="100000"/>
                        </a:lnSpc>
                      </a:pPr>
                      <a:r>
                        <a:rPr sz="1200" spc="-25" dirty="0">
                          <a:latin typeface="Calibri" panose="020F0502020204030204"/>
                          <a:cs typeface="Calibri" panose="020F0502020204030204"/>
                        </a:rPr>
                        <a:t>30</a:t>
                      </a:r>
                      <a:endParaRPr sz="1200">
                        <a:latin typeface="Calibri" panose="020F0502020204030204"/>
                        <a:cs typeface="Calibri" panose="020F0502020204030204"/>
                      </a:endParaRPr>
                    </a:p>
                  </a:txBody>
                  <a:tcPr marL="0" marR="0" marT="31115" marB="0">
                    <a:lnL w="6350">
                      <a:solidFill>
                        <a:srgbClr val="000000"/>
                      </a:solidFill>
                      <a:prstDash val="solid"/>
                    </a:lnL>
                    <a:lnR w="6350">
                      <a:solidFill>
                        <a:srgbClr val="000000"/>
                      </a:solidFill>
                      <a:prstDash val="solid"/>
                    </a:lnR>
                    <a:lnT w="38100">
                      <a:solidFill>
                        <a:srgbClr val="612322"/>
                      </a:solidFill>
                      <a:prstDash val="solid"/>
                    </a:lnT>
                    <a:lnB w="6350">
                      <a:solidFill>
                        <a:srgbClr val="000000"/>
                      </a:solidFill>
                      <a:prstDash val="solid"/>
                    </a:lnB>
                  </a:tcPr>
                </a:tc>
                <a:tc>
                  <a:txBody>
                    <a:bodyPr/>
                    <a:lstStyle/>
                    <a:p>
                      <a:pPr>
                        <a:lnSpc>
                          <a:spcPct val="100000"/>
                        </a:lnSpc>
                        <a:spcBef>
                          <a:spcPts val="245"/>
                        </a:spcBef>
                      </a:pPr>
                      <a:endParaRPr sz="1200">
                        <a:latin typeface="Times New Roman" panose="02020603050405020304"/>
                        <a:cs typeface="Times New Roman" panose="02020603050405020304"/>
                      </a:endParaRPr>
                    </a:p>
                    <a:p>
                      <a:pPr algn="ctr">
                        <a:lnSpc>
                          <a:spcPct val="100000"/>
                        </a:lnSpc>
                      </a:pPr>
                      <a:r>
                        <a:rPr sz="1200" spc="-20" dirty="0">
                          <a:latin typeface="Calibri" panose="020F0502020204030204"/>
                          <a:cs typeface="Calibri" panose="020F0502020204030204"/>
                        </a:rPr>
                        <a:t>2012</a:t>
                      </a:r>
                      <a:endParaRPr sz="1200">
                        <a:latin typeface="Calibri" panose="020F0502020204030204"/>
                        <a:cs typeface="Calibri" panose="020F0502020204030204"/>
                      </a:endParaRPr>
                    </a:p>
                  </a:txBody>
                  <a:tcPr marL="0" marR="0" marT="31115" marB="0">
                    <a:lnL w="6350">
                      <a:solidFill>
                        <a:srgbClr val="000000"/>
                      </a:solidFill>
                      <a:prstDash val="solid"/>
                    </a:lnL>
                    <a:lnR w="6350">
                      <a:solidFill>
                        <a:srgbClr val="000000"/>
                      </a:solidFill>
                      <a:prstDash val="solid"/>
                    </a:lnR>
                    <a:lnT w="38100">
                      <a:solidFill>
                        <a:srgbClr val="612322"/>
                      </a:solidFill>
                      <a:prstDash val="solid"/>
                    </a:lnT>
                    <a:lnB w="6350">
                      <a:solidFill>
                        <a:srgbClr val="000000"/>
                      </a:solidFill>
                      <a:prstDash val="solid"/>
                    </a:lnB>
                  </a:tcPr>
                </a:tc>
                <a:tc>
                  <a:txBody>
                    <a:bodyPr/>
                    <a:lstStyle/>
                    <a:p>
                      <a:pPr>
                        <a:lnSpc>
                          <a:spcPct val="100000"/>
                        </a:lnSpc>
                        <a:spcBef>
                          <a:spcPts val="245"/>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31115" marB="0">
                    <a:lnL w="6350">
                      <a:solidFill>
                        <a:srgbClr val="000000"/>
                      </a:solidFill>
                      <a:prstDash val="solid"/>
                    </a:lnL>
                    <a:lnR w="6350">
                      <a:solidFill>
                        <a:srgbClr val="000000"/>
                      </a:solidFill>
                      <a:prstDash val="solid"/>
                    </a:lnR>
                    <a:lnT w="38100">
                      <a:solidFill>
                        <a:srgbClr val="612322"/>
                      </a:solidFill>
                      <a:prstDash val="solid"/>
                    </a:lnT>
                    <a:lnB w="6350">
                      <a:solidFill>
                        <a:srgbClr val="000000"/>
                      </a:solidFill>
                      <a:prstDash val="solid"/>
                    </a:lnB>
                  </a:tcPr>
                </a:tc>
                <a:tc>
                  <a:txBody>
                    <a:bodyPr/>
                    <a:lstStyle/>
                    <a:p>
                      <a:pPr>
                        <a:lnSpc>
                          <a:spcPct val="100000"/>
                        </a:lnSpc>
                        <a:spcBef>
                          <a:spcPts val="245"/>
                        </a:spcBef>
                      </a:pPr>
                      <a:endParaRPr sz="1200">
                        <a:latin typeface="Times New Roman" panose="02020603050405020304"/>
                        <a:cs typeface="Times New Roman" panose="02020603050405020304"/>
                      </a:endParaRPr>
                    </a:p>
                    <a:p>
                      <a:pPr marL="1270" algn="ctr">
                        <a:lnSpc>
                          <a:spcPct val="100000"/>
                        </a:lnSpc>
                      </a:pPr>
                      <a:r>
                        <a:rPr sz="1200" spc="-25" dirty="0">
                          <a:latin typeface="Calibri" panose="020F0502020204030204"/>
                          <a:cs typeface="Calibri" panose="020F0502020204030204"/>
                        </a:rPr>
                        <a:t>31</a:t>
                      </a:r>
                      <a:endParaRPr sz="1200">
                        <a:latin typeface="Calibri" panose="020F0502020204030204"/>
                        <a:cs typeface="Calibri" panose="020F0502020204030204"/>
                      </a:endParaRPr>
                    </a:p>
                  </a:txBody>
                  <a:tcPr marL="0" marR="0" marT="31115" marB="0">
                    <a:lnL w="6350">
                      <a:solidFill>
                        <a:srgbClr val="000000"/>
                      </a:solidFill>
                      <a:prstDash val="solid"/>
                    </a:lnL>
                    <a:lnR w="6350">
                      <a:solidFill>
                        <a:srgbClr val="000000"/>
                      </a:solidFill>
                      <a:prstDash val="solid"/>
                    </a:lnR>
                    <a:lnT w="38100">
                      <a:solidFill>
                        <a:srgbClr val="612322"/>
                      </a:solidFill>
                      <a:prstDash val="solid"/>
                    </a:lnT>
                    <a:lnB w="6350">
                      <a:solidFill>
                        <a:srgbClr val="000000"/>
                      </a:solidFill>
                      <a:prstDash val="solid"/>
                    </a:lnB>
                  </a:tcPr>
                </a:tc>
                <a:tc>
                  <a:txBody>
                    <a:bodyPr/>
                    <a:lstStyle/>
                    <a:p>
                      <a:pPr>
                        <a:lnSpc>
                          <a:spcPct val="100000"/>
                        </a:lnSpc>
                        <a:spcBef>
                          <a:spcPts val="245"/>
                        </a:spcBef>
                      </a:pPr>
                      <a:endParaRPr sz="1200">
                        <a:latin typeface="Times New Roman" panose="02020603050405020304"/>
                        <a:cs typeface="Times New Roman" panose="02020603050405020304"/>
                      </a:endParaRPr>
                    </a:p>
                    <a:p>
                      <a:pPr algn="ctr">
                        <a:lnSpc>
                          <a:spcPct val="100000"/>
                        </a:lnSpc>
                      </a:pPr>
                      <a:r>
                        <a:rPr sz="1200" spc="-20" dirty="0">
                          <a:latin typeface="Calibri" panose="020F0502020204030204"/>
                          <a:cs typeface="Calibri" panose="020F0502020204030204"/>
                        </a:rPr>
                        <a:t>2012</a:t>
                      </a:r>
                      <a:endParaRPr sz="1200">
                        <a:latin typeface="Calibri" panose="020F0502020204030204"/>
                        <a:cs typeface="Calibri" panose="020F0502020204030204"/>
                      </a:endParaRPr>
                    </a:p>
                  </a:txBody>
                  <a:tcPr marL="0" marR="0" marT="31115" marB="0">
                    <a:lnL w="6350">
                      <a:solidFill>
                        <a:srgbClr val="000000"/>
                      </a:solidFill>
                      <a:prstDash val="solid"/>
                    </a:lnL>
                    <a:lnR w="6350">
                      <a:solidFill>
                        <a:srgbClr val="000000"/>
                      </a:solidFill>
                      <a:prstDash val="solid"/>
                    </a:lnR>
                    <a:lnT w="38100">
                      <a:solidFill>
                        <a:srgbClr val="612322"/>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38100">
                      <a:solidFill>
                        <a:srgbClr val="612322"/>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38100">
                      <a:solidFill>
                        <a:srgbClr val="612322"/>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38100">
                      <a:solidFill>
                        <a:srgbClr val="612322"/>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38100">
                      <a:solidFill>
                        <a:srgbClr val="612322"/>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38100">
                      <a:solidFill>
                        <a:srgbClr val="612322"/>
                      </a:solidFill>
                      <a:prstDash val="solid"/>
                    </a:lnT>
                    <a:lnB w="6350">
                      <a:solidFill>
                        <a:srgbClr val="000000"/>
                      </a:solidFill>
                      <a:prstDash val="solid"/>
                    </a:lnB>
                  </a:tcPr>
                </a:tc>
              </a:tr>
              <a:tr h="444500">
                <a:tc>
                  <a:txBody>
                    <a:bodyPr/>
                    <a:lstStyle/>
                    <a:p>
                      <a:pPr>
                        <a:lnSpc>
                          <a:spcPct val="100000"/>
                        </a:lnSpc>
                        <a:spcBef>
                          <a:spcPts val="575"/>
                        </a:spcBef>
                      </a:pPr>
                      <a:endParaRPr sz="1200">
                        <a:latin typeface="Times New Roman" panose="02020603050405020304"/>
                        <a:cs typeface="Times New Roman" panose="02020603050405020304"/>
                      </a:endParaRPr>
                    </a:p>
                    <a:p>
                      <a:pPr marL="635" algn="ctr">
                        <a:lnSpc>
                          <a:spcPct val="100000"/>
                        </a:lnSpc>
                      </a:pPr>
                      <a:r>
                        <a:rPr sz="1200" spc="-25" dirty="0">
                          <a:latin typeface="Calibri" panose="020F0502020204030204"/>
                          <a:cs typeface="Calibri" panose="020F0502020204030204"/>
                        </a:rPr>
                        <a:t>20</a:t>
                      </a:r>
                      <a:endParaRPr sz="1200">
                        <a:latin typeface="Calibri" panose="020F0502020204030204"/>
                        <a:cs typeface="Calibri" panose="020F0502020204030204"/>
                      </a:endParaRPr>
                    </a:p>
                  </a:txBody>
                  <a:tcPr marL="0" marR="0" marT="7302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148590">
                        <a:lnSpc>
                          <a:spcPct val="102000"/>
                        </a:lnSpc>
                        <a:spcBef>
                          <a:spcPts val="200"/>
                        </a:spcBef>
                      </a:pPr>
                      <a:r>
                        <a:rPr sz="1200" dirty="0">
                          <a:latin typeface="Calibri" panose="020F0502020204030204"/>
                          <a:cs typeface="Calibri" panose="020F0502020204030204"/>
                        </a:rPr>
                        <a:t>Enter</a:t>
                      </a:r>
                      <a:r>
                        <a:rPr sz="1200" spc="-10" dirty="0">
                          <a:latin typeface="Calibri" panose="020F0502020204030204"/>
                          <a:cs typeface="Calibri" panose="020F0502020204030204"/>
                        </a:rPr>
                        <a:t> </a:t>
                      </a:r>
                      <a:r>
                        <a:rPr sz="1200" dirty="0">
                          <a:latin typeface="Calibri" panose="020F0502020204030204"/>
                          <a:cs typeface="Calibri" panose="020F0502020204030204"/>
                        </a:rPr>
                        <a:t>the</a:t>
                      </a:r>
                      <a:r>
                        <a:rPr sz="1200" spc="-15" dirty="0">
                          <a:latin typeface="Calibri" panose="020F0502020204030204"/>
                          <a:cs typeface="Calibri" panose="020F0502020204030204"/>
                        </a:rPr>
                        <a:t> </a:t>
                      </a:r>
                      <a:r>
                        <a:rPr sz="1200" dirty="0">
                          <a:latin typeface="Calibri" panose="020F0502020204030204"/>
                          <a:cs typeface="Calibri" panose="020F0502020204030204"/>
                        </a:rPr>
                        <a:t>max</a:t>
                      </a:r>
                      <a:r>
                        <a:rPr sz="1200" spc="-5" dirty="0">
                          <a:latin typeface="Calibri" panose="020F0502020204030204"/>
                          <a:cs typeface="Calibri" panose="020F0502020204030204"/>
                        </a:rPr>
                        <a:t> </a:t>
                      </a:r>
                      <a:r>
                        <a:rPr sz="1200" dirty="0">
                          <a:latin typeface="Calibri" panose="020F0502020204030204"/>
                          <a:cs typeface="Calibri" panose="020F0502020204030204"/>
                        </a:rPr>
                        <a:t>-1</a:t>
                      </a:r>
                      <a:r>
                        <a:rPr sz="1200" spc="-20" dirty="0">
                          <a:latin typeface="Calibri" panose="020F0502020204030204"/>
                          <a:cs typeface="Calibri" panose="020F0502020204030204"/>
                        </a:rPr>
                        <a:t> </a:t>
                      </a:r>
                      <a:r>
                        <a:rPr sz="1200" dirty="0">
                          <a:latin typeface="Calibri" panose="020F0502020204030204"/>
                          <a:cs typeface="Calibri" panose="020F0502020204030204"/>
                        </a:rPr>
                        <a:t>value</a:t>
                      </a:r>
                      <a:r>
                        <a:rPr sz="1200" spc="-5" dirty="0">
                          <a:latin typeface="Calibri" panose="020F0502020204030204"/>
                          <a:cs typeface="Calibri" panose="020F0502020204030204"/>
                        </a:rPr>
                        <a:t> </a:t>
                      </a:r>
                      <a:r>
                        <a:rPr sz="1200" dirty="0">
                          <a:latin typeface="Calibri" panose="020F0502020204030204"/>
                          <a:cs typeface="Calibri" panose="020F0502020204030204"/>
                        </a:rPr>
                        <a:t>for</a:t>
                      </a:r>
                      <a:r>
                        <a:rPr sz="1200" spc="254" dirty="0">
                          <a:latin typeface="Calibri" panose="020F0502020204030204"/>
                          <a:cs typeface="Calibri" panose="020F0502020204030204"/>
                        </a:rPr>
                        <a:t> </a:t>
                      </a:r>
                      <a:r>
                        <a:rPr sz="1200" dirty="0">
                          <a:latin typeface="Calibri" panose="020F0502020204030204"/>
                          <a:cs typeface="Calibri" panose="020F0502020204030204"/>
                        </a:rPr>
                        <a:t>day</a:t>
                      </a:r>
                      <a:r>
                        <a:rPr sz="1200" spc="-25" dirty="0">
                          <a:latin typeface="Calibri" panose="020F0502020204030204"/>
                          <a:cs typeface="Calibri" panose="020F0502020204030204"/>
                        </a:rPr>
                        <a:t> </a:t>
                      </a:r>
                      <a:r>
                        <a:rPr sz="1200" dirty="0">
                          <a:latin typeface="Calibri" panose="020F0502020204030204"/>
                          <a:cs typeface="Calibri" panose="020F0502020204030204"/>
                        </a:rPr>
                        <a:t>,</a:t>
                      </a:r>
                      <a:r>
                        <a:rPr sz="1200" spc="250" dirty="0">
                          <a:latin typeface="Calibri" panose="020F0502020204030204"/>
                          <a:cs typeface="Calibri" panose="020F0502020204030204"/>
                        </a:rPr>
                        <a:t> </a:t>
                      </a:r>
                      <a:r>
                        <a:rPr sz="1200" spc="-25" dirty="0">
                          <a:latin typeface="Calibri" panose="020F0502020204030204"/>
                          <a:cs typeface="Calibri" panose="020F0502020204030204"/>
                        </a:rPr>
                        <a:t>max </a:t>
                      </a:r>
                      <a:r>
                        <a:rPr sz="1200" dirty="0">
                          <a:latin typeface="Calibri" panose="020F0502020204030204"/>
                          <a:cs typeface="Calibri" panose="020F0502020204030204"/>
                        </a:rPr>
                        <a:t>value</a:t>
                      </a:r>
                      <a:r>
                        <a:rPr sz="1200" spc="-20" dirty="0">
                          <a:latin typeface="Calibri" panose="020F0502020204030204"/>
                          <a:cs typeface="Calibri" panose="020F0502020204030204"/>
                        </a:rPr>
                        <a:t> </a:t>
                      </a:r>
                      <a:r>
                        <a:rPr sz="1200" dirty="0">
                          <a:latin typeface="Calibri" panose="020F0502020204030204"/>
                          <a:cs typeface="Calibri" panose="020F0502020204030204"/>
                        </a:rPr>
                        <a:t>for</a:t>
                      </a:r>
                      <a:r>
                        <a:rPr sz="1200" spc="-5" dirty="0">
                          <a:latin typeface="Calibri" panose="020F0502020204030204"/>
                          <a:cs typeface="Calibri" panose="020F0502020204030204"/>
                        </a:rPr>
                        <a:t> </a:t>
                      </a:r>
                      <a:r>
                        <a:rPr sz="1200" dirty="0">
                          <a:latin typeface="Calibri" panose="020F0502020204030204"/>
                          <a:cs typeface="Calibri" panose="020F0502020204030204"/>
                        </a:rPr>
                        <a:t>year</a:t>
                      </a:r>
                      <a:r>
                        <a:rPr sz="1200" spc="-5" dirty="0">
                          <a:latin typeface="Calibri" panose="020F0502020204030204"/>
                          <a:cs typeface="Calibri" panose="020F0502020204030204"/>
                        </a:rPr>
                        <a:t> </a:t>
                      </a:r>
                      <a:r>
                        <a:rPr sz="1200" dirty="0">
                          <a:latin typeface="Calibri" panose="020F0502020204030204"/>
                          <a:cs typeface="Calibri" panose="020F0502020204030204"/>
                        </a:rPr>
                        <a:t>and</a:t>
                      </a:r>
                      <a:r>
                        <a:rPr sz="1200" spc="-5" dirty="0">
                          <a:latin typeface="Calibri" panose="020F0502020204030204"/>
                          <a:cs typeface="Calibri" panose="020F0502020204030204"/>
                        </a:rPr>
                        <a:t> </a:t>
                      </a:r>
                      <a:r>
                        <a:rPr sz="1200" dirty="0">
                          <a:latin typeface="Calibri" panose="020F0502020204030204"/>
                          <a:cs typeface="Calibri" panose="020F0502020204030204"/>
                        </a:rPr>
                        <a:t>min</a:t>
                      </a:r>
                      <a:r>
                        <a:rPr sz="1200" spc="-5" dirty="0">
                          <a:latin typeface="Calibri" panose="020F0502020204030204"/>
                          <a:cs typeface="Calibri" panose="020F0502020204030204"/>
                        </a:rPr>
                        <a:t> </a:t>
                      </a:r>
                      <a:r>
                        <a:rPr sz="1200" dirty="0">
                          <a:latin typeface="Calibri" panose="020F0502020204030204"/>
                          <a:cs typeface="Calibri" panose="020F0502020204030204"/>
                        </a:rPr>
                        <a:t>value</a:t>
                      </a:r>
                      <a:r>
                        <a:rPr sz="1200" spc="245" dirty="0">
                          <a:latin typeface="Calibri" panose="020F0502020204030204"/>
                          <a:cs typeface="Calibri" panose="020F0502020204030204"/>
                        </a:rPr>
                        <a:t> </a:t>
                      </a:r>
                      <a:r>
                        <a:rPr sz="1200" dirty="0">
                          <a:latin typeface="Calibri" panose="020F0502020204030204"/>
                          <a:cs typeface="Calibri" panose="020F0502020204030204"/>
                        </a:rPr>
                        <a:t>for</a:t>
                      </a:r>
                      <a:r>
                        <a:rPr sz="1200" spc="250" dirty="0">
                          <a:latin typeface="Calibri" panose="020F0502020204030204"/>
                          <a:cs typeface="Calibri" panose="020F0502020204030204"/>
                        </a:rPr>
                        <a:t> </a:t>
                      </a:r>
                      <a:r>
                        <a:rPr sz="1200" spc="-20" dirty="0">
                          <a:latin typeface="Calibri" panose="020F0502020204030204"/>
                          <a:cs typeface="Calibri" panose="020F0502020204030204"/>
                        </a:rPr>
                        <a:t>month</a:t>
                      </a:r>
                      <a:endParaRPr sz="1200">
                        <a:latin typeface="Calibri" panose="020F0502020204030204"/>
                        <a:cs typeface="Calibri" panose="020F0502020204030204"/>
                      </a:endParaRPr>
                    </a:p>
                  </a:txBody>
                  <a:tcPr marL="0" marR="0" marT="2540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575"/>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7302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575"/>
                        </a:spcBef>
                      </a:pPr>
                      <a:endParaRPr sz="1200">
                        <a:latin typeface="Times New Roman" panose="02020603050405020304"/>
                        <a:cs typeface="Times New Roman" panose="02020603050405020304"/>
                      </a:endParaRPr>
                    </a:p>
                    <a:p>
                      <a:pPr algn="ctr">
                        <a:lnSpc>
                          <a:spcPct val="100000"/>
                        </a:lnSpc>
                      </a:pPr>
                      <a:r>
                        <a:rPr sz="1200" spc="-25" dirty="0">
                          <a:latin typeface="Calibri" panose="020F0502020204030204"/>
                          <a:cs typeface="Calibri" panose="020F0502020204030204"/>
                        </a:rPr>
                        <a:t>30</a:t>
                      </a:r>
                      <a:endParaRPr sz="1200">
                        <a:latin typeface="Calibri" panose="020F0502020204030204"/>
                        <a:cs typeface="Calibri" panose="020F0502020204030204"/>
                      </a:endParaRPr>
                    </a:p>
                  </a:txBody>
                  <a:tcPr marL="0" marR="0" marT="7302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575"/>
                        </a:spcBef>
                      </a:pPr>
                      <a:endParaRPr sz="1200">
                        <a:latin typeface="Times New Roman" panose="02020603050405020304"/>
                        <a:cs typeface="Times New Roman" panose="02020603050405020304"/>
                      </a:endParaRPr>
                    </a:p>
                    <a:p>
                      <a:pPr algn="ctr">
                        <a:lnSpc>
                          <a:spcPct val="100000"/>
                        </a:lnSpc>
                      </a:pPr>
                      <a:r>
                        <a:rPr sz="1200" spc="-20" dirty="0">
                          <a:latin typeface="Calibri" panose="020F0502020204030204"/>
                          <a:cs typeface="Calibri" panose="020F0502020204030204"/>
                        </a:rPr>
                        <a:t>2013</a:t>
                      </a:r>
                      <a:endParaRPr sz="1200">
                        <a:latin typeface="Calibri" panose="020F0502020204030204"/>
                        <a:cs typeface="Calibri" panose="020F0502020204030204"/>
                      </a:endParaRPr>
                    </a:p>
                  </a:txBody>
                  <a:tcPr marL="0" marR="0" marT="7302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575"/>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7302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575"/>
                        </a:spcBef>
                      </a:pPr>
                      <a:endParaRPr sz="1200">
                        <a:latin typeface="Times New Roman" panose="02020603050405020304"/>
                        <a:cs typeface="Times New Roman" panose="02020603050405020304"/>
                      </a:endParaRPr>
                    </a:p>
                    <a:p>
                      <a:pPr marL="1270" algn="ctr">
                        <a:lnSpc>
                          <a:spcPct val="100000"/>
                        </a:lnSpc>
                      </a:pPr>
                      <a:r>
                        <a:rPr sz="1200" spc="-25" dirty="0">
                          <a:latin typeface="Calibri" panose="020F0502020204030204"/>
                          <a:cs typeface="Calibri" panose="020F0502020204030204"/>
                        </a:rPr>
                        <a:t>31</a:t>
                      </a:r>
                      <a:endParaRPr sz="1200">
                        <a:latin typeface="Calibri" panose="020F0502020204030204"/>
                        <a:cs typeface="Calibri" panose="020F0502020204030204"/>
                      </a:endParaRPr>
                    </a:p>
                  </a:txBody>
                  <a:tcPr marL="0" marR="0" marT="7302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575"/>
                        </a:spcBef>
                      </a:pPr>
                      <a:endParaRPr sz="1200">
                        <a:latin typeface="Times New Roman" panose="02020603050405020304"/>
                        <a:cs typeface="Times New Roman" panose="02020603050405020304"/>
                      </a:endParaRPr>
                    </a:p>
                    <a:p>
                      <a:pPr algn="ctr">
                        <a:lnSpc>
                          <a:spcPct val="100000"/>
                        </a:lnSpc>
                      </a:pPr>
                      <a:r>
                        <a:rPr sz="1200" spc="-20" dirty="0">
                          <a:latin typeface="Calibri" panose="020F0502020204030204"/>
                          <a:cs typeface="Calibri" panose="020F0502020204030204"/>
                        </a:rPr>
                        <a:t>2013</a:t>
                      </a:r>
                      <a:endParaRPr sz="1200">
                        <a:latin typeface="Calibri" panose="020F0502020204030204"/>
                        <a:cs typeface="Calibri" panose="020F0502020204030204"/>
                      </a:endParaRPr>
                    </a:p>
                  </a:txBody>
                  <a:tcPr marL="0" marR="0" marT="7302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530225">
                <a:tc>
                  <a:txBody>
                    <a:bodyPr/>
                    <a:lstStyle/>
                    <a:p>
                      <a:pPr>
                        <a:lnSpc>
                          <a:spcPct val="100000"/>
                        </a:lnSpc>
                        <a:spcBef>
                          <a:spcPts val="1250"/>
                        </a:spcBef>
                      </a:pPr>
                      <a:endParaRPr sz="1200">
                        <a:latin typeface="Times New Roman" panose="02020603050405020304"/>
                        <a:cs typeface="Times New Roman" panose="02020603050405020304"/>
                      </a:endParaRPr>
                    </a:p>
                    <a:p>
                      <a:pPr marL="635" algn="ctr">
                        <a:lnSpc>
                          <a:spcPct val="100000"/>
                        </a:lnSpc>
                      </a:pPr>
                      <a:r>
                        <a:rPr sz="1200" spc="-25" dirty="0">
                          <a:latin typeface="Calibri" panose="020F0502020204030204"/>
                          <a:cs typeface="Calibri" panose="020F0502020204030204"/>
                        </a:rPr>
                        <a:t>21</a:t>
                      </a:r>
                      <a:endParaRPr sz="1200">
                        <a:latin typeface="Calibri" panose="020F0502020204030204"/>
                        <a:cs typeface="Calibri" panose="020F0502020204030204"/>
                      </a:endParaRPr>
                    </a:p>
                  </a:txBody>
                  <a:tcPr marL="0" marR="0" marT="1587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160020">
                        <a:lnSpc>
                          <a:spcPct val="102000"/>
                        </a:lnSpc>
                        <a:spcBef>
                          <a:spcPts val="540"/>
                        </a:spcBef>
                      </a:pPr>
                      <a:r>
                        <a:rPr sz="1200" dirty="0">
                          <a:latin typeface="Calibri" panose="020F0502020204030204"/>
                          <a:cs typeface="Calibri" panose="020F0502020204030204"/>
                        </a:rPr>
                        <a:t>Enter</a:t>
                      </a:r>
                      <a:r>
                        <a:rPr sz="1200" spc="-10" dirty="0">
                          <a:latin typeface="Calibri" panose="020F0502020204030204"/>
                          <a:cs typeface="Calibri" panose="020F0502020204030204"/>
                        </a:rPr>
                        <a:t> </a:t>
                      </a:r>
                      <a:r>
                        <a:rPr sz="1200" dirty="0">
                          <a:latin typeface="Calibri" panose="020F0502020204030204"/>
                          <a:cs typeface="Calibri" panose="020F0502020204030204"/>
                        </a:rPr>
                        <a:t>the</a:t>
                      </a:r>
                      <a:r>
                        <a:rPr sz="1200" spc="-20" dirty="0">
                          <a:latin typeface="Calibri" panose="020F0502020204030204"/>
                          <a:cs typeface="Calibri" panose="020F0502020204030204"/>
                        </a:rPr>
                        <a:t> </a:t>
                      </a:r>
                      <a:r>
                        <a:rPr sz="1200" dirty="0">
                          <a:latin typeface="Calibri" panose="020F0502020204030204"/>
                          <a:cs typeface="Calibri" panose="020F0502020204030204"/>
                        </a:rPr>
                        <a:t>max</a:t>
                      </a:r>
                      <a:r>
                        <a:rPr sz="1200" spc="-15" dirty="0">
                          <a:latin typeface="Calibri" panose="020F0502020204030204"/>
                          <a:cs typeface="Calibri" panose="020F0502020204030204"/>
                        </a:rPr>
                        <a:t> </a:t>
                      </a:r>
                      <a:r>
                        <a:rPr sz="1200" dirty="0">
                          <a:latin typeface="Calibri" panose="020F0502020204030204"/>
                          <a:cs typeface="Calibri" panose="020F0502020204030204"/>
                        </a:rPr>
                        <a:t>value</a:t>
                      </a:r>
                      <a:r>
                        <a:rPr sz="1200" spc="-25" dirty="0">
                          <a:latin typeface="Calibri" panose="020F0502020204030204"/>
                          <a:cs typeface="Calibri" panose="020F0502020204030204"/>
                        </a:rPr>
                        <a:t> </a:t>
                      </a:r>
                      <a:r>
                        <a:rPr sz="1200" dirty="0">
                          <a:latin typeface="Calibri" panose="020F0502020204030204"/>
                          <a:cs typeface="Calibri" panose="020F0502020204030204"/>
                        </a:rPr>
                        <a:t>of</a:t>
                      </a:r>
                      <a:r>
                        <a:rPr sz="1200" spc="245" dirty="0">
                          <a:latin typeface="Calibri" panose="020F0502020204030204"/>
                          <a:cs typeface="Calibri" panose="020F0502020204030204"/>
                        </a:rPr>
                        <a:t> </a:t>
                      </a:r>
                      <a:r>
                        <a:rPr sz="1200" dirty="0">
                          <a:latin typeface="Calibri" panose="020F0502020204030204"/>
                          <a:cs typeface="Calibri" panose="020F0502020204030204"/>
                        </a:rPr>
                        <a:t>day</a:t>
                      </a:r>
                      <a:r>
                        <a:rPr sz="1200" spc="250" dirty="0">
                          <a:latin typeface="Calibri" panose="020F0502020204030204"/>
                          <a:cs typeface="Calibri" panose="020F0502020204030204"/>
                        </a:rPr>
                        <a:t> </a:t>
                      </a:r>
                      <a:r>
                        <a:rPr sz="1200" dirty="0">
                          <a:latin typeface="Calibri" panose="020F0502020204030204"/>
                          <a:cs typeface="Calibri" panose="020F0502020204030204"/>
                        </a:rPr>
                        <a:t>and</a:t>
                      </a:r>
                      <a:r>
                        <a:rPr sz="1200" spc="-5" dirty="0">
                          <a:latin typeface="Calibri" panose="020F0502020204030204"/>
                          <a:cs typeface="Calibri" panose="020F0502020204030204"/>
                        </a:rPr>
                        <a:t> </a:t>
                      </a:r>
                      <a:r>
                        <a:rPr sz="1200" dirty="0">
                          <a:latin typeface="Calibri" panose="020F0502020204030204"/>
                          <a:cs typeface="Calibri" panose="020F0502020204030204"/>
                        </a:rPr>
                        <a:t>min</a:t>
                      </a:r>
                      <a:r>
                        <a:rPr sz="1200" spc="-10" dirty="0">
                          <a:latin typeface="Calibri" panose="020F0502020204030204"/>
                          <a:cs typeface="Calibri" panose="020F0502020204030204"/>
                        </a:rPr>
                        <a:t> </a:t>
                      </a:r>
                      <a:r>
                        <a:rPr sz="1200" spc="-25" dirty="0">
                          <a:latin typeface="Calibri" panose="020F0502020204030204"/>
                          <a:cs typeface="Calibri" panose="020F0502020204030204"/>
                        </a:rPr>
                        <a:t>for </a:t>
                      </a:r>
                      <a:r>
                        <a:rPr sz="1200" dirty="0">
                          <a:latin typeface="Calibri" panose="020F0502020204030204"/>
                          <a:cs typeface="Calibri" panose="020F0502020204030204"/>
                        </a:rPr>
                        <a:t>year</a:t>
                      </a:r>
                      <a:r>
                        <a:rPr sz="1200" spc="-15" dirty="0">
                          <a:latin typeface="Calibri" panose="020F0502020204030204"/>
                          <a:cs typeface="Calibri" panose="020F0502020204030204"/>
                        </a:rPr>
                        <a:t> </a:t>
                      </a:r>
                      <a:r>
                        <a:rPr sz="1200" dirty="0">
                          <a:latin typeface="Calibri" panose="020F0502020204030204"/>
                          <a:cs typeface="Calibri" panose="020F0502020204030204"/>
                        </a:rPr>
                        <a:t>and </a:t>
                      </a:r>
                      <a:r>
                        <a:rPr sz="1200" spc="-20" dirty="0">
                          <a:latin typeface="Calibri" panose="020F0502020204030204"/>
                          <a:cs typeface="Calibri" panose="020F0502020204030204"/>
                        </a:rPr>
                        <a:t>month</a:t>
                      </a:r>
                      <a:endParaRPr sz="1200">
                        <a:latin typeface="Calibri" panose="020F0502020204030204"/>
                        <a:cs typeface="Calibri" panose="020F0502020204030204"/>
                      </a:endParaRPr>
                    </a:p>
                  </a:txBody>
                  <a:tcPr marL="0" marR="0" marT="685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1250"/>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1587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1250"/>
                        </a:spcBef>
                      </a:pPr>
                      <a:endParaRPr sz="1200">
                        <a:latin typeface="Times New Roman" panose="02020603050405020304"/>
                        <a:cs typeface="Times New Roman" panose="02020603050405020304"/>
                      </a:endParaRPr>
                    </a:p>
                    <a:p>
                      <a:pPr algn="ctr">
                        <a:lnSpc>
                          <a:spcPct val="100000"/>
                        </a:lnSpc>
                      </a:pPr>
                      <a:r>
                        <a:rPr sz="1200" spc="-25" dirty="0">
                          <a:latin typeface="Calibri" panose="020F0502020204030204"/>
                          <a:cs typeface="Calibri" panose="020F0502020204030204"/>
                        </a:rPr>
                        <a:t>31</a:t>
                      </a:r>
                      <a:endParaRPr sz="1200">
                        <a:latin typeface="Calibri" panose="020F0502020204030204"/>
                        <a:cs typeface="Calibri" panose="020F0502020204030204"/>
                      </a:endParaRPr>
                    </a:p>
                  </a:txBody>
                  <a:tcPr marL="0" marR="0" marT="1587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1250"/>
                        </a:spcBef>
                      </a:pPr>
                      <a:endParaRPr sz="1200">
                        <a:latin typeface="Times New Roman" panose="02020603050405020304"/>
                        <a:cs typeface="Times New Roman" panose="02020603050405020304"/>
                      </a:endParaRPr>
                    </a:p>
                    <a:p>
                      <a:pPr algn="ctr">
                        <a:lnSpc>
                          <a:spcPct val="100000"/>
                        </a:lnSpc>
                      </a:pPr>
                      <a:r>
                        <a:rPr sz="1200" spc="-20" dirty="0">
                          <a:latin typeface="Calibri" panose="020F0502020204030204"/>
                          <a:cs typeface="Calibri" panose="020F0502020204030204"/>
                        </a:rPr>
                        <a:t>1812</a:t>
                      </a:r>
                      <a:endParaRPr sz="1200">
                        <a:latin typeface="Calibri" panose="020F0502020204030204"/>
                        <a:cs typeface="Calibri" panose="020F0502020204030204"/>
                      </a:endParaRPr>
                    </a:p>
                  </a:txBody>
                  <a:tcPr marL="0" marR="0" marT="1587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1250"/>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2</a:t>
                      </a:r>
                      <a:endParaRPr sz="1200">
                        <a:latin typeface="Calibri" panose="020F0502020204030204"/>
                        <a:cs typeface="Calibri" panose="020F0502020204030204"/>
                      </a:endParaRPr>
                    </a:p>
                  </a:txBody>
                  <a:tcPr marL="0" marR="0" marT="1587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1250"/>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1587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1250"/>
                        </a:spcBef>
                      </a:pPr>
                      <a:endParaRPr sz="1200">
                        <a:latin typeface="Times New Roman" panose="02020603050405020304"/>
                        <a:cs typeface="Times New Roman" panose="02020603050405020304"/>
                      </a:endParaRPr>
                    </a:p>
                    <a:p>
                      <a:pPr algn="ctr">
                        <a:lnSpc>
                          <a:spcPct val="100000"/>
                        </a:lnSpc>
                      </a:pPr>
                      <a:r>
                        <a:rPr sz="1200" spc="-20" dirty="0">
                          <a:latin typeface="Calibri" panose="020F0502020204030204"/>
                          <a:cs typeface="Calibri" panose="020F0502020204030204"/>
                        </a:rPr>
                        <a:t>1812</a:t>
                      </a:r>
                      <a:endParaRPr sz="1200">
                        <a:latin typeface="Calibri" panose="020F0502020204030204"/>
                        <a:cs typeface="Calibri" panose="020F0502020204030204"/>
                      </a:endParaRPr>
                    </a:p>
                  </a:txBody>
                  <a:tcPr marL="0" marR="0" marT="1587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528320">
                <a:tc>
                  <a:txBody>
                    <a:bodyPr/>
                    <a:lstStyle/>
                    <a:p>
                      <a:pPr>
                        <a:lnSpc>
                          <a:spcPct val="100000"/>
                        </a:lnSpc>
                        <a:spcBef>
                          <a:spcPts val="1235"/>
                        </a:spcBef>
                      </a:pPr>
                      <a:endParaRPr sz="1200">
                        <a:latin typeface="Times New Roman" panose="02020603050405020304"/>
                        <a:cs typeface="Times New Roman" panose="02020603050405020304"/>
                      </a:endParaRPr>
                    </a:p>
                    <a:p>
                      <a:pPr marL="635" algn="ctr">
                        <a:lnSpc>
                          <a:spcPct val="100000"/>
                        </a:lnSpc>
                      </a:pPr>
                      <a:r>
                        <a:rPr sz="1200" spc="-25" dirty="0">
                          <a:latin typeface="Calibri" panose="020F0502020204030204"/>
                          <a:cs typeface="Calibri" panose="020F0502020204030204"/>
                        </a:rPr>
                        <a:t>22</a:t>
                      </a:r>
                      <a:endParaRPr sz="1200">
                        <a:latin typeface="Calibri" panose="020F0502020204030204"/>
                        <a:cs typeface="Calibri" panose="020F0502020204030204"/>
                      </a:endParaRPr>
                    </a:p>
                  </a:txBody>
                  <a:tcPr marL="0" marR="0" marT="15684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105410">
                        <a:lnSpc>
                          <a:spcPct val="102000"/>
                        </a:lnSpc>
                        <a:spcBef>
                          <a:spcPts val="540"/>
                        </a:spcBef>
                      </a:pPr>
                      <a:r>
                        <a:rPr sz="1200" dirty="0">
                          <a:latin typeface="Calibri" panose="020F0502020204030204"/>
                          <a:cs typeface="Calibri" panose="020F0502020204030204"/>
                        </a:rPr>
                        <a:t>Enter</a:t>
                      </a:r>
                      <a:r>
                        <a:rPr sz="1200" spc="-10" dirty="0">
                          <a:latin typeface="Calibri" panose="020F0502020204030204"/>
                          <a:cs typeface="Calibri" panose="020F0502020204030204"/>
                        </a:rPr>
                        <a:t> </a:t>
                      </a:r>
                      <a:r>
                        <a:rPr sz="1200" dirty="0">
                          <a:latin typeface="Calibri" panose="020F0502020204030204"/>
                          <a:cs typeface="Calibri" panose="020F0502020204030204"/>
                        </a:rPr>
                        <a:t>the</a:t>
                      </a:r>
                      <a:r>
                        <a:rPr sz="1200" spc="-20" dirty="0">
                          <a:latin typeface="Calibri" panose="020F0502020204030204"/>
                          <a:cs typeface="Calibri" panose="020F0502020204030204"/>
                        </a:rPr>
                        <a:t> </a:t>
                      </a:r>
                      <a:r>
                        <a:rPr sz="1200" dirty="0">
                          <a:latin typeface="Calibri" panose="020F0502020204030204"/>
                          <a:cs typeface="Calibri" panose="020F0502020204030204"/>
                        </a:rPr>
                        <a:t>max</a:t>
                      </a:r>
                      <a:r>
                        <a:rPr sz="1200" spc="-10" dirty="0">
                          <a:latin typeface="Calibri" panose="020F0502020204030204"/>
                          <a:cs typeface="Calibri" panose="020F0502020204030204"/>
                        </a:rPr>
                        <a:t> </a:t>
                      </a:r>
                      <a:r>
                        <a:rPr sz="1200" dirty="0">
                          <a:latin typeface="Calibri" panose="020F0502020204030204"/>
                          <a:cs typeface="Calibri" panose="020F0502020204030204"/>
                        </a:rPr>
                        <a:t>value</a:t>
                      </a:r>
                      <a:r>
                        <a:rPr sz="1200" spc="-25" dirty="0">
                          <a:latin typeface="Calibri" panose="020F0502020204030204"/>
                          <a:cs typeface="Calibri" panose="020F0502020204030204"/>
                        </a:rPr>
                        <a:t> </a:t>
                      </a:r>
                      <a:r>
                        <a:rPr sz="1200" dirty="0">
                          <a:latin typeface="Calibri" panose="020F0502020204030204"/>
                          <a:cs typeface="Calibri" panose="020F0502020204030204"/>
                        </a:rPr>
                        <a:t>for</a:t>
                      </a:r>
                      <a:r>
                        <a:rPr sz="1200" spc="245" dirty="0">
                          <a:latin typeface="Calibri" panose="020F0502020204030204"/>
                          <a:cs typeface="Calibri" panose="020F0502020204030204"/>
                        </a:rPr>
                        <a:t> </a:t>
                      </a:r>
                      <a:r>
                        <a:rPr sz="1200" dirty="0">
                          <a:latin typeface="Calibri" panose="020F0502020204030204"/>
                          <a:cs typeface="Calibri" panose="020F0502020204030204"/>
                        </a:rPr>
                        <a:t>day</a:t>
                      </a:r>
                      <a:r>
                        <a:rPr sz="1200" spc="-15" dirty="0">
                          <a:latin typeface="Calibri" panose="020F0502020204030204"/>
                          <a:cs typeface="Calibri" panose="020F0502020204030204"/>
                        </a:rPr>
                        <a:t> </a:t>
                      </a:r>
                      <a:r>
                        <a:rPr sz="1200" dirty="0">
                          <a:latin typeface="Calibri" panose="020F0502020204030204"/>
                          <a:cs typeface="Calibri" panose="020F0502020204030204"/>
                        </a:rPr>
                        <a:t>and</a:t>
                      </a:r>
                      <a:r>
                        <a:rPr sz="1200" spc="-5" dirty="0">
                          <a:latin typeface="Calibri" panose="020F0502020204030204"/>
                          <a:cs typeface="Calibri" panose="020F0502020204030204"/>
                        </a:rPr>
                        <a:t> </a:t>
                      </a:r>
                      <a:r>
                        <a:rPr sz="1200" dirty="0">
                          <a:latin typeface="Calibri" panose="020F0502020204030204"/>
                          <a:cs typeface="Calibri" panose="020F0502020204030204"/>
                        </a:rPr>
                        <a:t>min</a:t>
                      </a:r>
                      <a:r>
                        <a:rPr sz="1200" spc="245" dirty="0">
                          <a:latin typeface="Calibri" panose="020F0502020204030204"/>
                          <a:cs typeface="Calibri" panose="020F0502020204030204"/>
                        </a:rPr>
                        <a:t> </a:t>
                      </a:r>
                      <a:r>
                        <a:rPr sz="1200" spc="-25" dirty="0">
                          <a:latin typeface="Calibri" panose="020F0502020204030204"/>
                          <a:cs typeface="Calibri" panose="020F0502020204030204"/>
                        </a:rPr>
                        <a:t>for </a:t>
                      </a:r>
                      <a:r>
                        <a:rPr sz="1200" dirty="0">
                          <a:latin typeface="Calibri" panose="020F0502020204030204"/>
                          <a:cs typeface="Calibri" panose="020F0502020204030204"/>
                        </a:rPr>
                        <a:t>month</a:t>
                      </a:r>
                      <a:r>
                        <a:rPr sz="1200" spc="-10" dirty="0">
                          <a:latin typeface="Calibri" panose="020F0502020204030204"/>
                          <a:cs typeface="Calibri" panose="020F0502020204030204"/>
                        </a:rPr>
                        <a:t> </a:t>
                      </a:r>
                      <a:r>
                        <a:rPr sz="1200" dirty="0">
                          <a:latin typeface="Calibri" panose="020F0502020204030204"/>
                          <a:cs typeface="Calibri" panose="020F0502020204030204"/>
                        </a:rPr>
                        <a:t>and</a:t>
                      </a:r>
                      <a:r>
                        <a:rPr sz="1200" spc="-20" dirty="0">
                          <a:latin typeface="Calibri" panose="020F0502020204030204"/>
                          <a:cs typeface="Calibri" panose="020F0502020204030204"/>
                        </a:rPr>
                        <a:t> </a:t>
                      </a:r>
                      <a:r>
                        <a:rPr sz="1200" dirty="0">
                          <a:latin typeface="Calibri" panose="020F0502020204030204"/>
                          <a:cs typeface="Calibri" panose="020F0502020204030204"/>
                        </a:rPr>
                        <a:t>min</a:t>
                      </a:r>
                      <a:r>
                        <a:rPr sz="1200" spc="-15" dirty="0">
                          <a:latin typeface="Calibri" panose="020F0502020204030204"/>
                          <a:cs typeface="Calibri" panose="020F0502020204030204"/>
                        </a:rPr>
                        <a:t> </a:t>
                      </a:r>
                      <a:r>
                        <a:rPr sz="1200" dirty="0">
                          <a:latin typeface="Calibri" panose="020F0502020204030204"/>
                          <a:cs typeface="Calibri" panose="020F0502020204030204"/>
                        </a:rPr>
                        <a:t>+</a:t>
                      </a:r>
                      <a:r>
                        <a:rPr sz="1200" spc="-10" dirty="0">
                          <a:latin typeface="Calibri" panose="020F0502020204030204"/>
                          <a:cs typeface="Calibri" panose="020F0502020204030204"/>
                        </a:rPr>
                        <a:t> </a:t>
                      </a:r>
                      <a:r>
                        <a:rPr sz="1200" dirty="0">
                          <a:latin typeface="Calibri" panose="020F0502020204030204"/>
                          <a:cs typeface="Calibri" panose="020F0502020204030204"/>
                        </a:rPr>
                        <a:t>1</a:t>
                      </a:r>
                      <a:r>
                        <a:rPr sz="1200" spc="-15" dirty="0">
                          <a:latin typeface="Calibri" panose="020F0502020204030204"/>
                          <a:cs typeface="Calibri" panose="020F0502020204030204"/>
                        </a:rPr>
                        <a:t> </a:t>
                      </a:r>
                      <a:r>
                        <a:rPr sz="1200" dirty="0">
                          <a:latin typeface="Calibri" panose="020F0502020204030204"/>
                          <a:cs typeface="Calibri" panose="020F0502020204030204"/>
                        </a:rPr>
                        <a:t>for</a:t>
                      </a:r>
                      <a:r>
                        <a:rPr sz="1200" spc="-10" dirty="0">
                          <a:latin typeface="Calibri" panose="020F0502020204030204"/>
                          <a:cs typeface="Calibri" panose="020F0502020204030204"/>
                        </a:rPr>
                        <a:t> </a:t>
                      </a:r>
                      <a:r>
                        <a:rPr sz="1200" spc="-20" dirty="0">
                          <a:latin typeface="Calibri" panose="020F0502020204030204"/>
                          <a:cs typeface="Calibri" panose="020F0502020204030204"/>
                        </a:rPr>
                        <a:t>year</a:t>
                      </a:r>
                      <a:endParaRPr sz="1200">
                        <a:latin typeface="Calibri" panose="020F0502020204030204"/>
                        <a:cs typeface="Calibri" panose="020F0502020204030204"/>
                      </a:endParaRPr>
                    </a:p>
                  </a:txBody>
                  <a:tcPr marL="0" marR="0" marT="685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1235"/>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15684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1235"/>
                        </a:spcBef>
                      </a:pPr>
                      <a:endParaRPr sz="1200">
                        <a:latin typeface="Times New Roman" panose="02020603050405020304"/>
                        <a:cs typeface="Times New Roman" panose="02020603050405020304"/>
                      </a:endParaRPr>
                    </a:p>
                    <a:p>
                      <a:pPr algn="ctr">
                        <a:lnSpc>
                          <a:spcPct val="100000"/>
                        </a:lnSpc>
                      </a:pPr>
                      <a:r>
                        <a:rPr sz="1200" spc="-25" dirty="0">
                          <a:latin typeface="Calibri" panose="020F0502020204030204"/>
                          <a:cs typeface="Calibri" panose="020F0502020204030204"/>
                        </a:rPr>
                        <a:t>31</a:t>
                      </a:r>
                      <a:endParaRPr sz="1200">
                        <a:latin typeface="Calibri" panose="020F0502020204030204"/>
                        <a:cs typeface="Calibri" panose="020F0502020204030204"/>
                      </a:endParaRPr>
                    </a:p>
                  </a:txBody>
                  <a:tcPr marL="0" marR="0" marT="15684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1235"/>
                        </a:spcBef>
                      </a:pPr>
                      <a:endParaRPr sz="1200">
                        <a:latin typeface="Times New Roman" panose="02020603050405020304"/>
                        <a:cs typeface="Times New Roman" panose="02020603050405020304"/>
                      </a:endParaRPr>
                    </a:p>
                    <a:p>
                      <a:pPr algn="ctr">
                        <a:lnSpc>
                          <a:spcPct val="100000"/>
                        </a:lnSpc>
                      </a:pPr>
                      <a:r>
                        <a:rPr sz="1200" spc="-20" dirty="0">
                          <a:latin typeface="Calibri" panose="020F0502020204030204"/>
                          <a:cs typeface="Calibri" panose="020F0502020204030204"/>
                        </a:rPr>
                        <a:t>1813</a:t>
                      </a:r>
                      <a:endParaRPr sz="1200">
                        <a:latin typeface="Calibri" panose="020F0502020204030204"/>
                        <a:cs typeface="Calibri" panose="020F0502020204030204"/>
                      </a:endParaRPr>
                    </a:p>
                  </a:txBody>
                  <a:tcPr marL="0" marR="0" marT="15684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1235"/>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2</a:t>
                      </a:r>
                      <a:endParaRPr sz="1200">
                        <a:latin typeface="Calibri" panose="020F0502020204030204"/>
                        <a:cs typeface="Calibri" panose="020F0502020204030204"/>
                      </a:endParaRPr>
                    </a:p>
                  </a:txBody>
                  <a:tcPr marL="0" marR="0" marT="15684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1235"/>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15684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1235"/>
                        </a:spcBef>
                      </a:pPr>
                      <a:endParaRPr sz="1200">
                        <a:latin typeface="Times New Roman" panose="02020603050405020304"/>
                        <a:cs typeface="Times New Roman" panose="02020603050405020304"/>
                      </a:endParaRPr>
                    </a:p>
                    <a:p>
                      <a:pPr algn="ctr">
                        <a:lnSpc>
                          <a:spcPct val="100000"/>
                        </a:lnSpc>
                      </a:pPr>
                      <a:r>
                        <a:rPr sz="1200" spc="-20" dirty="0">
                          <a:latin typeface="Calibri" panose="020F0502020204030204"/>
                          <a:cs typeface="Calibri" panose="020F0502020204030204"/>
                        </a:rPr>
                        <a:t>1813</a:t>
                      </a:r>
                      <a:endParaRPr sz="1200">
                        <a:latin typeface="Calibri" panose="020F0502020204030204"/>
                        <a:cs typeface="Calibri" panose="020F0502020204030204"/>
                      </a:endParaRPr>
                    </a:p>
                  </a:txBody>
                  <a:tcPr marL="0" marR="0" marT="15684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530225">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148590">
                        <a:lnSpc>
                          <a:spcPct val="102000"/>
                        </a:lnSpc>
                        <a:spcBef>
                          <a:spcPts val="525"/>
                        </a:spcBef>
                      </a:pPr>
                      <a:r>
                        <a:rPr sz="1200" dirty="0">
                          <a:latin typeface="Calibri" panose="020F0502020204030204"/>
                          <a:cs typeface="Calibri" panose="020F0502020204030204"/>
                        </a:rPr>
                        <a:t>Enter</a:t>
                      </a:r>
                      <a:r>
                        <a:rPr sz="1200" spc="-10" dirty="0">
                          <a:latin typeface="Calibri" panose="020F0502020204030204"/>
                          <a:cs typeface="Calibri" panose="020F0502020204030204"/>
                        </a:rPr>
                        <a:t> </a:t>
                      </a:r>
                      <a:r>
                        <a:rPr sz="1200" dirty="0">
                          <a:latin typeface="Calibri" panose="020F0502020204030204"/>
                          <a:cs typeface="Calibri" panose="020F0502020204030204"/>
                        </a:rPr>
                        <a:t>the</a:t>
                      </a:r>
                      <a:r>
                        <a:rPr sz="1200" spc="-15" dirty="0">
                          <a:latin typeface="Calibri" panose="020F0502020204030204"/>
                          <a:cs typeface="Calibri" panose="020F0502020204030204"/>
                        </a:rPr>
                        <a:t> </a:t>
                      </a:r>
                      <a:r>
                        <a:rPr sz="1200" dirty="0">
                          <a:latin typeface="Calibri" panose="020F0502020204030204"/>
                          <a:cs typeface="Calibri" panose="020F0502020204030204"/>
                        </a:rPr>
                        <a:t>max</a:t>
                      </a:r>
                      <a:r>
                        <a:rPr sz="1200" spc="-10" dirty="0">
                          <a:latin typeface="Calibri" panose="020F0502020204030204"/>
                          <a:cs typeface="Calibri" panose="020F0502020204030204"/>
                        </a:rPr>
                        <a:t> </a:t>
                      </a:r>
                      <a:r>
                        <a:rPr sz="1200" dirty="0">
                          <a:latin typeface="Calibri" panose="020F0502020204030204"/>
                          <a:cs typeface="Calibri" panose="020F0502020204030204"/>
                        </a:rPr>
                        <a:t>value</a:t>
                      </a:r>
                      <a:r>
                        <a:rPr sz="1200" spc="-20" dirty="0">
                          <a:latin typeface="Calibri" panose="020F0502020204030204"/>
                          <a:cs typeface="Calibri" panose="020F0502020204030204"/>
                        </a:rPr>
                        <a:t> </a:t>
                      </a:r>
                      <a:r>
                        <a:rPr sz="1200" dirty="0">
                          <a:latin typeface="Calibri" panose="020F0502020204030204"/>
                          <a:cs typeface="Calibri" panose="020F0502020204030204"/>
                        </a:rPr>
                        <a:t>for</a:t>
                      </a:r>
                      <a:r>
                        <a:rPr sz="1200" spc="250" dirty="0">
                          <a:latin typeface="Calibri" panose="020F0502020204030204"/>
                          <a:cs typeface="Calibri" panose="020F0502020204030204"/>
                        </a:rPr>
                        <a:t> </a:t>
                      </a:r>
                      <a:r>
                        <a:rPr sz="1200" dirty="0">
                          <a:latin typeface="Calibri" panose="020F0502020204030204"/>
                          <a:cs typeface="Calibri" panose="020F0502020204030204"/>
                        </a:rPr>
                        <a:t>day</a:t>
                      </a:r>
                      <a:r>
                        <a:rPr sz="1200" spc="-10" dirty="0">
                          <a:latin typeface="Calibri" panose="020F0502020204030204"/>
                          <a:cs typeface="Calibri" panose="020F0502020204030204"/>
                        </a:rPr>
                        <a:t> </a:t>
                      </a:r>
                      <a:r>
                        <a:rPr sz="1200" dirty="0">
                          <a:latin typeface="Calibri" panose="020F0502020204030204"/>
                          <a:cs typeface="Calibri" panose="020F0502020204030204"/>
                        </a:rPr>
                        <a:t>,</a:t>
                      </a:r>
                      <a:r>
                        <a:rPr sz="1200" spc="250" dirty="0">
                          <a:latin typeface="Calibri" panose="020F0502020204030204"/>
                          <a:cs typeface="Calibri" panose="020F0502020204030204"/>
                        </a:rPr>
                        <a:t> </a:t>
                      </a:r>
                      <a:r>
                        <a:rPr sz="1200" spc="-10" dirty="0">
                          <a:latin typeface="Calibri" panose="020F0502020204030204"/>
                          <a:cs typeface="Calibri" panose="020F0502020204030204"/>
                        </a:rPr>
                        <a:t>normal </a:t>
                      </a:r>
                      <a:r>
                        <a:rPr sz="1200" dirty="0">
                          <a:latin typeface="Calibri" panose="020F0502020204030204"/>
                          <a:cs typeface="Calibri" panose="020F0502020204030204"/>
                        </a:rPr>
                        <a:t>value</a:t>
                      </a:r>
                      <a:r>
                        <a:rPr sz="1200" spc="-20" dirty="0">
                          <a:latin typeface="Calibri" panose="020F0502020204030204"/>
                          <a:cs typeface="Calibri" panose="020F0502020204030204"/>
                        </a:rPr>
                        <a:t> </a:t>
                      </a:r>
                      <a:r>
                        <a:rPr sz="1200" dirty="0">
                          <a:latin typeface="Calibri" panose="020F0502020204030204"/>
                          <a:cs typeface="Calibri" panose="020F0502020204030204"/>
                        </a:rPr>
                        <a:t>for</a:t>
                      </a:r>
                      <a:r>
                        <a:rPr sz="1200" spc="-5" dirty="0">
                          <a:latin typeface="Calibri" panose="020F0502020204030204"/>
                          <a:cs typeface="Calibri" panose="020F0502020204030204"/>
                        </a:rPr>
                        <a:t> </a:t>
                      </a:r>
                      <a:r>
                        <a:rPr sz="1200" dirty="0">
                          <a:latin typeface="Calibri" panose="020F0502020204030204"/>
                          <a:cs typeface="Calibri" panose="020F0502020204030204"/>
                        </a:rPr>
                        <a:t>year</a:t>
                      </a:r>
                      <a:r>
                        <a:rPr sz="1200" spc="-5" dirty="0">
                          <a:latin typeface="Calibri" panose="020F0502020204030204"/>
                          <a:cs typeface="Calibri" panose="020F0502020204030204"/>
                        </a:rPr>
                        <a:t> </a:t>
                      </a:r>
                      <a:r>
                        <a:rPr sz="1200" dirty="0">
                          <a:latin typeface="Calibri" panose="020F0502020204030204"/>
                          <a:cs typeface="Calibri" panose="020F0502020204030204"/>
                        </a:rPr>
                        <a:t>and</a:t>
                      </a:r>
                      <a:r>
                        <a:rPr sz="1200" spc="-5" dirty="0">
                          <a:latin typeface="Calibri" panose="020F0502020204030204"/>
                          <a:cs typeface="Calibri" panose="020F0502020204030204"/>
                        </a:rPr>
                        <a:t> </a:t>
                      </a:r>
                      <a:r>
                        <a:rPr sz="1200" dirty="0">
                          <a:latin typeface="Calibri" panose="020F0502020204030204"/>
                          <a:cs typeface="Calibri" panose="020F0502020204030204"/>
                        </a:rPr>
                        <a:t>min</a:t>
                      </a:r>
                      <a:r>
                        <a:rPr sz="1200" spc="-5" dirty="0">
                          <a:latin typeface="Calibri" panose="020F0502020204030204"/>
                          <a:cs typeface="Calibri" panose="020F0502020204030204"/>
                        </a:rPr>
                        <a:t> </a:t>
                      </a:r>
                      <a:r>
                        <a:rPr sz="1200" dirty="0">
                          <a:latin typeface="Calibri" panose="020F0502020204030204"/>
                          <a:cs typeface="Calibri" panose="020F0502020204030204"/>
                        </a:rPr>
                        <a:t>value</a:t>
                      </a:r>
                      <a:r>
                        <a:rPr sz="1200" spc="245" dirty="0">
                          <a:latin typeface="Calibri" panose="020F0502020204030204"/>
                          <a:cs typeface="Calibri" panose="020F0502020204030204"/>
                        </a:rPr>
                        <a:t> </a:t>
                      </a:r>
                      <a:r>
                        <a:rPr sz="1200" dirty="0">
                          <a:latin typeface="Calibri" panose="020F0502020204030204"/>
                          <a:cs typeface="Calibri" panose="020F0502020204030204"/>
                        </a:rPr>
                        <a:t>for</a:t>
                      </a:r>
                      <a:r>
                        <a:rPr sz="1200" spc="250" dirty="0">
                          <a:latin typeface="Calibri" panose="020F0502020204030204"/>
                          <a:cs typeface="Calibri" panose="020F0502020204030204"/>
                        </a:rPr>
                        <a:t> </a:t>
                      </a:r>
                      <a:r>
                        <a:rPr sz="1200" spc="-20" dirty="0">
                          <a:latin typeface="Calibri" panose="020F0502020204030204"/>
                          <a:cs typeface="Calibri" panose="020F0502020204030204"/>
                        </a:rPr>
                        <a:t>month</a:t>
                      </a:r>
                      <a:endParaRPr sz="1200">
                        <a:latin typeface="Calibri" panose="020F0502020204030204"/>
                        <a:cs typeface="Calibri" panose="020F0502020204030204"/>
                      </a:endParaRPr>
                    </a:p>
                  </a:txBody>
                  <a:tcPr marL="0" marR="0" marT="666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1245"/>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1581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1245"/>
                        </a:spcBef>
                      </a:pPr>
                      <a:endParaRPr sz="1200">
                        <a:latin typeface="Times New Roman" panose="02020603050405020304"/>
                        <a:cs typeface="Times New Roman" panose="02020603050405020304"/>
                      </a:endParaRPr>
                    </a:p>
                    <a:p>
                      <a:pPr algn="ctr">
                        <a:lnSpc>
                          <a:spcPct val="100000"/>
                        </a:lnSpc>
                      </a:pPr>
                      <a:r>
                        <a:rPr sz="1200" spc="-25" dirty="0">
                          <a:latin typeface="Calibri" panose="020F0502020204030204"/>
                          <a:cs typeface="Calibri" panose="020F0502020204030204"/>
                        </a:rPr>
                        <a:t>31</a:t>
                      </a:r>
                      <a:endParaRPr sz="1200">
                        <a:latin typeface="Calibri" panose="020F0502020204030204"/>
                        <a:cs typeface="Calibri" panose="020F0502020204030204"/>
                      </a:endParaRPr>
                    </a:p>
                  </a:txBody>
                  <a:tcPr marL="0" marR="0" marT="1581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1245"/>
                        </a:spcBef>
                      </a:pPr>
                      <a:endParaRPr sz="1200">
                        <a:latin typeface="Times New Roman" panose="02020603050405020304"/>
                        <a:cs typeface="Times New Roman" panose="02020603050405020304"/>
                      </a:endParaRPr>
                    </a:p>
                    <a:p>
                      <a:pPr algn="ctr">
                        <a:lnSpc>
                          <a:spcPct val="100000"/>
                        </a:lnSpc>
                      </a:pPr>
                      <a:r>
                        <a:rPr sz="1200" spc="-20" dirty="0">
                          <a:latin typeface="Calibri" panose="020F0502020204030204"/>
                          <a:cs typeface="Calibri" panose="020F0502020204030204"/>
                        </a:rPr>
                        <a:t>1912</a:t>
                      </a:r>
                      <a:endParaRPr sz="1200">
                        <a:latin typeface="Calibri" panose="020F0502020204030204"/>
                        <a:cs typeface="Calibri" panose="020F0502020204030204"/>
                      </a:endParaRPr>
                    </a:p>
                  </a:txBody>
                  <a:tcPr marL="0" marR="0" marT="1581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1245"/>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2</a:t>
                      </a:r>
                      <a:endParaRPr sz="1200">
                        <a:latin typeface="Calibri" panose="020F0502020204030204"/>
                        <a:cs typeface="Calibri" panose="020F0502020204030204"/>
                      </a:endParaRPr>
                    </a:p>
                  </a:txBody>
                  <a:tcPr marL="0" marR="0" marT="1581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1245"/>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1581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1245"/>
                        </a:spcBef>
                      </a:pPr>
                      <a:endParaRPr sz="1200">
                        <a:latin typeface="Times New Roman" panose="02020603050405020304"/>
                        <a:cs typeface="Times New Roman" panose="02020603050405020304"/>
                      </a:endParaRPr>
                    </a:p>
                    <a:p>
                      <a:pPr algn="ctr">
                        <a:lnSpc>
                          <a:spcPct val="100000"/>
                        </a:lnSpc>
                      </a:pPr>
                      <a:r>
                        <a:rPr sz="1200" spc="-20" dirty="0">
                          <a:latin typeface="Calibri" panose="020F0502020204030204"/>
                          <a:cs typeface="Calibri" panose="020F0502020204030204"/>
                        </a:rPr>
                        <a:t>1912</a:t>
                      </a:r>
                      <a:endParaRPr sz="1200">
                        <a:latin typeface="Calibri" panose="020F0502020204030204"/>
                        <a:cs typeface="Calibri" panose="020F0502020204030204"/>
                      </a:endParaRPr>
                    </a:p>
                  </a:txBody>
                  <a:tcPr marL="0" marR="0" marT="1581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530225">
                <a:tc>
                  <a:txBody>
                    <a:bodyPr/>
                    <a:lstStyle/>
                    <a:p>
                      <a:pPr>
                        <a:lnSpc>
                          <a:spcPct val="100000"/>
                        </a:lnSpc>
                        <a:spcBef>
                          <a:spcPts val="1250"/>
                        </a:spcBef>
                      </a:pPr>
                      <a:endParaRPr sz="1200">
                        <a:latin typeface="Times New Roman" panose="02020603050405020304"/>
                        <a:cs typeface="Times New Roman" panose="02020603050405020304"/>
                      </a:endParaRPr>
                    </a:p>
                    <a:p>
                      <a:pPr marL="635" algn="ctr">
                        <a:lnSpc>
                          <a:spcPct val="100000"/>
                        </a:lnSpc>
                      </a:pPr>
                      <a:r>
                        <a:rPr sz="1200" spc="-25" dirty="0">
                          <a:latin typeface="Calibri" panose="020F0502020204030204"/>
                          <a:cs typeface="Calibri" panose="020F0502020204030204"/>
                        </a:rPr>
                        <a:t>24</a:t>
                      </a:r>
                      <a:endParaRPr sz="1200">
                        <a:latin typeface="Calibri" panose="020F0502020204030204"/>
                        <a:cs typeface="Calibri" panose="020F0502020204030204"/>
                      </a:endParaRPr>
                    </a:p>
                  </a:txBody>
                  <a:tcPr marL="0" marR="0" marT="1587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115570">
                        <a:lnSpc>
                          <a:spcPct val="102000"/>
                        </a:lnSpc>
                        <a:spcBef>
                          <a:spcPts val="540"/>
                        </a:spcBef>
                      </a:pPr>
                      <a:r>
                        <a:rPr sz="1200" dirty="0">
                          <a:latin typeface="Calibri" panose="020F0502020204030204"/>
                          <a:cs typeface="Calibri" panose="020F0502020204030204"/>
                        </a:rPr>
                        <a:t>Enter</a:t>
                      </a:r>
                      <a:r>
                        <a:rPr sz="1200" spc="-10" dirty="0">
                          <a:latin typeface="Calibri" panose="020F0502020204030204"/>
                          <a:cs typeface="Calibri" panose="020F0502020204030204"/>
                        </a:rPr>
                        <a:t> </a:t>
                      </a:r>
                      <a:r>
                        <a:rPr sz="1200" dirty="0">
                          <a:latin typeface="Calibri" panose="020F0502020204030204"/>
                          <a:cs typeface="Calibri" panose="020F0502020204030204"/>
                        </a:rPr>
                        <a:t>the</a:t>
                      </a:r>
                      <a:r>
                        <a:rPr sz="1200" spc="-15" dirty="0">
                          <a:latin typeface="Calibri" panose="020F0502020204030204"/>
                          <a:cs typeface="Calibri" panose="020F0502020204030204"/>
                        </a:rPr>
                        <a:t> </a:t>
                      </a:r>
                      <a:r>
                        <a:rPr sz="1200" dirty="0">
                          <a:latin typeface="Calibri" panose="020F0502020204030204"/>
                          <a:cs typeface="Calibri" panose="020F0502020204030204"/>
                        </a:rPr>
                        <a:t>max</a:t>
                      </a:r>
                      <a:r>
                        <a:rPr sz="1200" spc="-15" dirty="0">
                          <a:latin typeface="Calibri" panose="020F0502020204030204"/>
                          <a:cs typeface="Calibri" panose="020F0502020204030204"/>
                        </a:rPr>
                        <a:t> </a:t>
                      </a:r>
                      <a:r>
                        <a:rPr sz="1200" dirty="0">
                          <a:latin typeface="Calibri" panose="020F0502020204030204"/>
                          <a:cs typeface="Calibri" panose="020F0502020204030204"/>
                        </a:rPr>
                        <a:t>value</a:t>
                      </a:r>
                      <a:r>
                        <a:rPr sz="1200" spc="-20" dirty="0">
                          <a:latin typeface="Calibri" panose="020F0502020204030204"/>
                          <a:cs typeface="Calibri" panose="020F0502020204030204"/>
                        </a:rPr>
                        <a:t> </a:t>
                      </a:r>
                      <a:r>
                        <a:rPr sz="1200" dirty="0">
                          <a:latin typeface="Calibri" panose="020F0502020204030204"/>
                          <a:cs typeface="Calibri" panose="020F0502020204030204"/>
                        </a:rPr>
                        <a:t>for</a:t>
                      </a:r>
                      <a:r>
                        <a:rPr sz="1200" spc="245" dirty="0">
                          <a:latin typeface="Calibri" panose="020F0502020204030204"/>
                          <a:cs typeface="Calibri" panose="020F0502020204030204"/>
                        </a:rPr>
                        <a:t> </a:t>
                      </a:r>
                      <a:r>
                        <a:rPr sz="1200" dirty="0">
                          <a:latin typeface="Calibri" panose="020F0502020204030204"/>
                          <a:cs typeface="Calibri" panose="020F0502020204030204"/>
                        </a:rPr>
                        <a:t>day</a:t>
                      </a:r>
                      <a:r>
                        <a:rPr sz="1200" spc="-10" dirty="0">
                          <a:latin typeface="Calibri" panose="020F0502020204030204"/>
                          <a:cs typeface="Calibri" panose="020F0502020204030204"/>
                        </a:rPr>
                        <a:t> </a:t>
                      </a:r>
                      <a:r>
                        <a:rPr sz="1200" dirty="0">
                          <a:latin typeface="Calibri" panose="020F0502020204030204"/>
                          <a:cs typeface="Calibri" panose="020F0502020204030204"/>
                        </a:rPr>
                        <a:t>,</a:t>
                      </a:r>
                      <a:r>
                        <a:rPr sz="1200" spc="245" dirty="0">
                          <a:latin typeface="Calibri" panose="020F0502020204030204"/>
                          <a:cs typeface="Calibri" panose="020F0502020204030204"/>
                        </a:rPr>
                        <a:t> </a:t>
                      </a:r>
                      <a:r>
                        <a:rPr sz="1200" dirty="0">
                          <a:latin typeface="Calibri" panose="020F0502020204030204"/>
                          <a:cs typeface="Calibri" panose="020F0502020204030204"/>
                        </a:rPr>
                        <a:t>max</a:t>
                      </a:r>
                      <a:r>
                        <a:rPr sz="1200" spc="10" dirty="0">
                          <a:latin typeface="Calibri" panose="020F0502020204030204"/>
                          <a:cs typeface="Calibri" panose="020F0502020204030204"/>
                        </a:rPr>
                        <a:t> </a:t>
                      </a:r>
                      <a:r>
                        <a:rPr sz="1200" dirty="0">
                          <a:latin typeface="Calibri" panose="020F0502020204030204"/>
                          <a:cs typeface="Calibri" panose="020F0502020204030204"/>
                        </a:rPr>
                        <a:t>-</a:t>
                      </a:r>
                      <a:r>
                        <a:rPr sz="1200" spc="-50" dirty="0">
                          <a:latin typeface="Calibri" panose="020F0502020204030204"/>
                          <a:cs typeface="Calibri" panose="020F0502020204030204"/>
                        </a:rPr>
                        <a:t>1 </a:t>
                      </a:r>
                      <a:r>
                        <a:rPr sz="1200" dirty="0">
                          <a:latin typeface="Calibri" panose="020F0502020204030204"/>
                          <a:cs typeface="Calibri" panose="020F0502020204030204"/>
                        </a:rPr>
                        <a:t>value</a:t>
                      </a:r>
                      <a:r>
                        <a:rPr sz="1200" spc="-15" dirty="0">
                          <a:latin typeface="Calibri" panose="020F0502020204030204"/>
                          <a:cs typeface="Calibri" panose="020F0502020204030204"/>
                        </a:rPr>
                        <a:t> </a:t>
                      </a:r>
                      <a:r>
                        <a:rPr sz="1200" dirty="0">
                          <a:latin typeface="Calibri" panose="020F0502020204030204"/>
                          <a:cs typeface="Calibri" panose="020F0502020204030204"/>
                        </a:rPr>
                        <a:t>for</a:t>
                      </a:r>
                      <a:r>
                        <a:rPr sz="1200" spc="-5" dirty="0">
                          <a:latin typeface="Calibri" panose="020F0502020204030204"/>
                          <a:cs typeface="Calibri" panose="020F0502020204030204"/>
                        </a:rPr>
                        <a:t> </a:t>
                      </a:r>
                      <a:r>
                        <a:rPr sz="1200" dirty="0">
                          <a:latin typeface="Calibri" panose="020F0502020204030204"/>
                          <a:cs typeface="Calibri" panose="020F0502020204030204"/>
                        </a:rPr>
                        <a:t>year</a:t>
                      </a:r>
                      <a:r>
                        <a:rPr sz="1200" spc="265" dirty="0">
                          <a:latin typeface="Calibri" panose="020F0502020204030204"/>
                          <a:cs typeface="Calibri" panose="020F0502020204030204"/>
                        </a:rPr>
                        <a:t> </a:t>
                      </a:r>
                      <a:r>
                        <a:rPr sz="1200" dirty="0">
                          <a:latin typeface="Calibri" panose="020F0502020204030204"/>
                          <a:cs typeface="Calibri" panose="020F0502020204030204"/>
                        </a:rPr>
                        <a:t>and</a:t>
                      </a:r>
                      <a:r>
                        <a:rPr sz="1200" spc="-15" dirty="0">
                          <a:latin typeface="Calibri" panose="020F0502020204030204"/>
                          <a:cs typeface="Calibri" panose="020F0502020204030204"/>
                        </a:rPr>
                        <a:t> </a:t>
                      </a:r>
                      <a:r>
                        <a:rPr sz="1200" dirty="0">
                          <a:latin typeface="Calibri" panose="020F0502020204030204"/>
                          <a:cs typeface="Calibri" panose="020F0502020204030204"/>
                        </a:rPr>
                        <a:t>min</a:t>
                      </a:r>
                      <a:r>
                        <a:rPr sz="1200" spc="-15" dirty="0">
                          <a:latin typeface="Calibri" panose="020F0502020204030204"/>
                          <a:cs typeface="Calibri" panose="020F0502020204030204"/>
                        </a:rPr>
                        <a:t> </a:t>
                      </a:r>
                      <a:r>
                        <a:rPr sz="1200" dirty="0">
                          <a:latin typeface="Calibri" panose="020F0502020204030204"/>
                          <a:cs typeface="Calibri" panose="020F0502020204030204"/>
                        </a:rPr>
                        <a:t>value</a:t>
                      </a:r>
                      <a:r>
                        <a:rPr sz="1200" spc="254" dirty="0">
                          <a:latin typeface="Calibri" panose="020F0502020204030204"/>
                          <a:cs typeface="Calibri" panose="020F0502020204030204"/>
                        </a:rPr>
                        <a:t> </a:t>
                      </a:r>
                      <a:r>
                        <a:rPr sz="1200" dirty="0">
                          <a:latin typeface="Calibri" panose="020F0502020204030204"/>
                          <a:cs typeface="Calibri" panose="020F0502020204030204"/>
                        </a:rPr>
                        <a:t>for</a:t>
                      </a:r>
                      <a:r>
                        <a:rPr sz="1200" spc="250" dirty="0">
                          <a:latin typeface="Calibri" panose="020F0502020204030204"/>
                          <a:cs typeface="Calibri" panose="020F0502020204030204"/>
                        </a:rPr>
                        <a:t> </a:t>
                      </a:r>
                      <a:r>
                        <a:rPr sz="1200" spc="-20" dirty="0">
                          <a:latin typeface="Calibri" panose="020F0502020204030204"/>
                          <a:cs typeface="Calibri" panose="020F0502020204030204"/>
                        </a:rPr>
                        <a:t>month</a:t>
                      </a:r>
                      <a:endParaRPr sz="1200">
                        <a:latin typeface="Calibri" panose="020F0502020204030204"/>
                        <a:cs typeface="Calibri" panose="020F0502020204030204"/>
                      </a:endParaRPr>
                    </a:p>
                  </a:txBody>
                  <a:tcPr marL="0" marR="0" marT="685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1250"/>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1587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1250"/>
                        </a:spcBef>
                      </a:pPr>
                      <a:endParaRPr sz="1200">
                        <a:latin typeface="Times New Roman" panose="02020603050405020304"/>
                        <a:cs typeface="Times New Roman" panose="02020603050405020304"/>
                      </a:endParaRPr>
                    </a:p>
                    <a:p>
                      <a:pPr algn="ctr">
                        <a:lnSpc>
                          <a:spcPct val="100000"/>
                        </a:lnSpc>
                      </a:pPr>
                      <a:r>
                        <a:rPr sz="1200" spc="-25" dirty="0">
                          <a:latin typeface="Calibri" panose="020F0502020204030204"/>
                          <a:cs typeface="Calibri" panose="020F0502020204030204"/>
                        </a:rPr>
                        <a:t>31</a:t>
                      </a:r>
                      <a:endParaRPr sz="1200">
                        <a:latin typeface="Calibri" panose="020F0502020204030204"/>
                        <a:cs typeface="Calibri" panose="020F0502020204030204"/>
                      </a:endParaRPr>
                    </a:p>
                  </a:txBody>
                  <a:tcPr marL="0" marR="0" marT="1587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1250"/>
                        </a:spcBef>
                      </a:pPr>
                      <a:endParaRPr sz="1200">
                        <a:latin typeface="Times New Roman" panose="02020603050405020304"/>
                        <a:cs typeface="Times New Roman" panose="02020603050405020304"/>
                      </a:endParaRPr>
                    </a:p>
                    <a:p>
                      <a:pPr algn="ctr">
                        <a:lnSpc>
                          <a:spcPct val="100000"/>
                        </a:lnSpc>
                      </a:pPr>
                      <a:r>
                        <a:rPr sz="1200" spc="-20" dirty="0">
                          <a:latin typeface="Calibri" panose="020F0502020204030204"/>
                          <a:cs typeface="Calibri" panose="020F0502020204030204"/>
                        </a:rPr>
                        <a:t>2012</a:t>
                      </a:r>
                      <a:endParaRPr sz="1200">
                        <a:latin typeface="Calibri" panose="020F0502020204030204"/>
                        <a:cs typeface="Calibri" panose="020F0502020204030204"/>
                      </a:endParaRPr>
                    </a:p>
                  </a:txBody>
                  <a:tcPr marL="0" marR="0" marT="1587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1250"/>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2</a:t>
                      </a:r>
                      <a:endParaRPr sz="1200">
                        <a:latin typeface="Calibri" panose="020F0502020204030204"/>
                        <a:cs typeface="Calibri" panose="020F0502020204030204"/>
                      </a:endParaRPr>
                    </a:p>
                  </a:txBody>
                  <a:tcPr marL="0" marR="0" marT="1587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1250"/>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1587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1250"/>
                        </a:spcBef>
                      </a:pPr>
                      <a:endParaRPr sz="1200">
                        <a:latin typeface="Times New Roman" panose="02020603050405020304"/>
                        <a:cs typeface="Times New Roman" panose="02020603050405020304"/>
                      </a:endParaRPr>
                    </a:p>
                    <a:p>
                      <a:pPr algn="ctr">
                        <a:lnSpc>
                          <a:spcPct val="100000"/>
                        </a:lnSpc>
                      </a:pPr>
                      <a:r>
                        <a:rPr sz="1200" spc="-20" dirty="0">
                          <a:latin typeface="Calibri" panose="020F0502020204030204"/>
                          <a:cs typeface="Calibri" panose="020F0502020204030204"/>
                        </a:rPr>
                        <a:t>2012</a:t>
                      </a:r>
                      <a:endParaRPr sz="1200">
                        <a:latin typeface="Calibri" panose="020F0502020204030204"/>
                        <a:cs typeface="Calibri" panose="020F0502020204030204"/>
                      </a:endParaRPr>
                    </a:p>
                  </a:txBody>
                  <a:tcPr marL="0" marR="0" marT="1587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530225">
                <a:tc>
                  <a:txBody>
                    <a:bodyPr/>
                    <a:lstStyle/>
                    <a:p>
                      <a:pPr>
                        <a:lnSpc>
                          <a:spcPct val="100000"/>
                        </a:lnSpc>
                        <a:spcBef>
                          <a:spcPts val="1245"/>
                        </a:spcBef>
                      </a:pPr>
                      <a:endParaRPr sz="1200">
                        <a:latin typeface="Times New Roman" panose="02020603050405020304"/>
                        <a:cs typeface="Times New Roman" panose="02020603050405020304"/>
                      </a:endParaRPr>
                    </a:p>
                    <a:p>
                      <a:pPr marL="635" algn="ctr">
                        <a:lnSpc>
                          <a:spcPct val="100000"/>
                        </a:lnSpc>
                      </a:pPr>
                      <a:r>
                        <a:rPr sz="1200" spc="-25" dirty="0">
                          <a:latin typeface="Calibri" panose="020F0502020204030204"/>
                          <a:cs typeface="Calibri" panose="020F0502020204030204"/>
                        </a:rPr>
                        <a:t>25</a:t>
                      </a:r>
                      <a:endParaRPr sz="1200">
                        <a:latin typeface="Calibri" panose="020F0502020204030204"/>
                        <a:cs typeface="Calibri" panose="020F0502020204030204"/>
                      </a:endParaRPr>
                    </a:p>
                  </a:txBody>
                  <a:tcPr marL="0" marR="0" marT="1581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148590">
                        <a:lnSpc>
                          <a:spcPct val="102000"/>
                        </a:lnSpc>
                        <a:spcBef>
                          <a:spcPts val="540"/>
                        </a:spcBef>
                      </a:pPr>
                      <a:r>
                        <a:rPr sz="1200" dirty="0">
                          <a:latin typeface="Calibri" panose="020F0502020204030204"/>
                          <a:cs typeface="Calibri" panose="020F0502020204030204"/>
                        </a:rPr>
                        <a:t>Enter</a:t>
                      </a:r>
                      <a:r>
                        <a:rPr sz="1200" spc="-5" dirty="0">
                          <a:latin typeface="Calibri" panose="020F0502020204030204"/>
                          <a:cs typeface="Calibri" panose="020F0502020204030204"/>
                        </a:rPr>
                        <a:t> </a:t>
                      </a:r>
                      <a:r>
                        <a:rPr sz="1200" dirty="0">
                          <a:latin typeface="Calibri" panose="020F0502020204030204"/>
                          <a:cs typeface="Calibri" panose="020F0502020204030204"/>
                        </a:rPr>
                        <a:t>the</a:t>
                      </a:r>
                      <a:r>
                        <a:rPr sz="1200" spc="-15" dirty="0">
                          <a:latin typeface="Calibri" panose="020F0502020204030204"/>
                          <a:cs typeface="Calibri" panose="020F0502020204030204"/>
                        </a:rPr>
                        <a:t> </a:t>
                      </a:r>
                      <a:r>
                        <a:rPr sz="1200" dirty="0">
                          <a:latin typeface="Calibri" panose="020F0502020204030204"/>
                          <a:cs typeface="Calibri" panose="020F0502020204030204"/>
                        </a:rPr>
                        <a:t>max</a:t>
                      </a:r>
                      <a:r>
                        <a:rPr sz="1200" spc="265" dirty="0">
                          <a:latin typeface="Calibri" panose="020F0502020204030204"/>
                          <a:cs typeface="Calibri" panose="020F0502020204030204"/>
                        </a:rPr>
                        <a:t> </a:t>
                      </a:r>
                      <a:r>
                        <a:rPr sz="1200" dirty="0">
                          <a:latin typeface="Calibri" panose="020F0502020204030204"/>
                          <a:cs typeface="Calibri" panose="020F0502020204030204"/>
                        </a:rPr>
                        <a:t>value</a:t>
                      </a:r>
                      <a:r>
                        <a:rPr sz="1200" spc="-15" dirty="0">
                          <a:latin typeface="Calibri" panose="020F0502020204030204"/>
                          <a:cs typeface="Calibri" panose="020F0502020204030204"/>
                        </a:rPr>
                        <a:t> </a:t>
                      </a:r>
                      <a:r>
                        <a:rPr sz="1200" dirty="0">
                          <a:latin typeface="Calibri" panose="020F0502020204030204"/>
                          <a:cs typeface="Calibri" panose="020F0502020204030204"/>
                        </a:rPr>
                        <a:t>for</a:t>
                      </a:r>
                      <a:r>
                        <a:rPr sz="1200" spc="245" dirty="0">
                          <a:latin typeface="Calibri" panose="020F0502020204030204"/>
                          <a:cs typeface="Calibri" panose="020F0502020204030204"/>
                        </a:rPr>
                        <a:t> </a:t>
                      </a:r>
                      <a:r>
                        <a:rPr sz="1200" dirty="0">
                          <a:latin typeface="Calibri" panose="020F0502020204030204"/>
                          <a:cs typeface="Calibri" panose="020F0502020204030204"/>
                        </a:rPr>
                        <a:t>day</a:t>
                      </a:r>
                      <a:r>
                        <a:rPr sz="1200" spc="-5" dirty="0">
                          <a:latin typeface="Calibri" panose="020F0502020204030204"/>
                          <a:cs typeface="Calibri" panose="020F0502020204030204"/>
                        </a:rPr>
                        <a:t> </a:t>
                      </a:r>
                      <a:r>
                        <a:rPr sz="1200" dirty="0">
                          <a:latin typeface="Calibri" panose="020F0502020204030204"/>
                          <a:cs typeface="Calibri" panose="020F0502020204030204"/>
                        </a:rPr>
                        <a:t>,</a:t>
                      </a:r>
                      <a:r>
                        <a:rPr sz="1200" spc="250" dirty="0">
                          <a:latin typeface="Calibri" panose="020F0502020204030204"/>
                          <a:cs typeface="Calibri" panose="020F0502020204030204"/>
                        </a:rPr>
                        <a:t> </a:t>
                      </a:r>
                      <a:r>
                        <a:rPr sz="1200" spc="-25" dirty="0">
                          <a:latin typeface="Calibri" panose="020F0502020204030204"/>
                          <a:cs typeface="Calibri" panose="020F0502020204030204"/>
                        </a:rPr>
                        <a:t>max </a:t>
                      </a:r>
                      <a:r>
                        <a:rPr sz="1200" dirty="0">
                          <a:latin typeface="Calibri" panose="020F0502020204030204"/>
                          <a:cs typeface="Calibri" panose="020F0502020204030204"/>
                        </a:rPr>
                        <a:t>value</a:t>
                      </a:r>
                      <a:r>
                        <a:rPr sz="1200" spc="-20" dirty="0">
                          <a:latin typeface="Calibri" panose="020F0502020204030204"/>
                          <a:cs typeface="Calibri" panose="020F0502020204030204"/>
                        </a:rPr>
                        <a:t> </a:t>
                      </a:r>
                      <a:r>
                        <a:rPr sz="1200" dirty="0">
                          <a:latin typeface="Calibri" panose="020F0502020204030204"/>
                          <a:cs typeface="Calibri" panose="020F0502020204030204"/>
                        </a:rPr>
                        <a:t>for</a:t>
                      </a:r>
                      <a:r>
                        <a:rPr sz="1200" spc="-5" dirty="0">
                          <a:latin typeface="Calibri" panose="020F0502020204030204"/>
                          <a:cs typeface="Calibri" panose="020F0502020204030204"/>
                        </a:rPr>
                        <a:t> </a:t>
                      </a:r>
                      <a:r>
                        <a:rPr sz="1200" dirty="0">
                          <a:latin typeface="Calibri" panose="020F0502020204030204"/>
                          <a:cs typeface="Calibri" panose="020F0502020204030204"/>
                        </a:rPr>
                        <a:t>year</a:t>
                      </a:r>
                      <a:r>
                        <a:rPr sz="1200" spc="-5" dirty="0">
                          <a:latin typeface="Calibri" panose="020F0502020204030204"/>
                          <a:cs typeface="Calibri" panose="020F0502020204030204"/>
                        </a:rPr>
                        <a:t> </a:t>
                      </a:r>
                      <a:r>
                        <a:rPr sz="1200" dirty="0">
                          <a:latin typeface="Calibri" panose="020F0502020204030204"/>
                          <a:cs typeface="Calibri" panose="020F0502020204030204"/>
                        </a:rPr>
                        <a:t>and</a:t>
                      </a:r>
                      <a:r>
                        <a:rPr sz="1200" spc="-5" dirty="0">
                          <a:latin typeface="Calibri" panose="020F0502020204030204"/>
                          <a:cs typeface="Calibri" panose="020F0502020204030204"/>
                        </a:rPr>
                        <a:t> </a:t>
                      </a:r>
                      <a:r>
                        <a:rPr sz="1200" dirty="0">
                          <a:latin typeface="Calibri" panose="020F0502020204030204"/>
                          <a:cs typeface="Calibri" panose="020F0502020204030204"/>
                        </a:rPr>
                        <a:t>min</a:t>
                      </a:r>
                      <a:r>
                        <a:rPr sz="1200" spc="-5" dirty="0">
                          <a:latin typeface="Calibri" panose="020F0502020204030204"/>
                          <a:cs typeface="Calibri" panose="020F0502020204030204"/>
                        </a:rPr>
                        <a:t> </a:t>
                      </a:r>
                      <a:r>
                        <a:rPr sz="1200" dirty="0">
                          <a:latin typeface="Calibri" panose="020F0502020204030204"/>
                          <a:cs typeface="Calibri" panose="020F0502020204030204"/>
                        </a:rPr>
                        <a:t>value</a:t>
                      </a:r>
                      <a:r>
                        <a:rPr sz="1200" spc="245" dirty="0">
                          <a:latin typeface="Calibri" panose="020F0502020204030204"/>
                          <a:cs typeface="Calibri" panose="020F0502020204030204"/>
                        </a:rPr>
                        <a:t> </a:t>
                      </a:r>
                      <a:r>
                        <a:rPr sz="1200" dirty="0">
                          <a:latin typeface="Calibri" panose="020F0502020204030204"/>
                          <a:cs typeface="Calibri" panose="020F0502020204030204"/>
                        </a:rPr>
                        <a:t>for</a:t>
                      </a:r>
                      <a:r>
                        <a:rPr sz="1200" spc="250" dirty="0">
                          <a:latin typeface="Calibri" panose="020F0502020204030204"/>
                          <a:cs typeface="Calibri" panose="020F0502020204030204"/>
                        </a:rPr>
                        <a:t> </a:t>
                      </a:r>
                      <a:r>
                        <a:rPr sz="1200" spc="-20" dirty="0">
                          <a:latin typeface="Calibri" panose="020F0502020204030204"/>
                          <a:cs typeface="Calibri" panose="020F0502020204030204"/>
                        </a:rPr>
                        <a:t>month</a:t>
                      </a:r>
                      <a:endParaRPr sz="1200">
                        <a:latin typeface="Calibri" panose="020F0502020204030204"/>
                        <a:cs typeface="Calibri" panose="020F0502020204030204"/>
                      </a:endParaRPr>
                    </a:p>
                  </a:txBody>
                  <a:tcPr marL="0" marR="0" marT="685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1245"/>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1581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1245"/>
                        </a:spcBef>
                      </a:pPr>
                      <a:endParaRPr sz="1200">
                        <a:latin typeface="Times New Roman" panose="02020603050405020304"/>
                        <a:cs typeface="Times New Roman" panose="02020603050405020304"/>
                      </a:endParaRPr>
                    </a:p>
                    <a:p>
                      <a:pPr algn="ctr">
                        <a:lnSpc>
                          <a:spcPct val="100000"/>
                        </a:lnSpc>
                      </a:pPr>
                      <a:r>
                        <a:rPr sz="1200" spc="-25" dirty="0">
                          <a:latin typeface="Calibri" panose="020F0502020204030204"/>
                          <a:cs typeface="Calibri" panose="020F0502020204030204"/>
                        </a:rPr>
                        <a:t>31</a:t>
                      </a:r>
                      <a:endParaRPr sz="1200">
                        <a:latin typeface="Calibri" panose="020F0502020204030204"/>
                        <a:cs typeface="Calibri" panose="020F0502020204030204"/>
                      </a:endParaRPr>
                    </a:p>
                  </a:txBody>
                  <a:tcPr marL="0" marR="0" marT="1581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1245"/>
                        </a:spcBef>
                      </a:pPr>
                      <a:endParaRPr sz="1200">
                        <a:latin typeface="Times New Roman" panose="02020603050405020304"/>
                        <a:cs typeface="Times New Roman" panose="02020603050405020304"/>
                      </a:endParaRPr>
                    </a:p>
                    <a:p>
                      <a:pPr algn="ctr">
                        <a:lnSpc>
                          <a:spcPct val="100000"/>
                        </a:lnSpc>
                      </a:pPr>
                      <a:r>
                        <a:rPr sz="1200" spc="-20" dirty="0">
                          <a:latin typeface="Calibri" panose="020F0502020204030204"/>
                          <a:cs typeface="Calibri" panose="020F0502020204030204"/>
                        </a:rPr>
                        <a:t>2013</a:t>
                      </a:r>
                      <a:endParaRPr sz="1200">
                        <a:latin typeface="Calibri" panose="020F0502020204030204"/>
                        <a:cs typeface="Calibri" panose="020F0502020204030204"/>
                      </a:endParaRPr>
                    </a:p>
                  </a:txBody>
                  <a:tcPr marL="0" marR="0" marT="1581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1245"/>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2</a:t>
                      </a:r>
                      <a:endParaRPr sz="1200">
                        <a:latin typeface="Calibri" panose="020F0502020204030204"/>
                        <a:cs typeface="Calibri" panose="020F0502020204030204"/>
                      </a:endParaRPr>
                    </a:p>
                  </a:txBody>
                  <a:tcPr marL="0" marR="0" marT="1581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1245"/>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1581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1245"/>
                        </a:spcBef>
                      </a:pPr>
                      <a:endParaRPr sz="1200">
                        <a:latin typeface="Times New Roman" panose="02020603050405020304"/>
                        <a:cs typeface="Times New Roman" panose="02020603050405020304"/>
                      </a:endParaRPr>
                    </a:p>
                    <a:p>
                      <a:pPr algn="ctr">
                        <a:lnSpc>
                          <a:spcPct val="100000"/>
                        </a:lnSpc>
                      </a:pPr>
                      <a:r>
                        <a:rPr sz="1200" spc="-20" dirty="0">
                          <a:latin typeface="Calibri" panose="020F0502020204030204"/>
                          <a:cs typeface="Calibri" panose="020F0502020204030204"/>
                        </a:rPr>
                        <a:t>2013</a:t>
                      </a:r>
                      <a:endParaRPr sz="1200">
                        <a:latin typeface="Calibri" panose="020F0502020204030204"/>
                        <a:cs typeface="Calibri" panose="020F0502020204030204"/>
                      </a:endParaRPr>
                    </a:p>
                  </a:txBody>
                  <a:tcPr marL="0" marR="0" marT="1581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bl>
          </a:graphicData>
        </a:graphic>
      </p:graphicFrame>
      <p:sp>
        <p:nvSpPr>
          <p:cNvPr id="5" name="object 5"/>
          <p:cNvSpPr/>
          <p:nvPr/>
        </p:nvSpPr>
        <p:spPr>
          <a:xfrm>
            <a:off x="667512" y="6832092"/>
            <a:ext cx="9359265" cy="56515"/>
          </a:xfrm>
          <a:custGeom>
            <a:avLst/>
            <a:gdLst/>
            <a:ahLst/>
            <a:cxnLst/>
            <a:rect l="l" t="t" r="r" b="b"/>
            <a:pathLst>
              <a:path w="9359265" h="56515">
                <a:moveTo>
                  <a:pt x="9358884" y="47244"/>
                </a:moveTo>
                <a:lnTo>
                  <a:pt x="0" y="47244"/>
                </a:lnTo>
                <a:lnTo>
                  <a:pt x="0" y="56388"/>
                </a:lnTo>
                <a:lnTo>
                  <a:pt x="9358884" y="56388"/>
                </a:lnTo>
                <a:lnTo>
                  <a:pt x="9358884" y="47244"/>
                </a:lnTo>
                <a:close/>
              </a:path>
              <a:path w="9359265" h="56515">
                <a:moveTo>
                  <a:pt x="9358884" y="0"/>
                </a:moveTo>
                <a:lnTo>
                  <a:pt x="0" y="0"/>
                </a:lnTo>
                <a:lnTo>
                  <a:pt x="0" y="38100"/>
                </a:lnTo>
                <a:lnTo>
                  <a:pt x="9358884" y="38100"/>
                </a:lnTo>
                <a:lnTo>
                  <a:pt x="9358884" y="0"/>
                </a:lnTo>
                <a:close/>
              </a:path>
            </a:pathLst>
          </a:custGeom>
          <a:solidFill>
            <a:srgbClr val="612322"/>
          </a:solidFill>
        </p:spPr>
        <p:txBody>
          <a:bodyPr wrap="square" lIns="0" tIns="0" rIns="0" bIns="0" rtlCol="0"/>
          <a:lstStyle/>
          <a:p/>
        </p:txBody>
      </p:sp>
      <p:sp>
        <p:nvSpPr>
          <p:cNvPr id="6" name="object 6"/>
          <p:cNvSpPr txBox="1"/>
          <p:nvPr/>
        </p:nvSpPr>
        <p:spPr>
          <a:xfrm>
            <a:off x="673100" y="6887942"/>
            <a:ext cx="775970" cy="204470"/>
          </a:xfrm>
          <a:prstGeom prst="rect">
            <a:avLst/>
          </a:prstGeom>
        </p:spPr>
        <p:txBody>
          <a:bodyPr vert="horz" wrap="square" lIns="0" tIns="5080" rIns="0" bIns="0" rtlCol="0">
            <a:spAutoFit/>
          </a:bodyPr>
          <a:lstStyle/>
          <a:p>
            <a:pPr marL="12700">
              <a:lnSpc>
                <a:spcPct val="100000"/>
              </a:lnSpc>
              <a:spcBef>
                <a:spcPts val="40"/>
              </a:spcBef>
            </a:pPr>
            <a:r>
              <a:rPr sz="1200" dirty="0">
                <a:latin typeface="Cambria" panose="02040503050406030204"/>
                <a:cs typeface="Cambria" panose="02040503050406030204"/>
              </a:rPr>
              <a:t>Dept.</a:t>
            </a:r>
            <a:r>
              <a:rPr sz="1200" spc="-15" dirty="0">
                <a:latin typeface="Cambria" panose="02040503050406030204"/>
                <a:cs typeface="Cambria" panose="02040503050406030204"/>
              </a:rPr>
              <a:t> </a:t>
            </a:r>
            <a:r>
              <a:rPr sz="1200" dirty="0">
                <a:latin typeface="Cambria" panose="02040503050406030204"/>
                <a:cs typeface="Cambria" panose="02040503050406030204"/>
              </a:rPr>
              <a:t>of</a:t>
            </a:r>
            <a:r>
              <a:rPr sz="1200" spc="-25" dirty="0">
                <a:latin typeface="Cambria" panose="02040503050406030204"/>
                <a:cs typeface="Cambria" panose="02040503050406030204"/>
              </a:rPr>
              <a:t> ISE</a:t>
            </a:r>
            <a:endParaRPr sz="1200">
              <a:latin typeface="Cambria" panose="02040503050406030204"/>
              <a:cs typeface="Cambria" panose="02040503050406030204"/>
            </a:endParaRPr>
          </a:p>
        </p:txBody>
      </p:sp>
      <p:sp>
        <p:nvSpPr>
          <p:cNvPr id="7" name="object 7"/>
          <p:cNvSpPr txBox="1"/>
          <p:nvPr/>
        </p:nvSpPr>
        <p:spPr>
          <a:xfrm>
            <a:off x="9462007" y="6887942"/>
            <a:ext cx="575945" cy="204470"/>
          </a:xfrm>
          <a:prstGeom prst="rect">
            <a:avLst/>
          </a:prstGeom>
        </p:spPr>
        <p:txBody>
          <a:bodyPr vert="horz" wrap="square" lIns="0" tIns="5080" rIns="0" bIns="0" rtlCol="0">
            <a:spAutoFit/>
          </a:bodyPr>
          <a:lstStyle/>
          <a:p>
            <a:pPr marL="12700">
              <a:lnSpc>
                <a:spcPct val="100000"/>
              </a:lnSpc>
              <a:spcBef>
                <a:spcPts val="40"/>
              </a:spcBef>
            </a:pPr>
            <a:r>
              <a:rPr sz="1200" dirty="0">
                <a:latin typeface="Cambria" panose="02040503050406030204"/>
                <a:cs typeface="Cambria" panose="02040503050406030204"/>
              </a:rPr>
              <a:t>Page</a:t>
            </a:r>
            <a:r>
              <a:rPr sz="1200" spc="-30" dirty="0">
                <a:latin typeface="Cambria" panose="02040503050406030204"/>
                <a:cs typeface="Cambria" panose="02040503050406030204"/>
              </a:rPr>
              <a:t> </a:t>
            </a:r>
            <a:r>
              <a:rPr sz="1200" spc="-25" dirty="0">
                <a:latin typeface="Cambria" panose="02040503050406030204"/>
                <a:cs typeface="Cambria" panose="02040503050406030204"/>
              </a:rPr>
              <a:t>42</a:t>
            </a:r>
            <a:endParaRPr sz="1200">
              <a:latin typeface="Cambria" panose="02040503050406030204"/>
              <a:cs typeface="Cambria" panose="0204050305040603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73100" y="964438"/>
            <a:ext cx="140081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Cambria" panose="02040503050406030204"/>
                <a:cs typeface="Cambria" panose="02040503050406030204"/>
              </a:rPr>
              <a:t>Software</a:t>
            </a:r>
            <a:r>
              <a:rPr sz="1200" spc="-40" dirty="0">
                <a:latin typeface="Cambria" panose="02040503050406030204"/>
                <a:cs typeface="Cambria" panose="02040503050406030204"/>
              </a:rPr>
              <a:t> </a:t>
            </a:r>
            <a:r>
              <a:rPr sz="1200" dirty="0">
                <a:latin typeface="Cambria" panose="02040503050406030204"/>
                <a:cs typeface="Cambria" panose="02040503050406030204"/>
              </a:rPr>
              <a:t>Testing</a:t>
            </a:r>
            <a:r>
              <a:rPr sz="1200" spc="-40" dirty="0">
                <a:latin typeface="Cambria" panose="02040503050406030204"/>
                <a:cs typeface="Cambria" panose="02040503050406030204"/>
              </a:rPr>
              <a:t> </a:t>
            </a:r>
            <a:r>
              <a:rPr sz="1200" spc="-25" dirty="0">
                <a:latin typeface="Cambria" panose="02040503050406030204"/>
                <a:cs typeface="Cambria" panose="02040503050406030204"/>
              </a:rPr>
              <a:t>Lab</a:t>
            </a:r>
            <a:endParaRPr sz="1200">
              <a:latin typeface="Cambria" panose="02040503050406030204"/>
              <a:cs typeface="Cambria" panose="02040503050406030204"/>
            </a:endParaRPr>
          </a:p>
        </p:txBody>
      </p:sp>
      <p:sp>
        <p:nvSpPr>
          <p:cNvPr id="3" name="object 3"/>
          <p:cNvSpPr txBox="1"/>
          <p:nvPr/>
        </p:nvSpPr>
        <p:spPr>
          <a:xfrm>
            <a:off x="9529064" y="964438"/>
            <a:ext cx="289560"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Cambria" panose="02040503050406030204"/>
                <a:cs typeface="Cambria" panose="02040503050406030204"/>
              </a:rPr>
              <a:t>MIT</a:t>
            </a:r>
            <a:endParaRPr sz="1200">
              <a:latin typeface="Cambria" panose="02040503050406030204"/>
              <a:cs typeface="Cambria" panose="02040503050406030204"/>
            </a:endParaRPr>
          </a:p>
        </p:txBody>
      </p:sp>
      <p:sp>
        <p:nvSpPr>
          <p:cNvPr id="4" name="object 4"/>
          <p:cNvSpPr/>
          <p:nvPr/>
        </p:nvSpPr>
        <p:spPr>
          <a:xfrm>
            <a:off x="667512" y="1204213"/>
            <a:ext cx="9359265" cy="56515"/>
          </a:xfrm>
          <a:custGeom>
            <a:avLst/>
            <a:gdLst/>
            <a:ahLst/>
            <a:cxnLst/>
            <a:rect l="l" t="t" r="r" b="b"/>
            <a:pathLst>
              <a:path w="9359265" h="56515">
                <a:moveTo>
                  <a:pt x="9358884" y="18288"/>
                </a:moveTo>
                <a:lnTo>
                  <a:pt x="0" y="18288"/>
                </a:lnTo>
                <a:lnTo>
                  <a:pt x="0" y="56388"/>
                </a:lnTo>
                <a:lnTo>
                  <a:pt x="9358884" y="56388"/>
                </a:lnTo>
                <a:lnTo>
                  <a:pt x="9358884" y="18288"/>
                </a:lnTo>
                <a:close/>
              </a:path>
              <a:path w="9359265" h="56515">
                <a:moveTo>
                  <a:pt x="9358884" y="0"/>
                </a:moveTo>
                <a:lnTo>
                  <a:pt x="0" y="0"/>
                </a:lnTo>
                <a:lnTo>
                  <a:pt x="0" y="9144"/>
                </a:lnTo>
                <a:lnTo>
                  <a:pt x="9358884" y="9144"/>
                </a:lnTo>
                <a:lnTo>
                  <a:pt x="9358884" y="0"/>
                </a:lnTo>
                <a:close/>
              </a:path>
            </a:pathLst>
          </a:custGeom>
          <a:solidFill>
            <a:srgbClr val="612322"/>
          </a:solidFill>
        </p:spPr>
        <p:txBody>
          <a:bodyPr wrap="square" lIns="0" tIns="0" rIns="0" bIns="0" rtlCol="0"/>
          <a:lstStyle/>
          <a:p/>
        </p:txBody>
      </p:sp>
      <p:sp>
        <p:nvSpPr>
          <p:cNvPr id="5" name="object 5"/>
          <p:cNvSpPr/>
          <p:nvPr/>
        </p:nvSpPr>
        <p:spPr>
          <a:xfrm>
            <a:off x="667512" y="6832092"/>
            <a:ext cx="9359265" cy="56515"/>
          </a:xfrm>
          <a:custGeom>
            <a:avLst/>
            <a:gdLst/>
            <a:ahLst/>
            <a:cxnLst/>
            <a:rect l="l" t="t" r="r" b="b"/>
            <a:pathLst>
              <a:path w="9359265" h="56515">
                <a:moveTo>
                  <a:pt x="9358884" y="47244"/>
                </a:moveTo>
                <a:lnTo>
                  <a:pt x="0" y="47244"/>
                </a:lnTo>
                <a:lnTo>
                  <a:pt x="0" y="56388"/>
                </a:lnTo>
                <a:lnTo>
                  <a:pt x="9358884" y="56388"/>
                </a:lnTo>
                <a:lnTo>
                  <a:pt x="9358884" y="47244"/>
                </a:lnTo>
                <a:close/>
              </a:path>
              <a:path w="9359265" h="56515">
                <a:moveTo>
                  <a:pt x="9358884" y="0"/>
                </a:moveTo>
                <a:lnTo>
                  <a:pt x="0" y="0"/>
                </a:lnTo>
                <a:lnTo>
                  <a:pt x="0" y="38100"/>
                </a:lnTo>
                <a:lnTo>
                  <a:pt x="9358884" y="38100"/>
                </a:lnTo>
                <a:lnTo>
                  <a:pt x="9358884" y="0"/>
                </a:lnTo>
                <a:close/>
              </a:path>
            </a:pathLst>
          </a:custGeom>
          <a:solidFill>
            <a:srgbClr val="612322"/>
          </a:solidFill>
        </p:spPr>
        <p:txBody>
          <a:bodyPr wrap="square" lIns="0" tIns="0" rIns="0" bIns="0" rtlCol="0"/>
          <a:lstStyle/>
          <a:p/>
        </p:txBody>
      </p:sp>
      <p:sp>
        <p:nvSpPr>
          <p:cNvPr id="6" name="object 6"/>
          <p:cNvSpPr txBox="1"/>
          <p:nvPr/>
        </p:nvSpPr>
        <p:spPr>
          <a:xfrm>
            <a:off x="3965575" y="1583182"/>
            <a:ext cx="2640330"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Calibri" panose="020F0502020204030204"/>
                <a:cs typeface="Calibri" panose="020F0502020204030204"/>
              </a:rPr>
              <a:t>Next</a:t>
            </a:r>
            <a:r>
              <a:rPr sz="1200" b="1" spc="-20" dirty="0">
                <a:latin typeface="Calibri" panose="020F0502020204030204"/>
                <a:cs typeface="Calibri" panose="020F0502020204030204"/>
              </a:rPr>
              <a:t> </a:t>
            </a:r>
            <a:r>
              <a:rPr sz="1200" b="1" dirty="0">
                <a:latin typeface="Calibri" panose="020F0502020204030204"/>
                <a:cs typeface="Calibri" panose="020F0502020204030204"/>
              </a:rPr>
              <a:t>date</a:t>
            </a:r>
            <a:r>
              <a:rPr sz="1200" b="1" spc="-20" dirty="0">
                <a:latin typeface="Calibri" panose="020F0502020204030204"/>
                <a:cs typeface="Calibri" panose="020F0502020204030204"/>
              </a:rPr>
              <a:t> </a:t>
            </a:r>
            <a:r>
              <a:rPr sz="1200" b="1" dirty="0">
                <a:latin typeface="Calibri" panose="020F0502020204030204"/>
                <a:cs typeface="Calibri" panose="020F0502020204030204"/>
              </a:rPr>
              <a:t>Output</a:t>
            </a:r>
            <a:r>
              <a:rPr sz="1200" b="1" spc="-20" dirty="0">
                <a:latin typeface="Calibri" panose="020F0502020204030204"/>
                <a:cs typeface="Calibri" panose="020F0502020204030204"/>
              </a:rPr>
              <a:t> </a:t>
            </a:r>
            <a:r>
              <a:rPr sz="1200" b="1" dirty="0">
                <a:latin typeface="Calibri" panose="020F0502020204030204"/>
                <a:cs typeface="Calibri" panose="020F0502020204030204"/>
              </a:rPr>
              <a:t>Special</a:t>
            </a:r>
            <a:r>
              <a:rPr sz="1200" b="1" spc="-15" dirty="0">
                <a:latin typeface="Calibri" panose="020F0502020204030204"/>
                <a:cs typeface="Calibri" panose="020F0502020204030204"/>
              </a:rPr>
              <a:t> </a:t>
            </a:r>
            <a:r>
              <a:rPr sz="1200" b="1" dirty="0">
                <a:latin typeface="Calibri" panose="020F0502020204030204"/>
                <a:cs typeface="Calibri" panose="020F0502020204030204"/>
              </a:rPr>
              <a:t>value</a:t>
            </a:r>
            <a:r>
              <a:rPr sz="1200" b="1" spc="-30" dirty="0">
                <a:latin typeface="Calibri" panose="020F0502020204030204"/>
                <a:cs typeface="Calibri" panose="020F0502020204030204"/>
              </a:rPr>
              <a:t> </a:t>
            </a:r>
            <a:r>
              <a:rPr sz="1200" b="1" dirty="0">
                <a:latin typeface="Calibri" panose="020F0502020204030204"/>
                <a:cs typeface="Calibri" panose="020F0502020204030204"/>
              </a:rPr>
              <a:t>test</a:t>
            </a:r>
            <a:r>
              <a:rPr sz="1200" b="1" spc="-25" dirty="0">
                <a:latin typeface="Calibri" panose="020F0502020204030204"/>
                <a:cs typeface="Calibri" panose="020F0502020204030204"/>
              </a:rPr>
              <a:t> </a:t>
            </a:r>
            <a:r>
              <a:rPr sz="1200" b="1" spc="-10" dirty="0">
                <a:latin typeface="Calibri" panose="020F0502020204030204"/>
                <a:cs typeface="Calibri" panose="020F0502020204030204"/>
              </a:rPr>
              <a:t>cases</a:t>
            </a:r>
            <a:endParaRPr sz="1200">
              <a:latin typeface="Calibri" panose="020F0502020204030204"/>
              <a:cs typeface="Calibri" panose="020F0502020204030204"/>
            </a:endParaRPr>
          </a:p>
        </p:txBody>
      </p:sp>
      <p:sp>
        <p:nvSpPr>
          <p:cNvPr id="8" name="object 8"/>
          <p:cNvSpPr txBox="1"/>
          <p:nvPr/>
        </p:nvSpPr>
        <p:spPr>
          <a:xfrm>
            <a:off x="673100" y="6887942"/>
            <a:ext cx="775970" cy="204470"/>
          </a:xfrm>
          <a:prstGeom prst="rect">
            <a:avLst/>
          </a:prstGeom>
        </p:spPr>
        <p:txBody>
          <a:bodyPr vert="horz" wrap="square" lIns="0" tIns="5080" rIns="0" bIns="0" rtlCol="0">
            <a:spAutoFit/>
          </a:bodyPr>
          <a:lstStyle/>
          <a:p>
            <a:pPr marL="12700">
              <a:lnSpc>
                <a:spcPct val="100000"/>
              </a:lnSpc>
              <a:spcBef>
                <a:spcPts val="40"/>
              </a:spcBef>
            </a:pPr>
            <a:r>
              <a:rPr sz="1200" dirty="0">
                <a:latin typeface="Cambria" panose="02040503050406030204"/>
                <a:cs typeface="Cambria" panose="02040503050406030204"/>
              </a:rPr>
              <a:t>Dept.</a:t>
            </a:r>
            <a:r>
              <a:rPr sz="1200" spc="-15" dirty="0">
                <a:latin typeface="Cambria" panose="02040503050406030204"/>
                <a:cs typeface="Cambria" panose="02040503050406030204"/>
              </a:rPr>
              <a:t> </a:t>
            </a:r>
            <a:r>
              <a:rPr sz="1200" dirty="0">
                <a:latin typeface="Cambria" panose="02040503050406030204"/>
                <a:cs typeface="Cambria" panose="02040503050406030204"/>
              </a:rPr>
              <a:t>of</a:t>
            </a:r>
            <a:r>
              <a:rPr sz="1200" spc="-25" dirty="0">
                <a:latin typeface="Cambria" panose="02040503050406030204"/>
                <a:cs typeface="Cambria" panose="02040503050406030204"/>
              </a:rPr>
              <a:t> ISE</a:t>
            </a:r>
            <a:endParaRPr sz="1200">
              <a:latin typeface="Cambria" panose="02040503050406030204"/>
              <a:cs typeface="Cambria" panose="02040503050406030204"/>
            </a:endParaRPr>
          </a:p>
        </p:txBody>
      </p:sp>
      <p:sp>
        <p:nvSpPr>
          <p:cNvPr id="9" name="object 9"/>
          <p:cNvSpPr txBox="1"/>
          <p:nvPr/>
        </p:nvSpPr>
        <p:spPr>
          <a:xfrm>
            <a:off x="9462007" y="6887942"/>
            <a:ext cx="575945" cy="204470"/>
          </a:xfrm>
          <a:prstGeom prst="rect">
            <a:avLst/>
          </a:prstGeom>
        </p:spPr>
        <p:txBody>
          <a:bodyPr vert="horz" wrap="square" lIns="0" tIns="5080" rIns="0" bIns="0" rtlCol="0">
            <a:spAutoFit/>
          </a:bodyPr>
          <a:lstStyle/>
          <a:p>
            <a:pPr marL="12700">
              <a:lnSpc>
                <a:spcPct val="100000"/>
              </a:lnSpc>
              <a:spcBef>
                <a:spcPts val="40"/>
              </a:spcBef>
            </a:pPr>
            <a:r>
              <a:rPr sz="1200" dirty="0">
                <a:latin typeface="Cambria" panose="02040503050406030204"/>
                <a:cs typeface="Cambria" panose="02040503050406030204"/>
              </a:rPr>
              <a:t>Page</a:t>
            </a:r>
            <a:r>
              <a:rPr sz="1200" spc="-30" dirty="0">
                <a:latin typeface="Cambria" panose="02040503050406030204"/>
                <a:cs typeface="Cambria" panose="02040503050406030204"/>
              </a:rPr>
              <a:t> </a:t>
            </a:r>
            <a:r>
              <a:rPr sz="1200" spc="-25" dirty="0">
                <a:latin typeface="Cambria" panose="02040503050406030204"/>
                <a:cs typeface="Cambria" panose="02040503050406030204"/>
              </a:rPr>
              <a:t>43</a:t>
            </a:r>
            <a:endParaRPr sz="1200">
              <a:latin typeface="Cambria" panose="02040503050406030204"/>
              <a:cs typeface="Cambria" panose="02040503050406030204"/>
            </a:endParaRPr>
          </a:p>
        </p:txBody>
      </p:sp>
      <p:graphicFrame>
        <p:nvGraphicFramePr>
          <p:cNvPr id="7" name="object 7"/>
          <p:cNvGraphicFramePr>
            <a:graphicFrameLocks noGrp="1"/>
          </p:cNvGraphicFramePr>
          <p:nvPr/>
        </p:nvGraphicFramePr>
        <p:xfrm>
          <a:off x="568451" y="1789430"/>
          <a:ext cx="9514840" cy="2360295"/>
        </p:xfrm>
        <a:graphic>
          <a:graphicData uri="http://schemas.openxmlformats.org/drawingml/2006/table">
            <a:tbl>
              <a:tblPr firstRow="1" bandRow="1">
                <a:tableStyleId>{2D5ABB26-0587-4C30-8999-92F81FD0307C}</a:tableStyleId>
              </a:tblPr>
              <a:tblGrid>
                <a:gridCol w="601980"/>
                <a:gridCol w="2712720"/>
                <a:gridCol w="577214"/>
                <a:gridCol w="441325"/>
                <a:gridCol w="523875"/>
                <a:gridCol w="636270"/>
                <a:gridCol w="447039"/>
                <a:gridCol w="526414"/>
                <a:gridCol w="605155"/>
                <a:gridCol w="474345"/>
                <a:gridCol w="508000"/>
                <a:gridCol w="751840"/>
                <a:gridCol w="614679"/>
              </a:tblGrid>
              <a:tr h="205104">
                <a:tc rowSpan="2">
                  <a:txBody>
                    <a:bodyPr/>
                    <a:lstStyle/>
                    <a:p>
                      <a:pPr>
                        <a:lnSpc>
                          <a:spcPct val="100000"/>
                        </a:lnSpc>
                        <a:spcBef>
                          <a:spcPts val="345"/>
                        </a:spcBef>
                      </a:pPr>
                      <a:endParaRPr sz="1200">
                        <a:latin typeface="Times New Roman" panose="02020603050405020304"/>
                        <a:cs typeface="Times New Roman" panose="02020603050405020304"/>
                      </a:endParaRPr>
                    </a:p>
                    <a:p>
                      <a:pPr marL="76200">
                        <a:lnSpc>
                          <a:spcPct val="100000"/>
                        </a:lnSpc>
                      </a:pPr>
                      <a:r>
                        <a:rPr sz="1200" b="1" dirty="0">
                          <a:latin typeface="Calibri" panose="020F0502020204030204"/>
                          <a:cs typeface="Calibri" panose="020F0502020204030204"/>
                        </a:rPr>
                        <a:t>Case</a:t>
                      </a:r>
                      <a:r>
                        <a:rPr sz="1200" b="1" spc="-25" dirty="0">
                          <a:latin typeface="Calibri" panose="020F0502020204030204"/>
                          <a:cs typeface="Calibri" panose="020F0502020204030204"/>
                        </a:rPr>
                        <a:t> Id</a:t>
                      </a:r>
                      <a:endParaRPr sz="1200">
                        <a:latin typeface="Calibri" panose="020F0502020204030204"/>
                        <a:cs typeface="Calibri" panose="020F0502020204030204"/>
                      </a:endParaRPr>
                    </a:p>
                  </a:txBody>
                  <a:tcPr marL="0" marR="0" marT="438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rowSpan="2">
                  <a:txBody>
                    <a:bodyPr/>
                    <a:lstStyle/>
                    <a:p>
                      <a:pPr>
                        <a:lnSpc>
                          <a:spcPct val="100000"/>
                        </a:lnSpc>
                        <a:spcBef>
                          <a:spcPts val="345"/>
                        </a:spcBef>
                      </a:pPr>
                      <a:endParaRPr sz="1200">
                        <a:latin typeface="Times New Roman" panose="02020603050405020304"/>
                        <a:cs typeface="Times New Roman" panose="02020603050405020304"/>
                      </a:endParaRPr>
                    </a:p>
                    <a:p>
                      <a:pPr algn="ctr">
                        <a:lnSpc>
                          <a:spcPct val="100000"/>
                        </a:lnSpc>
                      </a:pPr>
                      <a:r>
                        <a:rPr sz="1200" b="1" spc="-10" dirty="0">
                          <a:latin typeface="Calibri" panose="020F0502020204030204"/>
                          <a:cs typeface="Calibri" panose="020F0502020204030204"/>
                        </a:rPr>
                        <a:t>Description</a:t>
                      </a:r>
                      <a:endParaRPr sz="1200">
                        <a:latin typeface="Calibri" panose="020F0502020204030204"/>
                        <a:cs typeface="Calibri" panose="020F0502020204030204"/>
                      </a:endParaRPr>
                    </a:p>
                  </a:txBody>
                  <a:tcPr marL="0" marR="0" marT="438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gridSpan="3">
                  <a:txBody>
                    <a:bodyPr/>
                    <a:lstStyle/>
                    <a:p>
                      <a:pPr marL="435610">
                        <a:lnSpc>
                          <a:spcPct val="100000"/>
                        </a:lnSpc>
                        <a:spcBef>
                          <a:spcPts val="10"/>
                        </a:spcBef>
                      </a:pPr>
                      <a:r>
                        <a:rPr sz="1200" b="1" dirty="0">
                          <a:latin typeface="Calibri" panose="020F0502020204030204"/>
                          <a:cs typeface="Calibri" panose="020F0502020204030204"/>
                        </a:rPr>
                        <a:t>Input</a:t>
                      </a:r>
                      <a:r>
                        <a:rPr sz="1200" b="1" spc="-35" dirty="0">
                          <a:latin typeface="Calibri" panose="020F0502020204030204"/>
                          <a:cs typeface="Calibri" panose="020F0502020204030204"/>
                        </a:rPr>
                        <a:t> </a:t>
                      </a:r>
                      <a:r>
                        <a:rPr sz="1200" b="1" spc="-20" dirty="0">
                          <a:latin typeface="Calibri" panose="020F0502020204030204"/>
                          <a:cs typeface="Calibri" panose="020F0502020204030204"/>
                        </a:rPr>
                        <a:t>Data</a:t>
                      </a:r>
                      <a:endParaRPr sz="1200">
                        <a:latin typeface="Calibri" panose="020F0502020204030204"/>
                        <a:cs typeface="Calibri" panose="020F0502020204030204"/>
                      </a:endParaRPr>
                    </a:p>
                  </a:txBody>
                  <a:tcPr marL="0" marR="0" marT="127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cPr marL="0" marR="0" marT="0" marB="0"/>
                </a:tc>
                <a:tc hMerge="1">
                  <a:tcPr marL="0" marR="0" marT="0" marB="0"/>
                </a:tc>
                <a:tc gridSpan="3">
                  <a:txBody>
                    <a:bodyPr/>
                    <a:lstStyle/>
                    <a:p>
                      <a:pPr marL="272415">
                        <a:lnSpc>
                          <a:spcPct val="100000"/>
                        </a:lnSpc>
                        <a:spcBef>
                          <a:spcPts val="10"/>
                        </a:spcBef>
                      </a:pPr>
                      <a:r>
                        <a:rPr sz="1200" b="1" dirty="0">
                          <a:latin typeface="Calibri" panose="020F0502020204030204"/>
                          <a:cs typeface="Calibri" panose="020F0502020204030204"/>
                        </a:rPr>
                        <a:t>Expected</a:t>
                      </a:r>
                      <a:r>
                        <a:rPr sz="1200" b="1" spc="-20" dirty="0">
                          <a:latin typeface="Calibri" panose="020F0502020204030204"/>
                          <a:cs typeface="Calibri" panose="020F0502020204030204"/>
                        </a:rPr>
                        <a:t> </a:t>
                      </a:r>
                      <a:r>
                        <a:rPr sz="1200" b="1" spc="-10" dirty="0">
                          <a:latin typeface="Calibri" panose="020F0502020204030204"/>
                          <a:cs typeface="Calibri" panose="020F0502020204030204"/>
                        </a:rPr>
                        <a:t>Output</a:t>
                      </a:r>
                      <a:endParaRPr sz="1200">
                        <a:latin typeface="Calibri" panose="020F0502020204030204"/>
                        <a:cs typeface="Calibri" panose="020F0502020204030204"/>
                      </a:endParaRPr>
                    </a:p>
                  </a:txBody>
                  <a:tcPr marL="0" marR="0" marT="127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cPr marL="0" marR="0" marT="0" marB="0"/>
                </a:tc>
                <a:tc hMerge="1">
                  <a:tcPr marL="0" marR="0" marT="0" marB="0"/>
                </a:tc>
                <a:tc gridSpan="3">
                  <a:txBody>
                    <a:bodyPr/>
                    <a:lstStyle/>
                    <a:p>
                      <a:pPr marL="359410">
                        <a:lnSpc>
                          <a:spcPct val="100000"/>
                        </a:lnSpc>
                        <a:spcBef>
                          <a:spcPts val="10"/>
                        </a:spcBef>
                      </a:pPr>
                      <a:r>
                        <a:rPr sz="1200" b="1" dirty="0">
                          <a:latin typeface="Calibri" panose="020F0502020204030204"/>
                          <a:cs typeface="Calibri" panose="020F0502020204030204"/>
                        </a:rPr>
                        <a:t>Actual</a:t>
                      </a:r>
                      <a:r>
                        <a:rPr sz="1200" b="1" spc="-20" dirty="0">
                          <a:latin typeface="Calibri" panose="020F0502020204030204"/>
                          <a:cs typeface="Calibri" panose="020F0502020204030204"/>
                        </a:rPr>
                        <a:t> </a:t>
                      </a:r>
                      <a:r>
                        <a:rPr sz="1200" b="1" spc="-10" dirty="0">
                          <a:latin typeface="Calibri" panose="020F0502020204030204"/>
                          <a:cs typeface="Calibri" panose="020F0502020204030204"/>
                        </a:rPr>
                        <a:t>output</a:t>
                      </a:r>
                      <a:endParaRPr sz="1200">
                        <a:latin typeface="Calibri" panose="020F0502020204030204"/>
                        <a:cs typeface="Calibri" panose="020F0502020204030204"/>
                      </a:endParaRPr>
                    </a:p>
                  </a:txBody>
                  <a:tcPr marL="0" marR="0" marT="127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cPr marL="0" marR="0" marT="0" marB="0"/>
                </a:tc>
                <a:tc hMerge="1">
                  <a:tcPr marL="0" marR="0" marT="0" marB="0"/>
                </a:tc>
                <a:tc>
                  <a:txBody>
                    <a:bodyPr/>
                    <a:lstStyle/>
                    <a:p>
                      <a:pPr marL="177800">
                        <a:lnSpc>
                          <a:spcPct val="100000"/>
                        </a:lnSpc>
                        <a:spcBef>
                          <a:spcPts val="10"/>
                        </a:spcBef>
                      </a:pPr>
                      <a:r>
                        <a:rPr sz="1200" b="1" spc="-10" dirty="0">
                          <a:latin typeface="Calibri" panose="020F0502020204030204"/>
                          <a:cs typeface="Calibri" panose="020F0502020204030204"/>
                        </a:rPr>
                        <a:t>Status</a:t>
                      </a:r>
                      <a:endParaRPr sz="1200">
                        <a:latin typeface="Calibri" panose="020F0502020204030204"/>
                        <a:cs typeface="Calibri" panose="020F0502020204030204"/>
                      </a:endParaRPr>
                    </a:p>
                  </a:txBody>
                  <a:tcPr marL="0" marR="0" marT="127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435609">
                <a:tc vMerge="1">
                  <a:tcPr marL="0" marR="0" marT="438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cPr marL="0" marR="0" marT="438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925"/>
                        </a:spcBef>
                      </a:pPr>
                      <a:r>
                        <a:rPr sz="1200" b="1" spc="-10" dirty="0">
                          <a:latin typeface="Calibri" panose="020F0502020204030204"/>
                          <a:cs typeface="Calibri" panose="020F0502020204030204"/>
                        </a:rPr>
                        <a:t>month</a:t>
                      </a:r>
                      <a:endParaRPr sz="1200">
                        <a:latin typeface="Calibri" panose="020F0502020204030204"/>
                        <a:cs typeface="Calibri" panose="020F0502020204030204"/>
                      </a:endParaRPr>
                    </a:p>
                  </a:txBody>
                  <a:tcPr marL="0" marR="0" marT="1174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925"/>
                        </a:spcBef>
                      </a:pPr>
                      <a:r>
                        <a:rPr sz="1200" b="1" spc="-25" dirty="0">
                          <a:latin typeface="Calibri" panose="020F0502020204030204"/>
                          <a:cs typeface="Calibri" panose="020F0502020204030204"/>
                        </a:rPr>
                        <a:t>day</a:t>
                      </a:r>
                      <a:endParaRPr sz="1200">
                        <a:latin typeface="Calibri" panose="020F0502020204030204"/>
                        <a:cs typeface="Calibri" panose="020F0502020204030204"/>
                      </a:endParaRPr>
                    </a:p>
                  </a:txBody>
                  <a:tcPr marL="0" marR="0" marT="1174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925"/>
                        </a:spcBef>
                      </a:pPr>
                      <a:r>
                        <a:rPr sz="1200" b="1" spc="-20" dirty="0">
                          <a:latin typeface="Calibri" panose="020F0502020204030204"/>
                          <a:cs typeface="Calibri" panose="020F0502020204030204"/>
                        </a:rPr>
                        <a:t>year</a:t>
                      </a:r>
                      <a:endParaRPr sz="1200">
                        <a:latin typeface="Calibri" panose="020F0502020204030204"/>
                        <a:cs typeface="Calibri" panose="020F0502020204030204"/>
                      </a:endParaRPr>
                    </a:p>
                  </a:txBody>
                  <a:tcPr marL="0" marR="0" marT="1174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925"/>
                        </a:spcBef>
                      </a:pPr>
                      <a:r>
                        <a:rPr sz="1200" b="1" spc="-10" dirty="0">
                          <a:latin typeface="Calibri" panose="020F0502020204030204"/>
                          <a:cs typeface="Calibri" panose="020F0502020204030204"/>
                        </a:rPr>
                        <a:t>month</a:t>
                      </a:r>
                      <a:endParaRPr sz="1200">
                        <a:latin typeface="Calibri" panose="020F0502020204030204"/>
                        <a:cs typeface="Calibri" panose="020F0502020204030204"/>
                      </a:endParaRPr>
                    </a:p>
                  </a:txBody>
                  <a:tcPr marL="0" marR="0" marT="1174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925"/>
                        </a:spcBef>
                      </a:pPr>
                      <a:r>
                        <a:rPr sz="1200" b="1" spc="-25" dirty="0">
                          <a:latin typeface="Calibri" panose="020F0502020204030204"/>
                          <a:cs typeface="Calibri" panose="020F0502020204030204"/>
                        </a:rPr>
                        <a:t>day</a:t>
                      </a:r>
                      <a:endParaRPr sz="1200">
                        <a:latin typeface="Calibri" panose="020F0502020204030204"/>
                        <a:cs typeface="Calibri" panose="020F0502020204030204"/>
                      </a:endParaRPr>
                    </a:p>
                  </a:txBody>
                  <a:tcPr marL="0" marR="0" marT="1174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925"/>
                        </a:spcBef>
                      </a:pPr>
                      <a:r>
                        <a:rPr sz="1200" b="1" spc="-20" dirty="0">
                          <a:latin typeface="Calibri" panose="020F0502020204030204"/>
                          <a:cs typeface="Calibri" panose="020F0502020204030204"/>
                        </a:rPr>
                        <a:t>year</a:t>
                      </a:r>
                      <a:endParaRPr sz="1200">
                        <a:latin typeface="Calibri" panose="020F0502020204030204"/>
                        <a:cs typeface="Calibri" panose="020F0502020204030204"/>
                      </a:endParaRPr>
                    </a:p>
                  </a:txBody>
                  <a:tcPr marL="0" marR="0" marT="1174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89535">
                        <a:lnSpc>
                          <a:spcPct val="100000"/>
                        </a:lnSpc>
                        <a:spcBef>
                          <a:spcPts val="925"/>
                        </a:spcBef>
                      </a:pPr>
                      <a:r>
                        <a:rPr sz="1200" b="1" spc="-10" dirty="0">
                          <a:latin typeface="Calibri" panose="020F0502020204030204"/>
                          <a:cs typeface="Calibri" panose="020F0502020204030204"/>
                        </a:rPr>
                        <a:t>month</a:t>
                      </a:r>
                      <a:endParaRPr sz="1200">
                        <a:latin typeface="Calibri" panose="020F0502020204030204"/>
                        <a:cs typeface="Calibri" panose="020F0502020204030204"/>
                      </a:endParaRPr>
                    </a:p>
                  </a:txBody>
                  <a:tcPr marL="0" marR="0" marT="1174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23190">
                        <a:lnSpc>
                          <a:spcPct val="100000"/>
                        </a:lnSpc>
                        <a:spcBef>
                          <a:spcPts val="925"/>
                        </a:spcBef>
                      </a:pPr>
                      <a:r>
                        <a:rPr sz="1200" b="1" spc="-25" dirty="0">
                          <a:latin typeface="Calibri" panose="020F0502020204030204"/>
                          <a:cs typeface="Calibri" panose="020F0502020204030204"/>
                        </a:rPr>
                        <a:t>day</a:t>
                      </a:r>
                      <a:endParaRPr sz="1200">
                        <a:latin typeface="Calibri" panose="020F0502020204030204"/>
                        <a:cs typeface="Calibri" panose="020F0502020204030204"/>
                      </a:endParaRPr>
                    </a:p>
                  </a:txBody>
                  <a:tcPr marL="0" marR="0" marT="1174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13665">
                        <a:lnSpc>
                          <a:spcPct val="100000"/>
                        </a:lnSpc>
                        <a:spcBef>
                          <a:spcPts val="925"/>
                        </a:spcBef>
                      </a:pPr>
                      <a:r>
                        <a:rPr sz="1200" b="1" spc="-20" dirty="0">
                          <a:latin typeface="Calibri" panose="020F0502020204030204"/>
                          <a:cs typeface="Calibri" panose="020F0502020204030204"/>
                        </a:rPr>
                        <a:t>year</a:t>
                      </a:r>
                      <a:endParaRPr sz="1200">
                        <a:latin typeface="Calibri" panose="020F0502020204030204"/>
                        <a:cs typeface="Calibri" panose="020F0502020204030204"/>
                      </a:endParaRPr>
                    </a:p>
                  </a:txBody>
                  <a:tcPr marL="0" marR="0" marT="1174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200660" marR="95250" indent="-99060">
                        <a:lnSpc>
                          <a:spcPct val="102000"/>
                        </a:lnSpc>
                        <a:spcBef>
                          <a:spcPts val="165"/>
                        </a:spcBef>
                      </a:pPr>
                      <a:r>
                        <a:rPr sz="1200" b="1" spc="-20" dirty="0">
                          <a:latin typeface="Calibri" panose="020F0502020204030204"/>
                          <a:cs typeface="Calibri" panose="020F0502020204030204"/>
                        </a:rPr>
                        <a:t>Comm </a:t>
                      </a:r>
                      <a:r>
                        <a:rPr sz="1200" b="1" spc="-25" dirty="0">
                          <a:latin typeface="Calibri" panose="020F0502020204030204"/>
                          <a:cs typeface="Calibri" panose="020F0502020204030204"/>
                        </a:rPr>
                        <a:t>ent</a:t>
                      </a:r>
                      <a:endParaRPr sz="1200">
                        <a:latin typeface="Calibri" panose="020F0502020204030204"/>
                        <a:cs typeface="Calibri" panose="020F0502020204030204"/>
                      </a:endParaRPr>
                    </a:p>
                  </a:txBody>
                  <a:tcPr marL="0" marR="0" marT="2095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749300">
                <a:tc>
                  <a:txBody>
                    <a:bodyPr/>
                    <a:lstStyle/>
                    <a:p>
                      <a:pPr>
                        <a:lnSpc>
                          <a:spcPct val="100000"/>
                        </a:lnSpc>
                        <a:spcBef>
                          <a:spcPts val="780"/>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9906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780"/>
                        </a:spcBef>
                      </a:pPr>
                      <a:endParaRPr sz="1200">
                        <a:latin typeface="Times New Roman" panose="02020603050405020304"/>
                        <a:cs typeface="Times New Roman" panose="02020603050405020304"/>
                      </a:endParaRPr>
                    </a:p>
                    <a:p>
                      <a:pPr algn="ctr">
                        <a:lnSpc>
                          <a:spcPct val="100000"/>
                        </a:lnSpc>
                      </a:pPr>
                      <a:r>
                        <a:rPr sz="1200" dirty="0">
                          <a:latin typeface="Calibri" panose="020F0502020204030204"/>
                          <a:cs typeface="Calibri" panose="020F0502020204030204"/>
                        </a:rPr>
                        <a:t>Enter</a:t>
                      </a:r>
                      <a:r>
                        <a:rPr sz="1200" spc="-10" dirty="0">
                          <a:latin typeface="Calibri" panose="020F0502020204030204"/>
                          <a:cs typeface="Calibri" panose="020F0502020204030204"/>
                        </a:rPr>
                        <a:t> </a:t>
                      </a:r>
                      <a:r>
                        <a:rPr sz="1200" dirty="0">
                          <a:latin typeface="Calibri" panose="020F0502020204030204"/>
                          <a:cs typeface="Calibri" panose="020F0502020204030204"/>
                        </a:rPr>
                        <a:t>the</a:t>
                      </a:r>
                      <a:r>
                        <a:rPr sz="1200" spc="-20" dirty="0">
                          <a:latin typeface="Calibri" panose="020F0502020204030204"/>
                          <a:cs typeface="Calibri" panose="020F0502020204030204"/>
                        </a:rPr>
                        <a:t> </a:t>
                      </a:r>
                      <a:r>
                        <a:rPr sz="1200" dirty="0">
                          <a:latin typeface="Calibri" panose="020F0502020204030204"/>
                          <a:cs typeface="Calibri" panose="020F0502020204030204"/>
                        </a:rPr>
                        <a:t>D1,</a:t>
                      </a:r>
                      <a:r>
                        <a:rPr sz="1200" spc="-20" dirty="0">
                          <a:latin typeface="Calibri" panose="020F0502020204030204"/>
                          <a:cs typeface="Calibri" panose="020F0502020204030204"/>
                        </a:rPr>
                        <a:t> </a:t>
                      </a:r>
                      <a:r>
                        <a:rPr sz="1200" dirty="0">
                          <a:latin typeface="Calibri" panose="020F0502020204030204"/>
                          <a:cs typeface="Calibri" panose="020F0502020204030204"/>
                        </a:rPr>
                        <a:t>M1</a:t>
                      </a:r>
                      <a:r>
                        <a:rPr sz="1200" spc="-10" dirty="0">
                          <a:latin typeface="Calibri" panose="020F0502020204030204"/>
                          <a:cs typeface="Calibri" panose="020F0502020204030204"/>
                        </a:rPr>
                        <a:t> </a:t>
                      </a:r>
                      <a:r>
                        <a:rPr sz="1200" dirty="0">
                          <a:latin typeface="Calibri" panose="020F0502020204030204"/>
                          <a:cs typeface="Calibri" panose="020F0502020204030204"/>
                        </a:rPr>
                        <a:t>and</a:t>
                      </a:r>
                      <a:r>
                        <a:rPr sz="1200" spc="-20" dirty="0">
                          <a:latin typeface="Calibri" panose="020F0502020204030204"/>
                          <a:cs typeface="Calibri" panose="020F0502020204030204"/>
                        </a:rPr>
                        <a:t> </a:t>
                      </a:r>
                      <a:r>
                        <a:rPr sz="1200" dirty="0">
                          <a:latin typeface="Calibri" panose="020F0502020204030204"/>
                          <a:cs typeface="Calibri" panose="020F0502020204030204"/>
                        </a:rPr>
                        <a:t>Y1</a:t>
                      </a:r>
                      <a:r>
                        <a:rPr sz="1200" spc="-20" dirty="0">
                          <a:latin typeface="Calibri" panose="020F0502020204030204"/>
                          <a:cs typeface="Calibri" panose="020F0502020204030204"/>
                        </a:rPr>
                        <a:t> </a:t>
                      </a:r>
                      <a:r>
                        <a:rPr sz="1200" dirty="0">
                          <a:latin typeface="Calibri" panose="020F0502020204030204"/>
                          <a:cs typeface="Calibri" panose="020F0502020204030204"/>
                        </a:rPr>
                        <a:t>valid</a:t>
                      </a:r>
                      <a:r>
                        <a:rPr sz="1200" spc="-10" dirty="0">
                          <a:latin typeface="Calibri" panose="020F0502020204030204"/>
                          <a:cs typeface="Calibri" panose="020F0502020204030204"/>
                        </a:rPr>
                        <a:t> cases</a:t>
                      </a:r>
                      <a:endParaRPr sz="1200">
                        <a:latin typeface="Calibri" panose="020F0502020204030204"/>
                        <a:cs typeface="Calibri" panose="020F0502020204030204"/>
                      </a:endParaRPr>
                    </a:p>
                  </a:txBody>
                  <a:tcPr marL="0" marR="0" marT="9906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780"/>
                        </a:spcBef>
                      </a:pPr>
                      <a:endParaRPr sz="1200">
                        <a:latin typeface="Times New Roman" panose="02020603050405020304"/>
                        <a:cs typeface="Times New Roman" panose="02020603050405020304"/>
                      </a:endParaRPr>
                    </a:p>
                    <a:p>
                      <a:pPr marL="1270" algn="ctr">
                        <a:lnSpc>
                          <a:spcPct val="100000"/>
                        </a:lnSpc>
                      </a:pPr>
                      <a:r>
                        <a:rPr sz="1200" spc="-25" dirty="0">
                          <a:latin typeface="Calibri" panose="020F0502020204030204"/>
                          <a:cs typeface="Calibri" panose="020F0502020204030204"/>
                        </a:rPr>
                        <a:t>12</a:t>
                      </a:r>
                      <a:endParaRPr sz="1200">
                        <a:latin typeface="Calibri" panose="020F0502020204030204"/>
                        <a:cs typeface="Calibri" panose="020F0502020204030204"/>
                      </a:endParaRPr>
                    </a:p>
                  </a:txBody>
                  <a:tcPr marL="0" marR="0" marT="9906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780"/>
                        </a:spcBef>
                      </a:pPr>
                      <a:endParaRPr sz="1200">
                        <a:latin typeface="Times New Roman" panose="02020603050405020304"/>
                        <a:cs typeface="Times New Roman" panose="02020603050405020304"/>
                      </a:endParaRPr>
                    </a:p>
                    <a:p>
                      <a:pPr algn="ctr">
                        <a:lnSpc>
                          <a:spcPct val="100000"/>
                        </a:lnSpc>
                      </a:pPr>
                      <a:r>
                        <a:rPr sz="1200" spc="-25" dirty="0">
                          <a:latin typeface="Calibri" panose="020F0502020204030204"/>
                          <a:cs typeface="Calibri" panose="020F0502020204030204"/>
                        </a:rPr>
                        <a:t>31</a:t>
                      </a:r>
                      <a:endParaRPr sz="1200">
                        <a:latin typeface="Calibri" panose="020F0502020204030204"/>
                        <a:cs typeface="Calibri" panose="020F0502020204030204"/>
                      </a:endParaRPr>
                    </a:p>
                  </a:txBody>
                  <a:tcPr marL="0" marR="0" marT="9906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780"/>
                        </a:spcBef>
                      </a:pPr>
                      <a:endParaRPr sz="1200">
                        <a:latin typeface="Times New Roman" panose="02020603050405020304"/>
                        <a:cs typeface="Times New Roman" panose="02020603050405020304"/>
                      </a:endParaRPr>
                    </a:p>
                    <a:p>
                      <a:pPr algn="ctr">
                        <a:lnSpc>
                          <a:spcPct val="100000"/>
                        </a:lnSpc>
                      </a:pPr>
                      <a:r>
                        <a:rPr sz="1200" spc="-20" dirty="0">
                          <a:latin typeface="Calibri" panose="020F0502020204030204"/>
                          <a:cs typeface="Calibri" panose="020F0502020204030204"/>
                        </a:rPr>
                        <a:t>1811</a:t>
                      </a:r>
                      <a:endParaRPr sz="1200">
                        <a:latin typeface="Calibri" panose="020F0502020204030204"/>
                        <a:cs typeface="Calibri" panose="020F0502020204030204"/>
                      </a:endParaRPr>
                    </a:p>
                  </a:txBody>
                  <a:tcPr marL="0" marR="0" marT="9906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gridSpan="3">
                  <a:txBody>
                    <a:bodyPr/>
                    <a:lstStyle/>
                    <a:p>
                      <a:pPr marL="31115" algn="ctr">
                        <a:lnSpc>
                          <a:spcPts val="1405"/>
                        </a:lnSpc>
                      </a:pPr>
                      <a:r>
                        <a:rPr sz="1200" dirty="0">
                          <a:latin typeface="Calibri" panose="020F0502020204030204"/>
                          <a:cs typeface="Calibri" panose="020F0502020204030204"/>
                        </a:rPr>
                        <a:t>Should</a:t>
                      </a:r>
                      <a:r>
                        <a:rPr sz="1200" spc="-30" dirty="0">
                          <a:latin typeface="Calibri" panose="020F0502020204030204"/>
                          <a:cs typeface="Calibri" panose="020F0502020204030204"/>
                        </a:rPr>
                        <a:t> </a:t>
                      </a:r>
                      <a:r>
                        <a:rPr sz="1200" dirty="0">
                          <a:latin typeface="Calibri" panose="020F0502020204030204"/>
                          <a:cs typeface="Calibri" panose="020F0502020204030204"/>
                        </a:rPr>
                        <a:t>display</a:t>
                      </a:r>
                      <a:r>
                        <a:rPr sz="1200" spc="-25" dirty="0">
                          <a:latin typeface="Calibri" panose="020F0502020204030204"/>
                          <a:cs typeface="Calibri" panose="020F0502020204030204"/>
                        </a:rPr>
                        <a:t> the</a:t>
                      </a:r>
                      <a:endParaRPr sz="1200">
                        <a:latin typeface="Calibri" panose="020F0502020204030204"/>
                        <a:cs typeface="Calibri" panose="020F0502020204030204"/>
                      </a:endParaRPr>
                    </a:p>
                    <a:p>
                      <a:pPr marL="151765" marR="144780" algn="ctr">
                        <a:lnSpc>
                          <a:spcPct val="102000"/>
                        </a:lnSpc>
                      </a:pPr>
                      <a:r>
                        <a:rPr sz="1200" dirty="0">
                          <a:latin typeface="Calibri" panose="020F0502020204030204"/>
                          <a:cs typeface="Calibri" panose="020F0502020204030204"/>
                        </a:rPr>
                        <a:t>message</a:t>
                      </a:r>
                      <a:r>
                        <a:rPr sz="1200" spc="-25" dirty="0">
                          <a:latin typeface="Calibri" panose="020F0502020204030204"/>
                          <a:cs typeface="Calibri" panose="020F0502020204030204"/>
                        </a:rPr>
                        <a:t> </a:t>
                      </a:r>
                      <a:r>
                        <a:rPr sz="1200" dirty="0">
                          <a:latin typeface="Calibri" panose="020F0502020204030204"/>
                          <a:cs typeface="Calibri" panose="020F0502020204030204"/>
                        </a:rPr>
                        <a:t>value</a:t>
                      </a:r>
                      <a:r>
                        <a:rPr sz="1200" spc="-35" dirty="0">
                          <a:latin typeface="Calibri" panose="020F0502020204030204"/>
                          <a:cs typeface="Calibri" panose="020F0502020204030204"/>
                        </a:rPr>
                        <a:t> </a:t>
                      </a:r>
                      <a:r>
                        <a:rPr sz="1200" dirty="0">
                          <a:latin typeface="Calibri" panose="020F0502020204030204"/>
                          <a:cs typeface="Calibri" panose="020F0502020204030204"/>
                        </a:rPr>
                        <a:t>of</a:t>
                      </a:r>
                      <a:r>
                        <a:rPr sz="1200" spc="-20" dirty="0">
                          <a:latin typeface="Calibri" panose="020F0502020204030204"/>
                          <a:cs typeface="Calibri" panose="020F0502020204030204"/>
                        </a:rPr>
                        <a:t> </a:t>
                      </a:r>
                      <a:r>
                        <a:rPr sz="1200" spc="-25" dirty="0">
                          <a:latin typeface="Calibri" panose="020F0502020204030204"/>
                          <a:cs typeface="Calibri" panose="020F0502020204030204"/>
                        </a:rPr>
                        <a:t>the </a:t>
                      </a:r>
                      <a:r>
                        <a:rPr sz="1200" dirty="0">
                          <a:latin typeface="Calibri" panose="020F0502020204030204"/>
                          <a:cs typeface="Calibri" panose="020F0502020204030204"/>
                        </a:rPr>
                        <a:t>year in</a:t>
                      </a:r>
                      <a:r>
                        <a:rPr sz="1200" spc="-5" dirty="0">
                          <a:latin typeface="Calibri" panose="020F0502020204030204"/>
                          <a:cs typeface="Calibri" panose="020F0502020204030204"/>
                        </a:rPr>
                        <a:t> </a:t>
                      </a:r>
                      <a:r>
                        <a:rPr sz="1200" spc="-20" dirty="0">
                          <a:latin typeface="Calibri" panose="020F0502020204030204"/>
                          <a:cs typeface="Calibri" panose="020F0502020204030204"/>
                        </a:rPr>
                        <a:t>range </a:t>
                      </a:r>
                      <a:r>
                        <a:rPr sz="1200" spc="-10" dirty="0">
                          <a:latin typeface="Calibri" panose="020F0502020204030204"/>
                          <a:cs typeface="Calibri" panose="020F0502020204030204"/>
                        </a:rPr>
                        <a:t>1812..2013</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cPr marL="0" marR="0" marT="0" marB="0"/>
                </a:tc>
                <a:tc hMerge="1">
                  <a:tcPr marL="0" marR="0" marT="0" marB="0"/>
                </a:tc>
                <a:tc gridSpan="3">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cPr marL="0" marR="0" marT="0" marB="0"/>
                </a:tc>
                <a:tc hMerge="1">
                  <a:tcPr marL="0" marR="0" marT="0" marB="0"/>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406400">
                <a:tc>
                  <a:txBody>
                    <a:bodyPr/>
                    <a:lstStyle/>
                    <a:p>
                      <a:pPr algn="ctr">
                        <a:lnSpc>
                          <a:spcPct val="100000"/>
                        </a:lnSpc>
                        <a:spcBef>
                          <a:spcPts val="805"/>
                        </a:spcBef>
                      </a:pPr>
                      <a:r>
                        <a:rPr sz="1200" spc="-50" dirty="0">
                          <a:latin typeface="Calibri" panose="020F0502020204030204"/>
                          <a:cs typeface="Calibri" panose="020F0502020204030204"/>
                        </a:rPr>
                        <a:t>2</a:t>
                      </a:r>
                      <a:endParaRPr sz="1200">
                        <a:latin typeface="Calibri" panose="020F0502020204030204"/>
                        <a:cs typeface="Calibri" panose="020F0502020204030204"/>
                      </a:endParaRPr>
                    </a:p>
                  </a:txBody>
                  <a:tcPr marL="0" marR="0" marT="10223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805"/>
                        </a:spcBef>
                      </a:pPr>
                      <a:r>
                        <a:rPr sz="1200" dirty="0">
                          <a:latin typeface="Calibri" panose="020F0502020204030204"/>
                          <a:cs typeface="Calibri" panose="020F0502020204030204"/>
                        </a:rPr>
                        <a:t>Enter</a:t>
                      </a:r>
                      <a:r>
                        <a:rPr sz="1200" spc="-10" dirty="0">
                          <a:latin typeface="Calibri" panose="020F0502020204030204"/>
                          <a:cs typeface="Calibri" panose="020F0502020204030204"/>
                        </a:rPr>
                        <a:t> </a:t>
                      </a:r>
                      <a:r>
                        <a:rPr sz="1200" dirty="0">
                          <a:latin typeface="Calibri" panose="020F0502020204030204"/>
                          <a:cs typeface="Calibri" panose="020F0502020204030204"/>
                        </a:rPr>
                        <a:t>the</a:t>
                      </a:r>
                      <a:r>
                        <a:rPr sz="1200" spc="-20" dirty="0">
                          <a:latin typeface="Calibri" panose="020F0502020204030204"/>
                          <a:cs typeface="Calibri" panose="020F0502020204030204"/>
                        </a:rPr>
                        <a:t> </a:t>
                      </a:r>
                      <a:r>
                        <a:rPr sz="1200" dirty="0">
                          <a:latin typeface="Calibri" panose="020F0502020204030204"/>
                          <a:cs typeface="Calibri" panose="020F0502020204030204"/>
                        </a:rPr>
                        <a:t>D1,</a:t>
                      </a:r>
                      <a:r>
                        <a:rPr sz="1200" spc="-20" dirty="0">
                          <a:latin typeface="Calibri" panose="020F0502020204030204"/>
                          <a:cs typeface="Calibri" panose="020F0502020204030204"/>
                        </a:rPr>
                        <a:t> </a:t>
                      </a:r>
                      <a:r>
                        <a:rPr sz="1200" dirty="0">
                          <a:latin typeface="Calibri" panose="020F0502020204030204"/>
                          <a:cs typeface="Calibri" panose="020F0502020204030204"/>
                        </a:rPr>
                        <a:t>M1</a:t>
                      </a:r>
                      <a:r>
                        <a:rPr sz="1200" spc="-10" dirty="0">
                          <a:latin typeface="Calibri" panose="020F0502020204030204"/>
                          <a:cs typeface="Calibri" panose="020F0502020204030204"/>
                        </a:rPr>
                        <a:t> </a:t>
                      </a:r>
                      <a:r>
                        <a:rPr sz="1200" dirty="0">
                          <a:latin typeface="Calibri" panose="020F0502020204030204"/>
                          <a:cs typeface="Calibri" panose="020F0502020204030204"/>
                        </a:rPr>
                        <a:t>and</a:t>
                      </a:r>
                      <a:r>
                        <a:rPr sz="1200" spc="-20" dirty="0">
                          <a:latin typeface="Calibri" panose="020F0502020204030204"/>
                          <a:cs typeface="Calibri" panose="020F0502020204030204"/>
                        </a:rPr>
                        <a:t> </a:t>
                      </a:r>
                      <a:r>
                        <a:rPr sz="1200" dirty="0">
                          <a:latin typeface="Calibri" panose="020F0502020204030204"/>
                          <a:cs typeface="Calibri" panose="020F0502020204030204"/>
                        </a:rPr>
                        <a:t>Y2</a:t>
                      </a:r>
                      <a:r>
                        <a:rPr sz="1200" spc="-20" dirty="0">
                          <a:latin typeface="Calibri" panose="020F0502020204030204"/>
                          <a:cs typeface="Calibri" panose="020F0502020204030204"/>
                        </a:rPr>
                        <a:t> </a:t>
                      </a:r>
                      <a:r>
                        <a:rPr sz="1200" dirty="0">
                          <a:latin typeface="Calibri" panose="020F0502020204030204"/>
                          <a:cs typeface="Calibri" panose="020F0502020204030204"/>
                        </a:rPr>
                        <a:t>valid</a:t>
                      </a:r>
                      <a:r>
                        <a:rPr sz="1200" spc="-10" dirty="0">
                          <a:latin typeface="Calibri" panose="020F0502020204030204"/>
                          <a:cs typeface="Calibri" panose="020F0502020204030204"/>
                        </a:rPr>
                        <a:t> cases</a:t>
                      </a:r>
                      <a:endParaRPr sz="1200">
                        <a:latin typeface="Calibri" panose="020F0502020204030204"/>
                        <a:cs typeface="Calibri" panose="020F0502020204030204"/>
                      </a:endParaRPr>
                    </a:p>
                  </a:txBody>
                  <a:tcPr marL="0" marR="0" marT="10223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270" algn="ctr">
                        <a:lnSpc>
                          <a:spcPct val="100000"/>
                        </a:lnSpc>
                        <a:spcBef>
                          <a:spcPts val="805"/>
                        </a:spcBef>
                      </a:pPr>
                      <a:r>
                        <a:rPr sz="1200" spc="-25" dirty="0">
                          <a:latin typeface="Calibri" panose="020F0502020204030204"/>
                          <a:cs typeface="Calibri" panose="020F0502020204030204"/>
                        </a:rPr>
                        <a:t>12</a:t>
                      </a:r>
                      <a:endParaRPr sz="1200">
                        <a:latin typeface="Calibri" panose="020F0502020204030204"/>
                        <a:cs typeface="Calibri" panose="020F0502020204030204"/>
                      </a:endParaRPr>
                    </a:p>
                  </a:txBody>
                  <a:tcPr marL="0" marR="0" marT="10223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805"/>
                        </a:spcBef>
                      </a:pPr>
                      <a:r>
                        <a:rPr sz="1200" spc="-25" dirty="0">
                          <a:latin typeface="Calibri" panose="020F0502020204030204"/>
                          <a:cs typeface="Calibri" panose="020F0502020204030204"/>
                        </a:rPr>
                        <a:t>31</a:t>
                      </a:r>
                      <a:endParaRPr sz="1200">
                        <a:latin typeface="Calibri" panose="020F0502020204030204"/>
                        <a:cs typeface="Calibri" panose="020F0502020204030204"/>
                      </a:endParaRPr>
                    </a:p>
                  </a:txBody>
                  <a:tcPr marL="0" marR="0" marT="10223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805"/>
                        </a:spcBef>
                      </a:pPr>
                      <a:r>
                        <a:rPr sz="1200" spc="-20" dirty="0">
                          <a:latin typeface="Calibri" panose="020F0502020204030204"/>
                          <a:cs typeface="Calibri" panose="020F0502020204030204"/>
                        </a:rPr>
                        <a:t>2012</a:t>
                      </a:r>
                      <a:endParaRPr sz="1200">
                        <a:latin typeface="Calibri" panose="020F0502020204030204"/>
                        <a:cs typeface="Calibri" panose="020F0502020204030204"/>
                      </a:endParaRPr>
                    </a:p>
                  </a:txBody>
                  <a:tcPr marL="0" marR="0" marT="10223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805"/>
                        </a:spcBef>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10223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35" algn="ctr">
                        <a:lnSpc>
                          <a:spcPct val="100000"/>
                        </a:lnSpc>
                        <a:spcBef>
                          <a:spcPts val="805"/>
                        </a:spcBef>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10223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805"/>
                        </a:spcBef>
                      </a:pPr>
                      <a:r>
                        <a:rPr sz="1200" spc="-20" dirty="0">
                          <a:latin typeface="Calibri" panose="020F0502020204030204"/>
                          <a:cs typeface="Calibri" panose="020F0502020204030204"/>
                        </a:rPr>
                        <a:t>2013</a:t>
                      </a:r>
                      <a:endParaRPr sz="1200">
                        <a:latin typeface="Calibri" panose="020F0502020204030204"/>
                        <a:cs typeface="Calibri" panose="020F0502020204030204"/>
                      </a:endParaRPr>
                    </a:p>
                  </a:txBody>
                  <a:tcPr marL="0" marR="0" marT="10223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563880">
                <a:tc>
                  <a:txBody>
                    <a:bodyPr/>
                    <a:lstStyle/>
                    <a:p>
                      <a:pPr>
                        <a:lnSpc>
                          <a:spcPct val="100000"/>
                        </a:lnSpc>
                        <a:spcBef>
                          <a:spcPts val="50"/>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3</a:t>
                      </a:r>
                      <a:endParaRPr sz="1200">
                        <a:latin typeface="Calibri" panose="020F0502020204030204"/>
                        <a:cs typeface="Calibri" panose="020F0502020204030204"/>
                      </a:endParaRPr>
                    </a:p>
                  </a:txBody>
                  <a:tcPr marL="0" marR="0" marT="63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50"/>
                        </a:spcBef>
                      </a:pPr>
                      <a:endParaRPr sz="1200">
                        <a:latin typeface="Times New Roman" panose="02020603050405020304"/>
                        <a:cs typeface="Times New Roman" panose="02020603050405020304"/>
                      </a:endParaRPr>
                    </a:p>
                    <a:p>
                      <a:pPr algn="ctr">
                        <a:lnSpc>
                          <a:spcPct val="100000"/>
                        </a:lnSpc>
                      </a:pPr>
                      <a:r>
                        <a:rPr sz="1200" dirty="0">
                          <a:latin typeface="Calibri" panose="020F0502020204030204"/>
                          <a:cs typeface="Calibri" panose="020F0502020204030204"/>
                        </a:rPr>
                        <a:t>Enter</a:t>
                      </a:r>
                      <a:r>
                        <a:rPr sz="1200" spc="-10" dirty="0">
                          <a:latin typeface="Calibri" panose="020F0502020204030204"/>
                          <a:cs typeface="Calibri" panose="020F0502020204030204"/>
                        </a:rPr>
                        <a:t> </a:t>
                      </a:r>
                      <a:r>
                        <a:rPr sz="1200" dirty="0">
                          <a:latin typeface="Calibri" panose="020F0502020204030204"/>
                          <a:cs typeface="Calibri" panose="020F0502020204030204"/>
                        </a:rPr>
                        <a:t>the</a:t>
                      </a:r>
                      <a:r>
                        <a:rPr sz="1200" spc="-20" dirty="0">
                          <a:latin typeface="Calibri" panose="020F0502020204030204"/>
                          <a:cs typeface="Calibri" panose="020F0502020204030204"/>
                        </a:rPr>
                        <a:t> </a:t>
                      </a:r>
                      <a:r>
                        <a:rPr sz="1200" dirty="0">
                          <a:latin typeface="Calibri" panose="020F0502020204030204"/>
                          <a:cs typeface="Calibri" panose="020F0502020204030204"/>
                        </a:rPr>
                        <a:t>D1,</a:t>
                      </a:r>
                      <a:r>
                        <a:rPr sz="1200" spc="-20" dirty="0">
                          <a:latin typeface="Calibri" panose="020F0502020204030204"/>
                          <a:cs typeface="Calibri" panose="020F0502020204030204"/>
                        </a:rPr>
                        <a:t> </a:t>
                      </a:r>
                      <a:r>
                        <a:rPr sz="1200" dirty="0">
                          <a:latin typeface="Calibri" panose="020F0502020204030204"/>
                          <a:cs typeface="Calibri" panose="020F0502020204030204"/>
                        </a:rPr>
                        <a:t>M1</a:t>
                      </a:r>
                      <a:r>
                        <a:rPr sz="1200" spc="-10" dirty="0">
                          <a:latin typeface="Calibri" panose="020F0502020204030204"/>
                          <a:cs typeface="Calibri" panose="020F0502020204030204"/>
                        </a:rPr>
                        <a:t> </a:t>
                      </a:r>
                      <a:r>
                        <a:rPr sz="1200" dirty="0">
                          <a:latin typeface="Calibri" panose="020F0502020204030204"/>
                          <a:cs typeface="Calibri" panose="020F0502020204030204"/>
                        </a:rPr>
                        <a:t>and</a:t>
                      </a:r>
                      <a:r>
                        <a:rPr sz="1200" spc="-20" dirty="0">
                          <a:latin typeface="Calibri" panose="020F0502020204030204"/>
                          <a:cs typeface="Calibri" panose="020F0502020204030204"/>
                        </a:rPr>
                        <a:t> </a:t>
                      </a:r>
                      <a:r>
                        <a:rPr sz="1200" dirty="0">
                          <a:latin typeface="Calibri" panose="020F0502020204030204"/>
                          <a:cs typeface="Calibri" panose="020F0502020204030204"/>
                        </a:rPr>
                        <a:t>Y3</a:t>
                      </a:r>
                      <a:r>
                        <a:rPr sz="1200" spc="-20" dirty="0">
                          <a:latin typeface="Calibri" panose="020F0502020204030204"/>
                          <a:cs typeface="Calibri" panose="020F0502020204030204"/>
                        </a:rPr>
                        <a:t> </a:t>
                      </a:r>
                      <a:r>
                        <a:rPr sz="1200" dirty="0">
                          <a:latin typeface="Calibri" panose="020F0502020204030204"/>
                          <a:cs typeface="Calibri" panose="020F0502020204030204"/>
                        </a:rPr>
                        <a:t>valid</a:t>
                      </a:r>
                      <a:r>
                        <a:rPr sz="1200" spc="-10" dirty="0">
                          <a:latin typeface="Calibri" panose="020F0502020204030204"/>
                          <a:cs typeface="Calibri" panose="020F0502020204030204"/>
                        </a:rPr>
                        <a:t> cases</a:t>
                      </a:r>
                      <a:endParaRPr sz="1200">
                        <a:latin typeface="Calibri" panose="020F0502020204030204"/>
                        <a:cs typeface="Calibri" panose="020F0502020204030204"/>
                      </a:endParaRPr>
                    </a:p>
                  </a:txBody>
                  <a:tcPr marL="0" marR="0" marT="63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50"/>
                        </a:spcBef>
                      </a:pPr>
                      <a:endParaRPr sz="1200">
                        <a:latin typeface="Times New Roman" panose="02020603050405020304"/>
                        <a:cs typeface="Times New Roman" panose="02020603050405020304"/>
                      </a:endParaRPr>
                    </a:p>
                    <a:p>
                      <a:pPr marL="1270" algn="ctr">
                        <a:lnSpc>
                          <a:spcPct val="100000"/>
                        </a:lnSpc>
                      </a:pPr>
                      <a:r>
                        <a:rPr sz="1200" spc="-25" dirty="0">
                          <a:latin typeface="Calibri" panose="020F0502020204030204"/>
                          <a:cs typeface="Calibri" panose="020F0502020204030204"/>
                        </a:rPr>
                        <a:t>12</a:t>
                      </a:r>
                      <a:endParaRPr sz="1200">
                        <a:latin typeface="Calibri" panose="020F0502020204030204"/>
                        <a:cs typeface="Calibri" panose="020F0502020204030204"/>
                      </a:endParaRPr>
                    </a:p>
                  </a:txBody>
                  <a:tcPr marL="0" marR="0" marT="63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50"/>
                        </a:spcBef>
                      </a:pPr>
                      <a:endParaRPr sz="1200">
                        <a:latin typeface="Times New Roman" panose="02020603050405020304"/>
                        <a:cs typeface="Times New Roman" panose="02020603050405020304"/>
                      </a:endParaRPr>
                    </a:p>
                    <a:p>
                      <a:pPr algn="ctr">
                        <a:lnSpc>
                          <a:spcPct val="100000"/>
                        </a:lnSpc>
                      </a:pPr>
                      <a:r>
                        <a:rPr sz="1200" spc="-25" dirty="0">
                          <a:latin typeface="Calibri" panose="020F0502020204030204"/>
                          <a:cs typeface="Calibri" panose="020F0502020204030204"/>
                        </a:rPr>
                        <a:t>31</a:t>
                      </a:r>
                      <a:endParaRPr sz="1200">
                        <a:latin typeface="Calibri" panose="020F0502020204030204"/>
                        <a:cs typeface="Calibri" panose="020F0502020204030204"/>
                      </a:endParaRPr>
                    </a:p>
                  </a:txBody>
                  <a:tcPr marL="0" marR="0" marT="63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50"/>
                        </a:spcBef>
                      </a:pPr>
                      <a:endParaRPr sz="1200">
                        <a:latin typeface="Times New Roman" panose="02020603050405020304"/>
                        <a:cs typeface="Times New Roman" panose="02020603050405020304"/>
                      </a:endParaRPr>
                    </a:p>
                    <a:p>
                      <a:pPr algn="ctr">
                        <a:lnSpc>
                          <a:spcPct val="100000"/>
                        </a:lnSpc>
                      </a:pPr>
                      <a:r>
                        <a:rPr sz="1200" spc="-20" dirty="0">
                          <a:latin typeface="Calibri" panose="020F0502020204030204"/>
                          <a:cs typeface="Calibri" panose="020F0502020204030204"/>
                        </a:rPr>
                        <a:t>2013</a:t>
                      </a:r>
                      <a:endParaRPr sz="1200">
                        <a:latin typeface="Calibri" panose="020F0502020204030204"/>
                        <a:cs typeface="Calibri" panose="020F0502020204030204"/>
                      </a:endParaRPr>
                    </a:p>
                  </a:txBody>
                  <a:tcPr marL="0" marR="0" marT="63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gridSpan="3">
                  <a:txBody>
                    <a:bodyPr/>
                    <a:lstStyle/>
                    <a:p>
                      <a:pPr marL="31115" algn="ctr">
                        <a:lnSpc>
                          <a:spcPts val="1405"/>
                        </a:lnSpc>
                      </a:pPr>
                      <a:r>
                        <a:rPr sz="1200" dirty="0">
                          <a:latin typeface="Calibri" panose="020F0502020204030204"/>
                          <a:cs typeface="Calibri" panose="020F0502020204030204"/>
                        </a:rPr>
                        <a:t>Should</a:t>
                      </a:r>
                      <a:r>
                        <a:rPr sz="1200" spc="-30" dirty="0">
                          <a:latin typeface="Calibri" panose="020F0502020204030204"/>
                          <a:cs typeface="Calibri" panose="020F0502020204030204"/>
                        </a:rPr>
                        <a:t> </a:t>
                      </a:r>
                      <a:r>
                        <a:rPr sz="1200" dirty="0">
                          <a:latin typeface="Calibri" panose="020F0502020204030204"/>
                          <a:cs typeface="Calibri" panose="020F0502020204030204"/>
                        </a:rPr>
                        <a:t>display</a:t>
                      </a:r>
                      <a:r>
                        <a:rPr sz="1200" spc="-25" dirty="0">
                          <a:latin typeface="Calibri" panose="020F0502020204030204"/>
                          <a:cs typeface="Calibri" panose="020F0502020204030204"/>
                        </a:rPr>
                        <a:t> the</a:t>
                      </a:r>
                      <a:endParaRPr sz="1200">
                        <a:latin typeface="Calibri" panose="020F0502020204030204"/>
                        <a:cs typeface="Calibri" panose="020F0502020204030204"/>
                      </a:endParaRPr>
                    </a:p>
                    <a:p>
                      <a:pPr marL="104775" marR="100965" algn="ctr">
                        <a:lnSpc>
                          <a:spcPct val="102000"/>
                        </a:lnSpc>
                      </a:pPr>
                      <a:r>
                        <a:rPr sz="1200" dirty="0">
                          <a:latin typeface="Calibri" panose="020F0502020204030204"/>
                          <a:cs typeface="Calibri" panose="020F0502020204030204"/>
                        </a:rPr>
                        <a:t>message</a:t>
                      </a:r>
                      <a:r>
                        <a:rPr sz="1200" spc="-25" dirty="0">
                          <a:latin typeface="Calibri" panose="020F0502020204030204"/>
                          <a:cs typeface="Calibri" panose="020F0502020204030204"/>
                        </a:rPr>
                        <a:t> </a:t>
                      </a:r>
                      <a:r>
                        <a:rPr sz="1200" dirty="0">
                          <a:latin typeface="Calibri" panose="020F0502020204030204"/>
                          <a:cs typeface="Calibri" panose="020F0502020204030204"/>
                        </a:rPr>
                        <a:t>Next</a:t>
                      </a:r>
                      <a:r>
                        <a:rPr sz="1200" spc="-25" dirty="0">
                          <a:latin typeface="Calibri" panose="020F0502020204030204"/>
                          <a:cs typeface="Calibri" panose="020F0502020204030204"/>
                        </a:rPr>
                        <a:t> </a:t>
                      </a:r>
                      <a:r>
                        <a:rPr sz="1200" dirty="0">
                          <a:latin typeface="Calibri" panose="020F0502020204030204"/>
                          <a:cs typeface="Calibri" panose="020F0502020204030204"/>
                        </a:rPr>
                        <a:t>is</a:t>
                      </a:r>
                      <a:r>
                        <a:rPr sz="1200" spc="-35" dirty="0">
                          <a:latin typeface="Calibri" panose="020F0502020204030204"/>
                          <a:cs typeface="Calibri" panose="020F0502020204030204"/>
                        </a:rPr>
                        <a:t> </a:t>
                      </a:r>
                      <a:r>
                        <a:rPr sz="1200" dirty="0">
                          <a:latin typeface="Calibri" panose="020F0502020204030204"/>
                          <a:cs typeface="Calibri" panose="020F0502020204030204"/>
                        </a:rPr>
                        <a:t>out</a:t>
                      </a:r>
                      <a:r>
                        <a:rPr sz="1200" spc="-25" dirty="0">
                          <a:latin typeface="Calibri" panose="020F0502020204030204"/>
                          <a:cs typeface="Calibri" panose="020F0502020204030204"/>
                        </a:rPr>
                        <a:t> of </a:t>
                      </a:r>
                      <a:r>
                        <a:rPr sz="1200" dirty="0">
                          <a:latin typeface="Calibri" panose="020F0502020204030204"/>
                          <a:cs typeface="Calibri" panose="020F0502020204030204"/>
                        </a:rPr>
                        <a:t>boundary</a:t>
                      </a:r>
                      <a:r>
                        <a:rPr sz="1200" spc="-30" dirty="0">
                          <a:latin typeface="Calibri" panose="020F0502020204030204"/>
                          <a:cs typeface="Calibri" panose="020F0502020204030204"/>
                        </a:rPr>
                        <a:t> </a:t>
                      </a:r>
                      <a:r>
                        <a:rPr sz="1200" spc="-20" dirty="0">
                          <a:latin typeface="Calibri" panose="020F0502020204030204"/>
                          <a:cs typeface="Calibri" panose="020F0502020204030204"/>
                        </a:rPr>
                        <a:t>2013</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cPr marL="0" marR="0" marT="0" marB="0"/>
                </a:tc>
                <a:tc hMerge="1">
                  <a:tcPr marL="0" marR="0" marT="0" marB="0"/>
                </a:tc>
                <a:tc gridSpan="3">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cPr marL="0" marR="0" marT="0" marB="0"/>
                </a:tc>
                <a:tc hMerge="1">
                  <a:tcPr marL="0" marR="0" marT="0" marB="0"/>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73100" y="964438"/>
            <a:ext cx="140081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Cambria" panose="02040503050406030204"/>
                <a:cs typeface="Cambria" panose="02040503050406030204"/>
              </a:rPr>
              <a:t>Software</a:t>
            </a:r>
            <a:r>
              <a:rPr sz="1200" spc="-40" dirty="0">
                <a:latin typeface="Cambria" panose="02040503050406030204"/>
                <a:cs typeface="Cambria" panose="02040503050406030204"/>
              </a:rPr>
              <a:t> </a:t>
            </a:r>
            <a:r>
              <a:rPr sz="1200" dirty="0">
                <a:latin typeface="Cambria" panose="02040503050406030204"/>
                <a:cs typeface="Cambria" panose="02040503050406030204"/>
              </a:rPr>
              <a:t>Testing</a:t>
            </a:r>
            <a:r>
              <a:rPr sz="1200" spc="-40" dirty="0">
                <a:latin typeface="Cambria" panose="02040503050406030204"/>
                <a:cs typeface="Cambria" panose="02040503050406030204"/>
              </a:rPr>
              <a:t> </a:t>
            </a:r>
            <a:r>
              <a:rPr sz="1200" spc="-25" dirty="0">
                <a:latin typeface="Cambria" panose="02040503050406030204"/>
                <a:cs typeface="Cambria" panose="02040503050406030204"/>
              </a:rPr>
              <a:t>Lab</a:t>
            </a:r>
            <a:endParaRPr sz="1200">
              <a:latin typeface="Cambria" panose="02040503050406030204"/>
              <a:cs typeface="Cambria" panose="02040503050406030204"/>
            </a:endParaRPr>
          </a:p>
        </p:txBody>
      </p:sp>
      <p:sp>
        <p:nvSpPr>
          <p:cNvPr id="3" name="object 3"/>
          <p:cNvSpPr txBox="1"/>
          <p:nvPr/>
        </p:nvSpPr>
        <p:spPr>
          <a:xfrm>
            <a:off x="9529064" y="964438"/>
            <a:ext cx="289560"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Cambria" panose="02040503050406030204"/>
                <a:cs typeface="Cambria" panose="02040503050406030204"/>
              </a:rPr>
              <a:t>MIT</a:t>
            </a:r>
            <a:endParaRPr sz="1200">
              <a:latin typeface="Cambria" panose="02040503050406030204"/>
              <a:cs typeface="Cambria" panose="02040503050406030204"/>
            </a:endParaRPr>
          </a:p>
        </p:txBody>
      </p:sp>
      <p:sp>
        <p:nvSpPr>
          <p:cNvPr id="4" name="object 4"/>
          <p:cNvSpPr/>
          <p:nvPr/>
        </p:nvSpPr>
        <p:spPr>
          <a:xfrm>
            <a:off x="667512" y="1204213"/>
            <a:ext cx="9359265" cy="56515"/>
          </a:xfrm>
          <a:custGeom>
            <a:avLst/>
            <a:gdLst/>
            <a:ahLst/>
            <a:cxnLst/>
            <a:rect l="l" t="t" r="r" b="b"/>
            <a:pathLst>
              <a:path w="9359265" h="56515">
                <a:moveTo>
                  <a:pt x="9358884" y="18288"/>
                </a:moveTo>
                <a:lnTo>
                  <a:pt x="0" y="18288"/>
                </a:lnTo>
                <a:lnTo>
                  <a:pt x="0" y="56388"/>
                </a:lnTo>
                <a:lnTo>
                  <a:pt x="9358884" y="56388"/>
                </a:lnTo>
                <a:lnTo>
                  <a:pt x="9358884" y="18288"/>
                </a:lnTo>
                <a:close/>
              </a:path>
              <a:path w="9359265" h="56515">
                <a:moveTo>
                  <a:pt x="9358884" y="0"/>
                </a:moveTo>
                <a:lnTo>
                  <a:pt x="0" y="0"/>
                </a:lnTo>
                <a:lnTo>
                  <a:pt x="0" y="9144"/>
                </a:lnTo>
                <a:lnTo>
                  <a:pt x="9358884" y="9144"/>
                </a:lnTo>
                <a:lnTo>
                  <a:pt x="9358884" y="0"/>
                </a:lnTo>
                <a:close/>
              </a:path>
            </a:pathLst>
          </a:custGeom>
          <a:solidFill>
            <a:srgbClr val="612322"/>
          </a:solidFill>
        </p:spPr>
        <p:txBody>
          <a:bodyPr wrap="square" lIns="0" tIns="0" rIns="0" bIns="0" rtlCol="0"/>
          <a:lstStyle/>
          <a:p/>
        </p:txBody>
      </p:sp>
      <p:sp>
        <p:nvSpPr>
          <p:cNvPr id="5" name="object 5"/>
          <p:cNvSpPr/>
          <p:nvPr/>
        </p:nvSpPr>
        <p:spPr>
          <a:xfrm>
            <a:off x="667512" y="6832092"/>
            <a:ext cx="9359265" cy="56515"/>
          </a:xfrm>
          <a:custGeom>
            <a:avLst/>
            <a:gdLst/>
            <a:ahLst/>
            <a:cxnLst/>
            <a:rect l="l" t="t" r="r" b="b"/>
            <a:pathLst>
              <a:path w="9359265" h="56515">
                <a:moveTo>
                  <a:pt x="9358884" y="47244"/>
                </a:moveTo>
                <a:lnTo>
                  <a:pt x="0" y="47244"/>
                </a:lnTo>
                <a:lnTo>
                  <a:pt x="0" y="56388"/>
                </a:lnTo>
                <a:lnTo>
                  <a:pt x="9358884" y="56388"/>
                </a:lnTo>
                <a:lnTo>
                  <a:pt x="9358884" y="47244"/>
                </a:lnTo>
                <a:close/>
              </a:path>
              <a:path w="9359265" h="56515">
                <a:moveTo>
                  <a:pt x="9358884" y="0"/>
                </a:moveTo>
                <a:lnTo>
                  <a:pt x="0" y="0"/>
                </a:lnTo>
                <a:lnTo>
                  <a:pt x="0" y="38100"/>
                </a:lnTo>
                <a:lnTo>
                  <a:pt x="9358884" y="38100"/>
                </a:lnTo>
                <a:lnTo>
                  <a:pt x="9358884" y="0"/>
                </a:lnTo>
                <a:close/>
              </a:path>
            </a:pathLst>
          </a:custGeom>
          <a:solidFill>
            <a:srgbClr val="612322"/>
          </a:solidFill>
        </p:spPr>
        <p:txBody>
          <a:bodyPr wrap="square" lIns="0" tIns="0" rIns="0" bIns="0" rtlCol="0"/>
          <a:lstStyle/>
          <a:p/>
        </p:txBody>
      </p:sp>
      <p:sp>
        <p:nvSpPr>
          <p:cNvPr id="6" name="object 6"/>
          <p:cNvSpPr txBox="1"/>
          <p:nvPr/>
        </p:nvSpPr>
        <p:spPr>
          <a:xfrm>
            <a:off x="732536" y="1246988"/>
            <a:ext cx="5974715" cy="3985260"/>
          </a:xfrm>
          <a:prstGeom prst="rect">
            <a:avLst/>
          </a:prstGeom>
        </p:spPr>
        <p:txBody>
          <a:bodyPr vert="horz" wrap="square" lIns="0" tIns="12700" rIns="0" bIns="0" rtlCol="0">
            <a:spAutoFit/>
          </a:bodyPr>
          <a:lstStyle/>
          <a:p>
            <a:pPr marL="12700" marR="1468755">
              <a:lnSpc>
                <a:spcPct val="110000"/>
              </a:lnSpc>
              <a:spcBef>
                <a:spcPts val="100"/>
              </a:spcBef>
            </a:pPr>
            <a:r>
              <a:rPr sz="1400" b="1" dirty="0">
                <a:latin typeface="Times New Roman" panose="02020603050405020304"/>
                <a:cs typeface="Times New Roman" panose="02020603050405020304"/>
              </a:rPr>
              <a:t>Test</a:t>
            </a:r>
            <a:r>
              <a:rPr sz="1400" b="1" spc="-20" dirty="0">
                <a:latin typeface="Times New Roman" panose="02020603050405020304"/>
                <a:cs typeface="Times New Roman" panose="02020603050405020304"/>
              </a:rPr>
              <a:t> </a:t>
            </a:r>
            <a:r>
              <a:rPr sz="1400" b="1" dirty="0">
                <a:latin typeface="Times New Roman" panose="02020603050405020304"/>
                <a:cs typeface="Times New Roman" panose="02020603050405020304"/>
              </a:rPr>
              <a:t>Case</a:t>
            </a:r>
            <a:r>
              <a:rPr sz="1400" b="1" spc="-25" dirty="0">
                <a:latin typeface="Times New Roman" panose="02020603050405020304"/>
                <a:cs typeface="Times New Roman" panose="02020603050405020304"/>
              </a:rPr>
              <a:t> </a:t>
            </a:r>
            <a:r>
              <a:rPr sz="1400" b="1" dirty="0">
                <a:latin typeface="Times New Roman" panose="02020603050405020304"/>
                <a:cs typeface="Times New Roman" panose="02020603050405020304"/>
              </a:rPr>
              <a:t>Name</a:t>
            </a:r>
            <a:r>
              <a:rPr sz="1400" b="1" spc="-20" dirty="0">
                <a:latin typeface="Times New Roman" panose="02020603050405020304"/>
                <a:cs typeface="Times New Roman" panose="02020603050405020304"/>
              </a:rPr>
              <a:t> </a:t>
            </a:r>
            <a:r>
              <a:rPr sz="1400" b="1" dirty="0">
                <a:latin typeface="Times New Roman" panose="02020603050405020304"/>
                <a:cs typeface="Times New Roman" panose="02020603050405020304"/>
              </a:rPr>
              <a:t>:</a:t>
            </a:r>
            <a:r>
              <a:rPr sz="1400" b="1" spc="-20" dirty="0">
                <a:latin typeface="Times New Roman" panose="02020603050405020304"/>
                <a:cs typeface="Times New Roman" panose="02020603050405020304"/>
              </a:rPr>
              <a:t> </a:t>
            </a:r>
            <a:r>
              <a:rPr sz="1400" b="1" dirty="0">
                <a:latin typeface="Times New Roman" panose="02020603050405020304"/>
                <a:cs typeface="Times New Roman" panose="02020603050405020304"/>
              </a:rPr>
              <a:t>Equivalence</a:t>
            </a:r>
            <a:r>
              <a:rPr sz="1400" b="1" spc="-25" dirty="0">
                <a:latin typeface="Times New Roman" panose="02020603050405020304"/>
                <a:cs typeface="Times New Roman" panose="02020603050405020304"/>
              </a:rPr>
              <a:t> </a:t>
            </a:r>
            <a:r>
              <a:rPr sz="1400" b="1" dirty="0">
                <a:latin typeface="Times New Roman" panose="02020603050405020304"/>
                <a:cs typeface="Times New Roman" panose="02020603050405020304"/>
              </a:rPr>
              <a:t>class</a:t>
            </a:r>
            <a:r>
              <a:rPr sz="1400" b="1" spc="-15" dirty="0">
                <a:latin typeface="Times New Roman" panose="02020603050405020304"/>
                <a:cs typeface="Times New Roman" panose="02020603050405020304"/>
              </a:rPr>
              <a:t> </a:t>
            </a:r>
            <a:r>
              <a:rPr sz="1400" b="1" dirty="0">
                <a:latin typeface="Times New Roman" panose="02020603050405020304"/>
                <a:cs typeface="Times New Roman" panose="02020603050405020304"/>
              </a:rPr>
              <a:t>test</a:t>
            </a:r>
            <a:r>
              <a:rPr sz="1400" b="1" spc="-35" dirty="0">
                <a:latin typeface="Times New Roman" panose="02020603050405020304"/>
                <a:cs typeface="Times New Roman" panose="02020603050405020304"/>
              </a:rPr>
              <a:t> </a:t>
            </a:r>
            <a:r>
              <a:rPr sz="1400" b="1" dirty="0">
                <a:latin typeface="Times New Roman" panose="02020603050405020304"/>
                <a:cs typeface="Times New Roman" panose="02020603050405020304"/>
              </a:rPr>
              <a:t>cases</a:t>
            </a:r>
            <a:r>
              <a:rPr sz="1400" b="1" spc="-20" dirty="0">
                <a:latin typeface="Times New Roman" panose="02020603050405020304"/>
                <a:cs typeface="Times New Roman" panose="02020603050405020304"/>
              </a:rPr>
              <a:t> </a:t>
            </a:r>
            <a:r>
              <a:rPr sz="1400" b="1" dirty="0">
                <a:latin typeface="Times New Roman" panose="02020603050405020304"/>
                <a:cs typeface="Times New Roman" panose="02020603050405020304"/>
              </a:rPr>
              <a:t>for</a:t>
            </a:r>
            <a:r>
              <a:rPr sz="1400" b="1" spc="-20" dirty="0">
                <a:latin typeface="Times New Roman" panose="02020603050405020304"/>
                <a:cs typeface="Times New Roman" panose="02020603050405020304"/>
              </a:rPr>
              <a:t> </a:t>
            </a:r>
            <a:r>
              <a:rPr sz="1400" b="1" dirty="0">
                <a:latin typeface="Times New Roman" panose="02020603050405020304"/>
                <a:cs typeface="Times New Roman" panose="02020603050405020304"/>
              </a:rPr>
              <a:t>Next</a:t>
            </a:r>
            <a:r>
              <a:rPr sz="1400" b="1" spc="-20" dirty="0">
                <a:latin typeface="Times New Roman" panose="02020603050405020304"/>
                <a:cs typeface="Times New Roman" panose="02020603050405020304"/>
              </a:rPr>
              <a:t> date </a:t>
            </a:r>
            <a:r>
              <a:rPr sz="1400" b="1" dirty="0">
                <a:latin typeface="Times New Roman" panose="02020603050405020304"/>
                <a:cs typeface="Times New Roman" panose="02020603050405020304"/>
              </a:rPr>
              <a:t>Experiment</a:t>
            </a:r>
            <a:r>
              <a:rPr sz="1400" b="1" spc="-20" dirty="0">
                <a:latin typeface="Times New Roman" panose="02020603050405020304"/>
                <a:cs typeface="Times New Roman" panose="02020603050405020304"/>
              </a:rPr>
              <a:t> </a:t>
            </a:r>
            <a:r>
              <a:rPr sz="1400" b="1" dirty="0">
                <a:latin typeface="Times New Roman" panose="02020603050405020304"/>
                <a:cs typeface="Times New Roman" panose="02020603050405020304"/>
              </a:rPr>
              <a:t>Number</a:t>
            </a:r>
            <a:r>
              <a:rPr sz="1400" b="1" spc="-20" dirty="0">
                <a:latin typeface="Times New Roman" panose="02020603050405020304"/>
                <a:cs typeface="Times New Roman" panose="02020603050405020304"/>
              </a:rPr>
              <a:t> </a:t>
            </a:r>
            <a:r>
              <a:rPr sz="1400" b="1" dirty="0">
                <a:latin typeface="Times New Roman" panose="02020603050405020304"/>
                <a:cs typeface="Times New Roman" panose="02020603050405020304"/>
              </a:rPr>
              <a:t>:</a:t>
            </a:r>
            <a:r>
              <a:rPr sz="1400" b="1" spc="-20" dirty="0">
                <a:latin typeface="Times New Roman" panose="02020603050405020304"/>
                <a:cs typeface="Times New Roman" panose="02020603050405020304"/>
              </a:rPr>
              <a:t> </a:t>
            </a:r>
            <a:r>
              <a:rPr sz="1400" spc="-25" dirty="0">
                <a:latin typeface="Times New Roman" panose="02020603050405020304"/>
                <a:cs typeface="Times New Roman" panose="02020603050405020304"/>
              </a:rPr>
              <a:t>12</a:t>
            </a:r>
            <a:endParaRPr sz="1400">
              <a:latin typeface="Times New Roman" panose="02020603050405020304"/>
              <a:cs typeface="Times New Roman" panose="02020603050405020304"/>
            </a:endParaRPr>
          </a:p>
          <a:p>
            <a:pPr marL="12700">
              <a:lnSpc>
                <a:spcPct val="100000"/>
              </a:lnSpc>
              <a:spcBef>
                <a:spcPts val="140"/>
              </a:spcBef>
            </a:pPr>
            <a:r>
              <a:rPr sz="1200" b="1" dirty="0">
                <a:latin typeface="Times New Roman" panose="02020603050405020304"/>
                <a:cs typeface="Times New Roman" panose="02020603050405020304"/>
              </a:rPr>
              <a:t>Test</a:t>
            </a:r>
            <a:r>
              <a:rPr sz="1200" b="1" spc="-20"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data</a:t>
            </a:r>
            <a:r>
              <a:rPr sz="1200" b="1" spc="-20"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a:t>
            </a:r>
            <a:r>
              <a:rPr sz="1200" b="1"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Enter</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the</a:t>
            </a:r>
            <a:r>
              <a:rPr sz="1200" spc="-30" dirty="0">
                <a:latin typeface="Times New Roman" panose="02020603050405020304"/>
                <a:cs typeface="Times New Roman" panose="02020603050405020304"/>
              </a:rPr>
              <a:t> </a:t>
            </a:r>
            <a:r>
              <a:rPr sz="1200" dirty="0">
                <a:latin typeface="Times New Roman" panose="02020603050405020304"/>
                <a:cs typeface="Times New Roman" panose="02020603050405020304"/>
              </a:rPr>
              <a:t>three</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integer</a:t>
            </a:r>
            <a:r>
              <a:rPr sz="1200" spc="-20" dirty="0">
                <a:latin typeface="Times New Roman" panose="02020603050405020304"/>
                <a:cs typeface="Times New Roman" panose="02020603050405020304"/>
              </a:rPr>
              <a:t> </a:t>
            </a:r>
            <a:r>
              <a:rPr sz="1200" spc="-10" dirty="0">
                <a:latin typeface="Times New Roman" panose="02020603050405020304"/>
                <a:cs typeface="Times New Roman" panose="02020603050405020304"/>
              </a:rPr>
              <a:t>value</a:t>
            </a:r>
            <a:endParaRPr sz="1200">
              <a:latin typeface="Times New Roman" panose="02020603050405020304"/>
              <a:cs typeface="Times New Roman" panose="02020603050405020304"/>
            </a:endParaRPr>
          </a:p>
          <a:p>
            <a:pPr marL="12700">
              <a:lnSpc>
                <a:spcPct val="100000"/>
              </a:lnSpc>
              <a:spcBef>
                <a:spcPts val="130"/>
              </a:spcBef>
            </a:pPr>
            <a:r>
              <a:rPr sz="1200" b="1" spc="-10" dirty="0">
                <a:latin typeface="Times New Roman" panose="02020603050405020304"/>
                <a:cs typeface="Times New Roman" panose="02020603050405020304"/>
              </a:rPr>
              <a:t>Pre-</a:t>
            </a:r>
            <a:r>
              <a:rPr sz="1200" b="1" dirty="0">
                <a:latin typeface="Times New Roman" panose="02020603050405020304"/>
                <a:cs typeface="Times New Roman" panose="02020603050405020304"/>
              </a:rPr>
              <a:t>condition</a:t>
            </a:r>
            <a:r>
              <a:rPr sz="1200" b="1" spc="-5"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a:t>
            </a:r>
            <a:r>
              <a:rPr sz="1200" b="1" spc="285" dirty="0">
                <a:latin typeface="Times New Roman" panose="02020603050405020304"/>
                <a:cs typeface="Times New Roman" panose="02020603050405020304"/>
              </a:rPr>
              <a:t> </a:t>
            </a:r>
            <a:r>
              <a:rPr sz="1200" dirty="0">
                <a:latin typeface="Times New Roman" panose="02020603050405020304"/>
                <a:cs typeface="Times New Roman" panose="02020603050405020304"/>
              </a:rPr>
              <a:t>Month</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1</a:t>
            </a:r>
            <a:r>
              <a:rPr sz="1200" spc="-5" dirty="0">
                <a:latin typeface="Times New Roman" panose="02020603050405020304"/>
                <a:cs typeface="Times New Roman" panose="02020603050405020304"/>
              </a:rPr>
              <a:t> </a:t>
            </a:r>
            <a:r>
              <a:rPr sz="1200" dirty="0">
                <a:latin typeface="Times New Roman" panose="02020603050405020304"/>
                <a:cs typeface="Times New Roman" panose="02020603050405020304"/>
              </a:rPr>
              <a:t>to</a:t>
            </a:r>
            <a:r>
              <a:rPr sz="1200" spc="-5" dirty="0">
                <a:latin typeface="Times New Roman" panose="02020603050405020304"/>
                <a:cs typeface="Times New Roman" panose="02020603050405020304"/>
              </a:rPr>
              <a:t> </a:t>
            </a:r>
            <a:r>
              <a:rPr sz="1200" dirty="0">
                <a:latin typeface="Times New Roman" panose="02020603050405020304"/>
                <a:cs typeface="Times New Roman" panose="02020603050405020304"/>
              </a:rPr>
              <a:t>12</a:t>
            </a:r>
            <a:r>
              <a:rPr sz="1200" spc="-5" dirty="0">
                <a:latin typeface="Times New Roman" panose="02020603050405020304"/>
                <a:cs typeface="Times New Roman" panose="02020603050405020304"/>
              </a:rPr>
              <a:t> </a:t>
            </a:r>
            <a:r>
              <a:rPr sz="1200" dirty="0">
                <a:latin typeface="Times New Roman" panose="02020603050405020304"/>
                <a:cs typeface="Times New Roman" panose="02020603050405020304"/>
              </a:rPr>
              <a:t>,</a:t>
            </a:r>
            <a:r>
              <a:rPr sz="1200" spc="-5" dirty="0">
                <a:latin typeface="Times New Roman" panose="02020603050405020304"/>
                <a:cs typeface="Times New Roman" panose="02020603050405020304"/>
              </a:rPr>
              <a:t> </a:t>
            </a:r>
            <a:r>
              <a:rPr sz="1200" dirty="0">
                <a:latin typeface="Times New Roman" panose="02020603050405020304"/>
                <a:cs typeface="Times New Roman" panose="02020603050405020304"/>
              </a:rPr>
              <a:t>DAY</a:t>
            </a:r>
            <a:r>
              <a:rPr sz="1200" spc="-10" dirty="0">
                <a:latin typeface="Times New Roman" panose="02020603050405020304"/>
                <a:cs typeface="Times New Roman" panose="02020603050405020304"/>
              </a:rPr>
              <a:t> </a:t>
            </a:r>
            <a:r>
              <a:rPr sz="1200" dirty="0">
                <a:latin typeface="Times New Roman" panose="02020603050405020304"/>
                <a:cs typeface="Times New Roman" panose="02020603050405020304"/>
              </a:rPr>
              <a:t>1</a:t>
            </a:r>
            <a:r>
              <a:rPr sz="1200" spc="-5" dirty="0">
                <a:latin typeface="Times New Roman" panose="02020603050405020304"/>
                <a:cs typeface="Times New Roman" panose="02020603050405020304"/>
              </a:rPr>
              <a:t> </a:t>
            </a:r>
            <a:r>
              <a:rPr sz="1200" dirty="0">
                <a:latin typeface="Times New Roman" panose="02020603050405020304"/>
                <a:cs typeface="Times New Roman" panose="02020603050405020304"/>
              </a:rPr>
              <a:t>TO</a:t>
            </a:r>
            <a:r>
              <a:rPr sz="1200" spc="-10" dirty="0">
                <a:latin typeface="Times New Roman" panose="02020603050405020304"/>
                <a:cs typeface="Times New Roman" panose="02020603050405020304"/>
              </a:rPr>
              <a:t> </a:t>
            </a:r>
            <a:r>
              <a:rPr sz="1200" dirty="0">
                <a:latin typeface="Times New Roman" panose="02020603050405020304"/>
                <a:cs typeface="Times New Roman" panose="02020603050405020304"/>
              </a:rPr>
              <a:t>31</a:t>
            </a:r>
            <a:r>
              <a:rPr sz="1200" spc="5" dirty="0">
                <a:latin typeface="Times New Roman" panose="02020603050405020304"/>
                <a:cs typeface="Times New Roman" panose="02020603050405020304"/>
              </a:rPr>
              <a:t> </a:t>
            </a:r>
            <a:r>
              <a:rPr sz="1200" dirty="0">
                <a:latin typeface="Times New Roman" panose="02020603050405020304"/>
                <a:cs typeface="Times New Roman" panose="02020603050405020304"/>
              </a:rPr>
              <a:t>AND</a:t>
            </a:r>
            <a:r>
              <a:rPr sz="1200" spc="-5" dirty="0">
                <a:latin typeface="Times New Roman" panose="02020603050405020304"/>
                <a:cs typeface="Times New Roman" panose="02020603050405020304"/>
              </a:rPr>
              <a:t> </a:t>
            </a:r>
            <a:r>
              <a:rPr sz="1200" dirty="0">
                <a:latin typeface="Times New Roman" panose="02020603050405020304"/>
                <a:cs typeface="Times New Roman" panose="02020603050405020304"/>
              </a:rPr>
              <a:t>YEAR</a:t>
            </a:r>
            <a:r>
              <a:rPr sz="1200" spc="-5" dirty="0">
                <a:latin typeface="Times New Roman" panose="02020603050405020304"/>
                <a:cs typeface="Times New Roman" panose="02020603050405020304"/>
              </a:rPr>
              <a:t> </a:t>
            </a:r>
            <a:r>
              <a:rPr sz="1200" dirty="0">
                <a:latin typeface="Times New Roman" panose="02020603050405020304"/>
                <a:cs typeface="Times New Roman" panose="02020603050405020304"/>
              </a:rPr>
              <a:t>1812</a:t>
            </a:r>
            <a:r>
              <a:rPr sz="1200" spc="-5" dirty="0">
                <a:latin typeface="Times New Roman" panose="02020603050405020304"/>
                <a:cs typeface="Times New Roman" panose="02020603050405020304"/>
              </a:rPr>
              <a:t> </a:t>
            </a:r>
            <a:r>
              <a:rPr sz="1200" dirty="0">
                <a:latin typeface="Times New Roman" panose="02020603050405020304"/>
                <a:cs typeface="Times New Roman" panose="02020603050405020304"/>
              </a:rPr>
              <a:t>TO</a:t>
            </a:r>
            <a:r>
              <a:rPr sz="1200" spc="-10" dirty="0">
                <a:latin typeface="Times New Roman" panose="02020603050405020304"/>
                <a:cs typeface="Times New Roman" panose="02020603050405020304"/>
              </a:rPr>
              <a:t> </a:t>
            </a:r>
            <a:r>
              <a:rPr sz="1200" spc="-20" dirty="0">
                <a:latin typeface="Times New Roman" panose="02020603050405020304"/>
                <a:cs typeface="Times New Roman" panose="02020603050405020304"/>
              </a:rPr>
              <a:t>2013</a:t>
            </a:r>
            <a:endParaRPr sz="1200">
              <a:latin typeface="Times New Roman" panose="02020603050405020304"/>
              <a:cs typeface="Times New Roman" panose="02020603050405020304"/>
            </a:endParaRPr>
          </a:p>
          <a:p>
            <a:pPr marL="1056640">
              <a:lnSpc>
                <a:spcPct val="100000"/>
              </a:lnSpc>
              <a:spcBef>
                <a:spcPts val="160"/>
              </a:spcBef>
            </a:pPr>
            <a:r>
              <a:rPr sz="1200" b="1" dirty="0">
                <a:latin typeface="Times New Roman" panose="02020603050405020304"/>
                <a:cs typeface="Times New Roman" panose="02020603050405020304"/>
              </a:rPr>
              <a:t>Valid</a:t>
            </a:r>
            <a:r>
              <a:rPr sz="1200" b="1" spc="5" dirty="0">
                <a:latin typeface="Times New Roman" panose="02020603050405020304"/>
                <a:cs typeface="Times New Roman" panose="02020603050405020304"/>
              </a:rPr>
              <a:t> </a:t>
            </a:r>
            <a:r>
              <a:rPr sz="1200" b="1" spc="-10" dirty="0">
                <a:latin typeface="Times New Roman" panose="02020603050405020304"/>
                <a:cs typeface="Times New Roman" panose="02020603050405020304"/>
              </a:rPr>
              <a:t>Cases</a:t>
            </a:r>
            <a:endParaRPr sz="1200">
              <a:latin typeface="Times New Roman" panose="02020603050405020304"/>
              <a:cs typeface="Times New Roman" panose="02020603050405020304"/>
            </a:endParaRPr>
          </a:p>
          <a:p>
            <a:pPr marL="12700">
              <a:lnSpc>
                <a:spcPct val="100000"/>
              </a:lnSpc>
              <a:spcBef>
                <a:spcPts val="85"/>
              </a:spcBef>
            </a:pPr>
            <a:r>
              <a:rPr sz="1200" dirty="0">
                <a:latin typeface="Times New Roman" panose="02020603050405020304"/>
                <a:cs typeface="Times New Roman" panose="02020603050405020304"/>
              </a:rPr>
              <a:t>M1</a:t>
            </a:r>
            <a:r>
              <a:rPr sz="1200" spc="-10" dirty="0">
                <a:latin typeface="Times New Roman" panose="02020603050405020304"/>
                <a:cs typeface="Times New Roman" panose="02020603050405020304"/>
              </a:rPr>
              <a:t> </a:t>
            </a:r>
            <a:r>
              <a:rPr sz="1200" dirty="0">
                <a:latin typeface="Times New Roman" panose="02020603050405020304"/>
                <a:cs typeface="Times New Roman" panose="02020603050405020304"/>
              </a:rPr>
              <a:t>=</a:t>
            </a:r>
            <a:r>
              <a:rPr sz="1200" spc="-15" dirty="0">
                <a:latin typeface="Times New Roman" panose="02020603050405020304"/>
                <a:cs typeface="Times New Roman" panose="02020603050405020304"/>
              </a:rPr>
              <a:t> </a:t>
            </a:r>
            <a:r>
              <a:rPr sz="1200" dirty="0">
                <a:latin typeface="Times New Roman" panose="02020603050405020304"/>
                <a:cs typeface="Times New Roman" panose="02020603050405020304"/>
              </a:rPr>
              <a:t>{</a:t>
            </a:r>
            <a:r>
              <a:rPr sz="1200" spc="-10" dirty="0">
                <a:latin typeface="Times New Roman" panose="02020603050405020304"/>
                <a:cs typeface="Times New Roman" panose="02020603050405020304"/>
              </a:rPr>
              <a:t> </a:t>
            </a:r>
            <a:r>
              <a:rPr sz="1200" dirty="0">
                <a:latin typeface="Times New Roman" panose="02020603050405020304"/>
                <a:cs typeface="Times New Roman" panose="02020603050405020304"/>
              </a:rPr>
              <a:t>month</a:t>
            </a:r>
            <a:r>
              <a:rPr sz="1200" spc="-5" dirty="0">
                <a:latin typeface="Times New Roman" panose="02020603050405020304"/>
                <a:cs typeface="Times New Roman" panose="02020603050405020304"/>
              </a:rPr>
              <a:t> </a:t>
            </a:r>
            <a:r>
              <a:rPr sz="1200" dirty="0">
                <a:latin typeface="Times New Roman" panose="02020603050405020304"/>
                <a:cs typeface="Times New Roman" panose="02020603050405020304"/>
              </a:rPr>
              <a:t>;</a:t>
            </a:r>
            <a:r>
              <a:rPr sz="1200" spc="-10" dirty="0">
                <a:latin typeface="Times New Roman" panose="02020603050405020304"/>
                <a:cs typeface="Times New Roman" panose="02020603050405020304"/>
              </a:rPr>
              <a:t> </a:t>
            </a:r>
            <a:r>
              <a:rPr sz="1200" dirty="0">
                <a:latin typeface="Times New Roman" panose="02020603050405020304"/>
                <a:cs typeface="Times New Roman" panose="02020603050405020304"/>
              </a:rPr>
              <a:t>1</a:t>
            </a:r>
            <a:r>
              <a:rPr sz="1200" spc="-5" dirty="0">
                <a:latin typeface="Times New Roman" panose="02020603050405020304"/>
                <a:cs typeface="Times New Roman" panose="02020603050405020304"/>
              </a:rPr>
              <a:t> </a:t>
            </a:r>
            <a:r>
              <a:rPr sz="1200" dirty="0">
                <a:latin typeface="Calibri" panose="020F0502020204030204"/>
                <a:cs typeface="Calibri" panose="020F0502020204030204"/>
              </a:rPr>
              <a:t>≤ month</a:t>
            </a:r>
            <a:r>
              <a:rPr sz="1200" spc="270" dirty="0">
                <a:latin typeface="Calibri" panose="020F0502020204030204"/>
                <a:cs typeface="Calibri" panose="020F0502020204030204"/>
              </a:rPr>
              <a:t> </a:t>
            </a:r>
            <a:r>
              <a:rPr sz="1200" dirty="0">
                <a:latin typeface="Calibri" panose="020F0502020204030204"/>
                <a:cs typeface="Calibri" panose="020F0502020204030204"/>
              </a:rPr>
              <a:t>≤</a:t>
            </a:r>
            <a:r>
              <a:rPr sz="1200" spc="245" dirty="0">
                <a:latin typeface="Calibri" panose="020F0502020204030204"/>
                <a:cs typeface="Calibri" panose="020F0502020204030204"/>
              </a:rPr>
              <a:t> </a:t>
            </a:r>
            <a:r>
              <a:rPr sz="1200" dirty="0">
                <a:latin typeface="Calibri" panose="020F0502020204030204"/>
                <a:cs typeface="Calibri" panose="020F0502020204030204"/>
              </a:rPr>
              <a:t>12</a:t>
            </a:r>
            <a:r>
              <a:rPr sz="1200" spc="-5" dirty="0">
                <a:latin typeface="Calibri" panose="020F0502020204030204"/>
                <a:cs typeface="Calibri" panose="020F0502020204030204"/>
              </a:rPr>
              <a:t> </a:t>
            </a:r>
            <a:r>
              <a:rPr sz="1200" spc="-50" dirty="0">
                <a:latin typeface="Calibri" panose="020F0502020204030204"/>
                <a:cs typeface="Calibri" panose="020F0502020204030204"/>
              </a:rPr>
              <a:t>}</a:t>
            </a:r>
            <a:endParaRPr sz="1200">
              <a:latin typeface="Calibri" panose="020F0502020204030204"/>
              <a:cs typeface="Calibri" panose="020F0502020204030204"/>
            </a:endParaRPr>
          </a:p>
          <a:p>
            <a:pPr marL="12700">
              <a:lnSpc>
                <a:spcPct val="100000"/>
              </a:lnSpc>
              <a:spcBef>
                <a:spcPts val="165"/>
              </a:spcBef>
            </a:pPr>
            <a:r>
              <a:rPr sz="1200" dirty="0">
                <a:latin typeface="Times New Roman" panose="02020603050405020304"/>
                <a:cs typeface="Times New Roman" panose="02020603050405020304"/>
              </a:rPr>
              <a:t>D1</a:t>
            </a:r>
            <a:r>
              <a:rPr sz="1200" spc="-5" dirty="0">
                <a:latin typeface="Times New Roman" panose="02020603050405020304"/>
                <a:cs typeface="Times New Roman" panose="02020603050405020304"/>
              </a:rPr>
              <a:t> </a:t>
            </a:r>
            <a:r>
              <a:rPr sz="1200" dirty="0">
                <a:latin typeface="Times New Roman" panose="02020603050405020304"/>
                <a:cs typeface="Times New Roman" panose="02020603050405020304"/>
              </a:rPr>
              <a:t>=</a:t>
            </a:r>
            <a:r>
              <a:rPr sz="1200" spc="-10" dirty="0">
                <a:latin typeface="Times New Roman" panose="02020603050405020304"/>
                <a:cs typeface="Times New Roman" panose="02020603050405020304"/>
              </a:rPr>
              <a:t> </a:t>
            </a:r>
            <a:r>
              <a:rPr sz="1200" dirty="0">
                <a:latin typeface="Times New Roman" panose="02020603050405020304"/>
                <a:cs typeface="Times New Roman" panose="02020603050405020304"/>
              </a:rPr>
              <a:t>{ day</a:t>
            </a:r>
            <a:r>
              <a:rPr sz="1200" spc="-25" dirty="0">
                <a:latin typeface="Times New Roman" panose="02020603050405020304"/>
                <a:cs typeface="Times New Roman" panose="02020603050405020304"/>
              </a:rPr>
              <a:t> </a:t>
            </a:r>
            <a:r>
              <a:rPr sz="1200" dirty="0">
                <a:latin typeface="Times New Roman" panose="02020603050405020304"/>
                <a:cs typeface="Times New Roman" panose="02020603050405020304"/>
              </a:rPr>
              <a:t>: 1</a:t>
            </a:r>
            <a:r>
              <a:rPr sz="1200" spc="300" dirty="0">
                <a:latin typeface="Times New Roman" panose="02020603050405020304"/>
                <a:cs typeface="Times New Roman" panose="02020603050405020304"/>
              </a:rPr>
              <a:t> </a:t>
            </a:r>
            <a:r>
              <a:rPr sz="1200" dirty="0">
                <a:latin typeface="Times New Roman" panose="02020603050405020304"/>
                <a:cs typeface="Times New Roman" panose="02020603050405020304"/>
              </a:rPr>
              <a:t>≤</a:t>
            </a:r>
            <a:r>
              <a:rPr sz="1200" spc="300" dirty="0">
                <a:latin typeface="Times New Roman" panose="02020603050405020304"/>
                <a:cs typeface="Times New Roman" panose="02020603050405020304"/>
              </a:rPr>
              <a:t> </a:t>
            </a:r>
            <a:r>
              <a:rPr sz="1200" dirty="0">
                <a:latin typeface="Times New Roman" panose="02020603050405020304"/>
                <a:cs typeface="Times New Roman" panose="02020603050405020304"/>
              </a:rPr>
              <a:t>day</a:t>
            </a:r>
            <a:r>
              <a:rPr sz="1200" spc="270" dirty="0">
                <a:latin typeface="Times New Roman" panose="02020603050405020304"/>
                <a:cs typeface="Times New Roman" panose="02020603050405020304"/>
              </a:rPr>
              <a:t> </a:t>
            </a:r>
            <a:r>
              <a:rPr sz="1200" dirty="0">
                <a:latin typeface="Times New Roman" panose="02020603050405020304"/>
                <a:cs typeface="Times New Roman" panose="02020603050405020304"/>
              </a:rPr>
              <a:t>≤</a:t>
            </a:r>
            <a:r>
              <a:rPr sz="1200" spc="310" dirty="0">
                <a:latin typeface="Times New Roman" panose="02020603050405020304"/>
                <a:cs typeface="Times New Roman" panose="02020603050405020304"/>
              </a:rPr>
              <a:t> </a:t>
            </a:r>
            <a:r>
              <a:rPr sz="1200" dirty="0">
                <a:latin typeface="Times New Roman" panose="02020603050405020304"/>
                <a:cs typeface="Times New Roman" panose="02020603050405020304"/>
              </a:rPr>
              <a:t>31 </a:t>
            </a:r>
            <a:r>
              <a:rPr sz="1200" spc="-50" dirty="0">
                <a:latin typeface="Times New Roman" panose="02020603050405020304"/>
                <a:cs typeface="Times New Roman" panose="02020603050405020304"/>
              </a:rPr>
              <a:t>}</a:t>
            </a:r>
            <a:endParaRPr sz="1200">
              <a:latin typeface="Times New Roman" panose="02020603050405020304"/>
              <a:cs typeface="Times New Roman" panose="02020603050405020304"/>
            </a:endParaRPr>
          </a:p>
          <a:p>
            <a:pPr marL="12700">
              <a:lnSpc>
                <a:spcPct val="100000"/>
              </a:lnSpc>
              <a:spcBef>
                <a:spcPts val="135"/>
              </a:spcBef>
            </a:pPr>
            <a:r>
              <a:rPr sz="1200" dirty="0">
                <a:latin typeface="Times New Roman" panose="02020603050405020304"/>
                <a:cs typeface="Times New Roman" panose="02020603050405020304"/>
              </a:rPr>
              <a:t>Y1</a:t>
            </a:r>
            <a:r>
              <a:rPr sz="1200" spc="-10" dirty="0">
                <a:latin typeface="Times New Roman" panose="02020603050405020304"/>
                <a:cs typeface="Times New Roman" panose="02020603050405020304"/>
              </a:rPr>
              <a:t> </a:t>
            </a:r>
            <a:r>
              <a:rPr sz="1200" dirty="0">
                <a:latin typeface="Times New Roman" panose="02020603050405020304"/>
                <a:cs typeface="Times New Roman" panose="02020603050405020304"/>
              </a:rPr>
              <a:t>=</a:t>
            </a:r>
            <a:r>
              <a:rPr sz="1200" spc="-15" dirty="0">
                <a:latin typeface="Times New Roman" panose="02020603050405020304"/>
                <a:cs typeface="Times New Roman" panose="02020603050405020304"/>
              </a:rPr>
              <a:t> </a:t>
            </a:r>
            <a:r>
              <a:rPr sz="1200" dirty="0">
                <a:latin typeface="Times New Roman" panose="02020603050405020304"/>
                <a:cs typeface="Times New Roman" panose="02020603050405020304"/>
              </a:rPr>
              <a:t>{</a:t>
            </a:r>
            <a:r>
              <a:rPr sz="1200" spc="15" dirty="0">
                <a:latin typeface="Times New Roman" panose="02020603050405020304"/>
                <a:cs typeface="Times New Roman" panose="02020603050405020304"/>
              </a:rPr>
              <a:t> </a:t>
            </a:r>
            <a:r>
              <a:rPr sz="1200" dirty="0">
                <a:latin typeface="Times New Roman" panose="02020603050405020304"/>
                <a:cs typeface="Times New Roman" panose="02020603050405020304"/>
              </a:rPr>
              <a:t>year</a:t>
            </a:r>
            <a:r>
              <a:rPr sz="1200" spc="-10" dirty="0">
                <a:latin typeface="Times New Roman" panose="02020603050405020304"/>
                <a:cs typeface="Times New Roman" panose="02020603050405020304"/>
              </a:rPr>
              <a:t> </a:t>
            </a:r>
            <a:r>
              <a:rPr sz="1200" dirty="0">
                <a:latin typeface="Times New Roman" panose="02020603050405020304"/>
                <a:cs typeface="Times New Roman" panose="02020603050405020304"/>
              </a:rPr>
              <a:t>:</a:t>
            </a:r>
            <a:r>
              <a:rPr sz="1200" spc="-5" dirty="0">
                <a:latin typeface="Times New Roman" panose="02020603050405020304"/>
                <a:cs typeface="Times New Roman" panose="02020603050405020304"/>
              </a:rPr>
              <a:t> </a:t>
            </a:r>
            <a:r>
              <a:rPr sz="1200" dirty="0">
                <a:latin typeface="Times New Roman" panose="02020603050405020304"/>
                <a:cs typeface="Times New Roman" panose="02020603050405020304"/>
              </a:rPr>
              <a:t>1812</a:t>
            </a:r>
            <a:r>
              <a:rPr sz="1200" spc="290" dirty="0">
                <a:latin typeface="Times New Roman" panose="02020603050405020304"/>
                <a:cs typeface="Times New Roman" panose="02020603050405020304"/>
              </a:rPr>
              <a:t> </a:t>
            </a:r>
            <a:r>
              <a:rPr sz="1200" dirty="0">
                <a:latin typeface="Times New Roman" panose="02020603050405020304"/>
                <a:cs typeface="Times New Roman" panose="02020603050405020304"/>
              </a:rPr>
              <a:t>≤</a:t>
            </a:r>
            <a:r>
              <a:rPr sz="1200" spc="295" dirty="0">
                <a:latin typeface="Times New Roman" panose="02020603050405020304"/>
                <a:cs typeface="Times New Roman" panose="02020603050405020304"/>
              </a:rPr>
              <a:t> </a:t>
            </a:r>
            <a:r>
              <a:rPr sz="1200" dirty="0">
                <a:latin typeface="Times New Roman" panose="02020603050405020304"/>
                <a:cs typeface="Times New Roman" panose="02020603050405020304"/>
              </a:rPr>
              <a:t>year</a:t>
            </a:r>
            <a:r>
              <a:rPr sz="1200" spc="285" dirty="0">
                <a:latin typeface="Times New Roman" panose="02020603050405020304"/>
                <a:cs typeface="Times New Roman" panose="02020603050405020304"/>
              </a:rPr>
              <a:t> </a:t>
            </a:r>
            <a:r>
              <a:rPr sz="1200" dirty="0">
                <a:latin typeface="Times New Roman" panose="02020603050405020304"/>
                <a:cs typeface="Times New Roman" panose="02020603050405020304"/>
              </a:rPr>
              <a:t>≤</a:t>
            </a:r>
            <a:r>
              <a:rPr sz="1200" spc="290" dirty="0">
                <a:latin typeface="Times New Roman" panose="02020603050405020304"/>
                <a:cs typeface="Times New Roman" panose="02020603050405020304"/>
              </a:rPr>
              <a:t> </a:t>
            </a:r>
            <a:r>
              <a:rPr sz="1200" dirty="0">
                <a:latin typeface="Times New Roman" panose="02020603050405020304"/>
                <a:cs typeface="Times New Roman" panose="02020603050405020304"/>
              </a:rPr>
              <a:t>2013</a:t>
            </a:r>
            <a:r>
              <a:rPr sz="1200" spc="-5" dirty="0">
                <a:latin typeface="Times New Roman" panose="02020603050405020304"/>
                <a:cs typeface="Times New Roman" panose="02020603050405020304"/>
              </a:rPr>
              <a:t> </a:t>
            </a:r>
            <a:r>
              <a:rPr sz="1200" spc="-50" dirty="0">
                <a:latin typeface="Times New Roman" panose="02020603050405020304"/>
                <a:cs typeface="Times New Roman" panose="02020603050405020304"/>
              </a:rPr>
              <a:t>}</a:t>
            </a:r>
            <a:endParaRPr sz="1200">
              <a:latin typeface="Times New Roman" panose="02020603050405020304"/>
              <a:cs typeface="Times New Roman" panose="02020603050405020304"/>
            </a:endParaRPr>
          </a:p>
          <a:p>
            <a:pPr>
              <a:lnSpc>
                <a:spcPct val="100000"/>
              </a:lnSpc>
              <a:spcBef>
                <a:spcPts val="215"/>
              </a:spcBef>
            </a:pPr>
            <a:endParaRPr sz="1200">
              <a:latin typeface="Times New Roman" panose="02020603050405020304"/>
              <a:cs typeface="Times New Roman" panose="02020603050405020304"/>
            </a:endParaRPr>
          </a:p>
          <a:p>
            <a:pPr marL="12700" marR="4107815" indent="1010285">
              <a:lnSpc>
                <a:spcPct val="109000"/>
              </a:lnSpc>
              <a:spcBef>
                <a:spcPts val="5"/>
              </a:spcBef>
            </a:pPr>
            <a:r>
              <a:rPr sz="1200" b="1" dirty="0">
                <a:latin typeface="Times New Roman" panose="02020603050405020304"/>
                <a:cs typeface="Times New Roman" panose="02020603050405020304"/>
              </a:rPr>
              <a:t>Invalid</a:t>
            </a:r>
            <a:r>
              <a:rPr sz="1200" b="1" spc="-20" dirty="0">
                <a:latin typeface="Times New Roman" panose="02020603050405020304"/>
                <a:cs typeface="Times New Roman" panose="02020603050405020304"/>
              </a:rPr>
              <a:t> </a:t>
            </a:r>
            <a:r>
              <a:rPr sz="1200" b="1" spc="-10" dirty="0">
                <a:latin typeface="Times New Roman" panose="02020603050405020304"/>
                <a:cs typeface="Times New Roman" panose="02020603050405020304"/>
              </a:rPr>
              <a:t>cases </a:t>
            </a:r>
            <a:r>
              <a:rPr sz="1200" dirty="0">
                <a:solidFill>
                  <a:srgbClr val="00002A"/>
                </a:solidFill>
                <a:latin typeface="Times New Roman" panose="02020603050405020304"/>
                <a:cs typeface="Times New Roman" panose="02020603050405020304"/>
              </a:rPr>
              <a:t>M2</a:t>
            </a:r>
            <a:r>
              <a:rPr sz="1200" spc="-15" dirty="0">
                <a:solidFill>
                  <a:srgbClr val="00002A"/>
                </a:solidFill>
                <a:latin typeface="Times New Roman" panose="02020603050405020304"/>
                <a:cs typeface="Times New Roman" panose="02020603050405020304"/>
              </a:rPr>
              <a:t> </a:t>
            </a:r>
            <a:r>
              <a:rPr sz="1200" dirty="0">
                <a:solidFill>
                  <a:srgbClr val="00002A"/>
                </a:solidFill>
                <a:latin typeface="Times New Roman" panose="02020603050405020304"/>
                <a:cs typeface="Times New Roman" panose="02020603050405020304"/>
              </a:rPr>
              <a:t>=</a:t>
            </a:r>
            <a:r>
              <a:rPr sz="1200" spc="-15" dirty="0">
                <a:solidFill>
                  <a:srgbClr val="00002A"/>
                </a:solidFill>
                <a:latin typeface="Times New Roman" panose="02020603050405020304"/>
                <a:cs typeface="Times New Roman" panose="02020603050405020304"/>
              </a:rPr>
              <a:t> </a:t>
            </a:r>
            <a:r>
              <a:rPr sz="1200" dirty="0">
                <a:solidFill>
                  <a:srgbClr val="00002A"/>
                </a:solidFill>
                <a:latin typeface="Times New Roman" panose="02020603050405020304"/>
                <a:cs typeface="Times New Roman" panose="02020603050405020304"/>
              </a:rPr>
              <a:t>{month</a:t>
            </a:r>
            <a:r>
              <a:rPr sz="1200" spc="-10" dirty="0">
                <a:solidFill>
                  <a:srgbClr val="00002A"/>
                </a:solidFill>
                <a:latin typeface="Times New Roman" panose="02020603050405020304"/>
                <a:cs typeface="Times New Roman" panose="02020603050405020304"/>
              </a:rPr>
              <a:t> </a:t>
            </a:r>
            <a:r>
              <a:rPr sz="1200" dirty="0">
                <a:solidFill>
                  <a:srgbClr val="00002A"/>
                </a:solidFill>
                <a:latin typeface="Times New Roman" panose="02020603050405020304"/>
                <a:cs typeface="Times New Roman" panose="02020603050405020304"/>
              </a:rPr>
              <a:t>:</a:t>
            </a:r>
            <a:r>
              <a:rPr sz="1200" spc="-15" dirty="0">
                <a:solidFill>
                  <a:srgbClr val="00002A"/>
                </a:solidFill>
                <a:latin typeface="Times New Roman" panose="02020603050405020304"/>
                <a:cs typeface="Times New Roman" panose="02020603050405020304"/>
              </a:rPr>
              <a:t> </a:t>
            </a:r>
            <a:r>
              <a:rPr sz="1200" dirty="0">
                <a:solidFill>
                  <a:srgbClr val="00002A"/>
                </a:solidFill>
                <a:latin typeface="Times New Roman" panose="02020603050405020304"/>
                <a:cs typeface="Times New Roman" panose="02020603050405020304"/>
              </a:rPr>
              <a:t>month</a:t>
            </a:r>
            <a:r>
              <a:rPr sz="1200" spc="-10" dirty="0">
                <a:solidFill>
                  <a:srgbClr val="00002A"/>
                </a:solidFill>
                <a:latin typeface="Times New Roman" panose="02020603050405020304"/>
                <a:cs typeface="Times New Roman" panose="02020603050405020304"/>
              </a:rPr>
              <a:t> </a:t>
            </a:r>
            <a:r>
              <a:rPr sz="1200" dirty="0">
                <a:solidFill>
                  <a:srgbClr val="00002A"/>
                </a:solidFill>
                <a:latin typeface="Times New Roman" panose="02020603050405020304"/>
                <a:cs typeface="Times New Roman" panose="02020603050405020304"/>
              </a:rPr>
              <a:t>&lt;</a:t>
            </a:r>
            <a:r>
              <a:rPr sz="1200" spc="-10" dirty="0">
                <a:solidFill>
                  <a:srgbClr val="00002A"/>
                </a:solidFill>
                <a:latin typeface="Times New Roman" panose="02020603050405020304"/>
                <a:cs typeface="Times New Roman" panose="02020603050405020304"/>
              </a:rPr>
              <a:t> </a:t>
            </a:r>
            <a:r>
              <a:rPr sz="1200" spc="-25" dirty="0">
                <a:solidFill>
                  <a:srgbClr val="00002A"/>
                </a:solidFill>
                <a:latin typeface="Times New Roman" panose="02020603050405020304"/>
                <a:cs typeface="Times New Roman" panose="02020603050405020304"/>
              </a:rPr>
              <a:t>1} </a:t>
            </a:r>
            <a:r>
              <a:rPr sz="1200" dirty="0">
                <a:solidFill>
                  <a:srgbClr val="00002A"/>
                </a:solidFill>
                <a:latin typeface="Times New Roman" panose="02020603050405020304"/>
                <a:cs typeface="Times New Roman" panose="02020603050405020304"/>
              </a:rPr>
              <a:t>M3</a:t>
            </a:r>
            <a:r>
              <a:rPr sz="1200" spc="-15" dirty="0">
                <a:solidFill>
                  <a:srgbClr val="00002A"/>
                </a:solidFill>
                <a:latin typeface="Times New Roman" panose="02020603050405020304"/>
                <a:cs typeface="Times New Roman" panose="02020603050405020304"/>
              </a:rPr>
              <a:t> </a:t>
            </a:r>
            <a:r>
              <a:rPr sz="1200" dirty="0">
                <a:solidFill>
                  <a:srgbClr val="00002A"/>
                </a:solidFill>
                <a:latin typeface="Times New Roman" panose="02020603050405020304"/>
                <a:cs typeface="Times New Roman" panose="02020603050405020304"/>
              </a:rPr>
              <a:t>=</a:t>
            </a:r>
            <a:r>
              <a:rPr sz="1200" spc="-15" dirty="0">
                <a:solidFill>
                  <a:srgbClr val="00002A"/>
                </a:solidFill>
                <a:latin typeface="Times New Roman" panose="02020603050405020304"/>
                <a:cs typeface="Times New Roman" panose="02020603050405020304"/>
              </a:rPr>
              <a:t> </a:t>
            </a:r>
            <a:r>
              <a:rPr sz="1200" dirty="0">
                <a:solidFill>
                  <a:srgbClr val="00002A"/>
                </a:solidFill>
                <a:latin typeface="Times New Roman" panose="02020603050405020304"/>
                <a:cs typeface="Times New Roman" panose="02020603050405020304"/>
              </a:rPr>
              <a:t>{month</a:t>
            </a:r>
            <a:r>
              <a:rPr sz="1200" spc="-10" dirty="0">
                <a:solidFill>
                  <a:srgbClr val="00002A"/>
                </a:solidFill>
                <a:latin typeface="Times New Roman" panose="02020603050405020304"/>
                <a:cs typeface="Times New Roman" panose="02020603050405020304"/>
              </a:rPr>
              <a:t> </a:t>
            </a:r>
            <a:r>
              <a:rPr sz="1200" dirty="0">
                <a:solidFill>
                  <a:srgbClr val="00002A"/>
                </a:solidFill>
                <a:latin typeface="Times New Roman" panose="02020603050405020304"/>
                <a:cs typeface="Times New Roman" panose="02020603050405020304"/>
              </a:rPr>
              <a:t>:</a:t>
            </a:r>
            <a:r>
              <a:rPr sz="1200" spc="-15" dirty="0">
                <a:solidFill>
                  <a:srgbClr val="00002A"/>
                </a:solidFill>
                <a:latin typeface="Times New Roman" panose="02020603050405020304"/>
                <a:cs typeface="Times New Roman" panose="02020603050405020304"/>
              </a:rPr>
              <a:t> </a:t>
            </a:r>
            <a:r>
              <a:rPr sz="1200" dirty="0">
                <a:solidFill>
                  <a:srgbClr val="00002A"/>
                </a:solidFill>
                <a:latin typeface="Times New Roman" panose="02020603050405020304"/>
                <a:cs typeface="Times New Roman" panose="02020603050405020304"/>
              </a:rPr>
              <a:t>month</a:t>
            </a:r>
            <a:r>
              <a:rPr sz="1200" spc="-10" dirty="0">
                <a:solidFill>
                  <a:srgbClr val="00002A"/>
                </a:solidFill>
                <a:latin typeface="Times New Roman" panose="02020603050405020304"/>
                <a:cs typeface="Times New Roman" panose="02020603050405020304"/>
              </a:rPr>
              <a:t> </a:t>
            </a:r>
            <a:r>
              <a:rPr sz="1200" dirty="0">
                <a:solidFill>
                  <a:srgbClr val="00002A"/>
                </a:solidFill>
                <a:latin typeface="Times New Roman" panose="02020603050405020304"/>
                <a:cs typeface="Times New Roman" panose="02020603050405020304"/>
              </a:rPr>
              <a:t>&gt;</a:t>
            </a:r>
            <a:r>
              <a:rPr sz="1200" spc="-10" dirty="0">
                <a:solidFill>
                  <a:srgbClr val="00002A"/>
                </a:solidFill>
                <a:latin typeface="Times New Roman" panose="02020603050405020304"/>
                <a:cs typeface="Times New Roman" panose="02020603050405020304"/>
              </a:rPr>
              <a:t> </a:t>
            </a:r>
            <a:r>
              <a:rPr sz="1200" spc="-25" dirty="0">
                <a:solidFill>
                  <a:srgbClr val="00002A"/>
                </a:solidFill>
                <a:latin typeface="Times New Roman" panose="02020603050405020304"/>
                <a:cs typeface="Times New Roman" panose="02020603050405020304"/>
              </a:rPr>
              <a:t>12} </a:t>
            </a:r>
            <a:r>
              <a:rPr sz="1200" dirty="0">
                <a:solidFill>
                  <a:srgbClr val="00002A"/>
                </a:solidFill>
                <a:latin typeface="Times New Roman" panose="02020603050405020304"/>
                <a:cs typeface="Times New Roman" panose="02020603050405020304"/>
              </a:rPr>
              <a:t>D2 =</a:t>
            </a:r>
            <a:r>
              <a:rPr sz="1200" spc="-15" dirty="0">
                <a:solidFill>
                  <a:srgbClr val="00002A"/>
                </a:solidFill>
                <a:latin typeface="Times New Roman" panose="02020603050405020304"/>
                <a:cs typeface="Times New Roman" panose="02020603050405020304"/>
              </a:rPr>
              <a:t> </a:t>
            </a:r>
            <a:r>
              <a:rPr sz="1200" dirty="0">
                <a:solidFill>
                  <a:srgbClr val="00002A"/>
                </a:solidFill>
                <a:latin typeface="Times New Roman" panose="02020603050405020304"/>
                <a:cs typeface="Times New Roman" panose="02020603050405020304"/>
              </a:rPr>
              <a:t>{day</a:t>
            </a:r>
            <a:r>
              <a:rPr sz="1200" spc="-25" dirty="0">
                <a:solidFill>
                  <a:srgbClr val="00002A"/>
                </a:solidFill>
                <a:latin typeface="Times New Roman" panose="02020603050405020304"/>
                <a:cs typeface="Times New Roman" panose="02020603050405020304"/>
              </a:rPr>
              <a:t> </a:t>
            </a:r>
            <a:r>
              <a:rPr sz="1200" dirty="0">
                <a:solidFill>
                  <a:srgbClr val="00002A"/>
                </a:solidFill>
                <a:latin typeface="Times New Roman" panose="02020603050405020304"/>
                <a:cs typeface="Times New Roman" panose="02020603050405020304"/>
              </a:rPr>
              <a:t>: day</a:t>
            </a:r>
            <a:r>
              <a:rPr sz="1200" spc="285" dirty="0">
                <a:solidFill>
                  <a:srgbClr val="00002A"/>
                </a:solidFill>
                <a:latin typeface="Times New Roman" panose="02020603050405020304"/>
                <a:cs typeface="Times New Roman" panose="02020603050405020304"/>
              </a:rPr>
              <a:t> </a:t>
            </a:r>
            <a:r>
              <a:rPr sz="1200" dirty="0">
                <a:solidFill>
                  <a:srgbClr val="00002A"/>
                </a:solidFill>
                <a:latin typeface="Times New Roman" panose="02020603050405020304"/>
                <a:cs typeface="Times New Roman" panose="02020603050405020304"/>
              </a:rPr>
              <a:t>&lt;</a:t>
            </a:r>
            <a:r>
              <a:rPr sz="1200" spc="-5" dirty="0">
                <a:solidFill>
                  <a:srgbClr val="00002A"/>
                </a:solidFill>
                <a:latin typeface="Times New Roman" panose="02020603050405020304"/>
                <a:cs typeface="Times New Roman" panose="02020603050405020304"/>
              </a:rPr>
              <a:t> </a:t>
            </a:r>
            <a:r>
              <a:rPr sz="1200" spc="-25" dirty="0">
                <a:solidFill>
                  <a:srgbClr val="00002A"/>
                </a:solidFill>
                <a:latin typeface="Times New Roman" panose="02020603050405020304"/>
                <a:cs typeface="Times New Roman" panose="02020603050405020304"/>
              </a:rPr>
              <a:t>1}</a:t>
            </a:r>
            <a:endParaRPr sz="1200">
              <a:latin typeface="Times New Roman" panose="02020603050405020304"/>
              <a:cs typeface="Times New Roman" panose="02020603050405020304"/>
            </a:endParaRPr>
          </a:p>
          <a:p>
            <a:pPr marL="12700">
              <a:lnSpc>
                <a:spcPct val="100000"/>
              </a:lnSpc>
              <a:spcBef>
                <a:spcPts val="130"/>
              </a:spcBef>
            </a:pPr>
            <a:r>
              <a:rPr sz="1200" dirty="0">
                <a:solidFill>
                  <a:srgbClr val="00002A"/>
                </a:solidFill>
                <a:latin typeface="Times New Roman" panose="02020603050405020304"/>
                <a:cs typeface="Times New Roman" panose="02020603050405020304"/>
              </a:rPr>
              <a:t>D3 =</a:t>
            </a:r>
            <a:r>
              <a:rPr sz="1200" spc="-15" dirty="0">
                <a:solidFill>
                  <a:srgbClr val="00002A"/>
                </a:solidFill>
                <a:latin typeface="Times New Roman" panose="02020603050405020304"/>
                <a:cs typeface="Times New Roman" panose="02020603050405020304"/>
              </a:rPr>
              <a:t> </a:t>
            </a:r>
            <a:r>
              <a:rPr sz="1200" dirty="0">
                <a:solidFill>
                  <a:srgbClr val="00002A"/>
                </a:solidFill>
                <a:latin typeface="Times New Roman" panose="02020603050405020304"/>
                <a:cs typeface="Times New Roman" panose="02020603050405020304"/>
              </a:rPr>
              <a:t>{day</a:t>
            </a:r>
            <a:r>
              <a:rPr sz="1200" spc="-25" dirty="0">
                <a:solidFill>
                  <a:srgbClr val="00002A"/>
                </a:solidFill>
                <a:latin typeface="Times New Roman" panose="02020603050405020304"/>
                <a:cs typeface="Times New Roman" panose="02020603050405020304"/>
              </a:rPr>
              <a:t> </a:t>
            </a:r>
            <a:r>
              <a:rPr sz="1200" dirty="0">
                <a:solidFill>
                  <a:srgbClr val="00002A"/>
                </a:solidFill>
                <a:latin typeface="Times New Roman" panose="02020603050405020304"/>
                <a:cs typeface="Times New Roman" panose="02020603050405020304"/>
              </a:rPr>
              <a:t>: day</a:t>
            </a:r>
            <a:r>
              <a:rPr sz="1200" spc="-15" dirty="0">
                <a:solidFill>
                  <a:srgbClr val="00002A"/>
                </a:solidFill>
                <a:latin typeface="Times New Roman" panose="02020603050405020304"/>
                <a:cs typeface="Times New Roman" panose="02020603050405020304"/>
              </a:rPr>
              <a:t> </a:t>
            </a:r>
            <a:r>
              <a:rPr sz="1200" dirty="0">
                <a:solidFill>
                  <a:srgbClr val="00002A"/>
                </a:solidFill>
                <a:latin typeface="Times New Roman" panose="02020603050405020304"/>
                <a:cs typeface="Times New Roman" panose="02020603050405020304"/>
              </a:rPr>
              <a:t>&gt;</a:t>
            </a:r>
            <a:r>
              <a:rPr sz="1200" spc="-5" dirty="0">
                <a:solidFill>
                  <a:srgbClr val="00002A"/>
                </a:solidFill>
                <a:latin typeface="Times New Roman" panose="02020603050405020304"/>
                <a:cs typeface="Times New Roman" panose="02020603050405020304"/>
              </a:rPr>
              <a:t> </a:t>
            </a:r>
            <a:r>
              <a:rPr sz="1200" spc="-25" dirty="0">
                <a:solidFill>
                  <a:srgbClr val="00002A"/>
                </a:solidFill>
                <a:latin typeface="Times New Roman" panose="02020603050405020304"/>
                <a:cs typeface="Times New Roman" panose="02020603050405020304"/>
              </a:rPr>
              <a:t>31}</a:t>
            </a:r>
            <a:endParaRPr sz="1200">
              <a:latin typeface="Times New Roman" panose="02020603050405020304"/>
              <a:cs typeface="Times New Roman" panose="02020603050405020304"/>
            </a:endParaRPr>
          </a:p>
          <a:p>
            <a:pPr marL="12700" marR="4349750">
              <a:lnSpc>
                <a:spcPct val="104000"/>
              </a:lnSpc>
              <a:spcBef>
                <a:spcPts val="155"/>
              </a:spcBef>
            </a:pPr>
            <a:r>
              <a:rPr sz="1200" dirty="0">
                <a:solidFill>
                  <a:srgbClr val="00002A"/>
                </a:solidFill>
                <a:latin typeface="Times New Roman" panose="02020603050405020304"/>
                <a:cs typeface="Times New Roman" panose="02020603050405020304"/>
              </a:rPr>
              <a:t>Y2</a:t>
            </a:r>
            <a:r>
              <a:rPr sz="1200" spc="-15" dirty="0">
                <a:solidFill>
                  <a:srgbClr val="00002A"/>
                </a:solidFill>
                <a:latin typeface="Times New Roman" panose="02020603050405020304"/>
                <a:cs typeface="Times New Roman" panose="02020603050405020304"/>
              </a:rPr>
              <a:t> </a:t>
            </a:r>
            <a:r>
              <a:rPr sz="1200" dirty="0">
                <a:solidFill>
                  <a:srgbClr val="00002A"/>
                </a:solidFill>
                <a:latin typeface="Times New Roman" panose="02020603050405020304"/>
                <a:cs typeface="Times New Roman" panose="02020603050405020304"/>
              </a:rPr>
              <a:t>=</a:t>
            </a:r>
            <a:r>
              <a:rPr sz="1200" spc="-20" dirty="0">
                <a:solidFill>
                  <a:srgbClr val="00002A"/>
                </a:solidFill>
                <a:latin typeface="Times New Roman" panose="02020603050405020304"/>
                <a:cs typeface="Times New Roman" panose="02020603050405020304"/>
              </a:rPr>
              <a:t> </a:t>
            </a:r>
            <a:r>
              <a:rPr sz="1200" dirty="0">
                <a:solidFill>
                  <a:srgbClr val="00002A"/>
                </a:solidFill>
                <a:latin typeface="Times New Roman" panose="02020603050405020304"/>
                <a:cs typeface="Times New Roman" panose="02020603050405020304"/>
              </a:rPr>
              <a:t>{year</a:t>
            </a:r>
            <a:r>
              <a:rPr sz="1200" spc="-10" dirty="0">
                <a:solidFill>
                  <a:srgbClr val="00002A"/>
                </a:solidFill>
                <a:latin typeface="Times New Roman" panose="02020603050405020304"/>
                <a:cs typeface="Times New Roman" panose="02020603050405020304"/>
              </a:rPr>
              <a:t> </a:t>
            </a:r>
            <a:r>
              <a:rPr sz="1200" dirty="0">
                <a:solidFill>
                  <a:srgbClr val="00002A"/>
                </a:solidFill>
                <a:latin typeface="Times New Roman" panose="02020603050405020304"/>
                <a:cs typeface="Times New Roman" panose="02020603050405020304"/>
              </a:rPr>
              <a:t>:</a:t>
            </a:r>
            <a:r>
              <a:rPr sz="1200" spc="10" dirty="0">
                <a:solidFill>
                  <a:srgbClr val="00002A"/>
                </a:solidFill>
                <a:latin typeface="Times New Roman" panose="02020603050405020304"/>
                <a:cs typeface="Times New Roman" panose="02020603050405020304"/>
              </a:rPr>
              <a:t> </a:t>
            </a:r>
            <a:r>
              <a:rPr sz="1200" dirty="0">
                <a:solidFill>
                  <a:srgbClr val="00002A"/>
                </a:solidFill>
                <a:latin typeface="Times New Roman" panose="02020603050405020304"/>
                <a:cs typeface="Times New Roman" panose="02020603050405020304"/>
              </a:rPr>
              <a:t>year</a:t>
            </a:r>
            <a:r>
              <a:rPr sz="1200" spc="-15" dirty="0">
                <a:solidFill>
                  <a:srgbClr val="00002A"/>
                </a:solidFill>
                <a:latin typeface="Times New Roman" panose="02020603050405020304"/>
                <a:cs typeface="Times New Roman" panose="02020603050405020304"/>
              </a:rPr>
              <a:t> </a:t>
            </a:r>
            <a:r>
              <a:rPr sz="1200" dirty="0">
                <a:solidFill>
                  <a:srgbClr val="00002A"/>
                </a:solidFill>
                <a:latin typeface="Times New Roman" panose="02020603050405020304"/>
                <a:cs typeface="Times New Roman" panose="02020603050405020304"/>
              </a:rPr>
              <a:t>&lt;</a:t>
            </a:r>
            <a:r>
              <a:rPr sz="1200" spc="-20" dirty="0">
                <a:solidFill>
                  <a:srgbClr val="00002A"/>
                </a:solidFill>
                <a:latin typeface="Times New Roman" panose="02020603050405020304"/>
                <a:cs typeface="Times New Roman" panose="02020603050405020304"/>
              </a:rPr>
              <a:t> </a:t>
            </a:r>
            <a:r>
              <a:rPr sz="1200" spc="-10" dirty="0">
                <a:solidFill>
                  <a:srgbClr val="00002A"/>
                </a:solidFill>
                <a:latin typeface="Times New Roman" panose="02020603050405020304"/>
                <a:cs typeface="Times New Roman" panose="02020603050405020304"/>
              </a:rPr>
              <a:t>1812} </a:t>
            </a:r>
            <a:r>
              <a:rPr sz="1200" dirty="0">
                <a:solidFill>
                  <a:srgbClr val="00002A"/>
                </a:solidFill>
                <a:latin typeface="Times New Roman" panose="02020603050405020304"/>
                <a:cs typeface="Times New Roman" panose="02020603050405020304"/>
              </a:rPr>
              <a:t>Y3</a:t>
            </a:r>
            <a:r>
              <a:rPr sz="1200" spc="-15" dirty="0">
                <a:solidFill>
                  <a:srgbClr val="00002A"/>
                </a:solidFill>
                <a:latin typeface="Times New Roman" panose="02020603050405020304"/>
                <a:cs typeface="Times New Roman" panose="02020603050405020304"/>
              </a:rPr>
              <a:t> </a:t>
            </a:r>
            <a:r>
              <a:rPr sz="1200" dirty="0">
                <a:solidFill>
                  <a:srgbClr val="00002A"/>
                </a:solidFill>
                <a:latin typeface="Times New Roman" panose="02020603050405020304"/>
                <a:cs typeface="Times New Roman" panose="02020603050405020304"/>
              </a:rPr>
              <a:t>=</a:t>
            </a:r>
            <a:r>
              <a:rPr sz="1200" spc="-20" dirty="0">
                <a:solidFill>
                  <a:srgbClr val="00002A"/>
                </a:solidFill>
                <a:latin typeface="Times New Roman" panose="02020603050405020304"/>
                <a:cs typeface="Times New Roman" panose="02020603050405020304"/>
              </a:rPr>
              <a:t> </a:t>
            </a:r>
            <a:r>
              <a:rPr sz="1200" dirty="0">
                <a:solidFill>
                  <a:srgbClr val="00002A"/>
                </a:solidFill>
                <a:latin typeface="Times New Roman" panose="02020603050405020304"/>
                <a:cs typeface="Times New Roman" panose="02020603050405020304"/>
              </a:rPr>
              <a:t>{year</a:t>
            </a:r>
            <a:r>
              <a:rPr sz="1200" spc="-10" dirty="0">
                <a:solidFill>
                  <a:srgbClr val="00002A"/>
                </a:solidFill>
                <a:latin typeface="Times New Roman" panose="02020603050405020304"/>
                <a:cs typeface="Times New Roman" panose="02020603050405020304"/>
              </a:rPr>
              <a:t> </a:t>
            </a:r>
            <a:r>
              <a:rPr sz="1200" dirty="0">
                <a:solidFill>
                  <a:srgbClr val="00002A"/>
                </a:solidFill>
                <a:latin typeface="Times New Roman" panose="02020603050405020304"/>
                <a:cs typeface="Times New Roman" panose="02020603050405020304"/>
              </a:rPr>
              <a:t>:</a:t>
            </a:r>
            <a:r>
              <a:rPr sz="1200" spc="10" dirty="0">
                <a:solidFill>
                  <a:srgbClr val="00002A"/>
                </a:solidFill>
                <a:latin typeface="Times New Roman" panose="02020603050405020304"/>
                <a:cs typeface="Times New Roman" panose="02020603050405020304"/>
              </a:rPr>
              <a:t> </a:t>
            </a:r>
            <a:r>
              <a:rPr sz="1200" dirty="0">
                <a:solidFill>
                  <a:srgbClr val="00002A"/>
                </a:solidFill>
                <a:latin typeface="Times New Roman" panose="02020603050405020304"/>
                <a:cs typeface="Times New Roman" panose="02020603050405020304"/>
              </a:rPr>
              <a:t>year</a:t>
            </a:r>
            <a:r>
              <a:rPr sz="1200" spc="-15" dirty="0">
                <a:solidFill>
                  <a:srgbClr val="00002A"/>
                </a:solidFill>
                <a:latin typeface="Times New Roman" panose="02020603050405020304"/>
                <a:cs typeface="Times New Roman" panose="02020603050405020304"/>
              </a:rPr>
              <a:t> </a:t>
            </a:r>
            <a:r>
              <a:rPr sz="1200" dirty="0">
                <a:solidFill>
                  <a:srgbClr val="00002A"/>
                </a:solidFill>
                <a:latin typeface="Times New Roman" panose="02020603050405020304"/>
                <a:cs typeface="Times New Roman" panose="02020603050405020304"/>
              </a:rPr>
              <a:t>&gt;</a:t>
            </a:r>
            <a:r>
              <a:rPr sz="1200" spc="-20" dirty="0">
                <a:solidFill>
                  <a:srgbClr val="00002A"/>
                </a:solidFill>
                <a:latin typeface="Times New Roman" panose="02020603050405020304"/>
                <a:cs typeface="Times New Roman" panose="02020603050405020304"/>
              </a:rPr>
              <a:t> </a:t>
            </a:r>
            <a:r>
              <a:rPr sz="1200" spc="-10" dirty="0">
                <a:solidFill>
                  <a:srgbClr val="00002A"/>
                </a:solidFill>
                <a:latin typeface="Times New Roman" panose="02020603050405020304"/>
                <a:cs typeface="Times New Roman" panose="02020603050405020304"/>
              </a:rPr>
              <a:t>2013}</a:t>
            </a:r>
            <a:endParaRPr sz="1200">
              <a:latin typeface="Times New Roman" panose="02020603050405020304"/>
              <a:cs typeface="Times New Roman" panose="02020603050405020304"/>
            </a:endParaRPr>
          </a:p>
          <a:p>
            <a:pPr>
              <a:lnSpc>
                <a:spcPct val="100000"/>
              </a:lnSpc>
              <a:spcBef>
                <a:spcPts val="730"/>
              </a:spcBef>
            </a:pPr>
            <a:endParaRPr sz="1200">
              <a:latin typeface="Times New Roman" panose="02020603050405020304"/>
              <a:cs typeface="Times New Roman" panose="02020603050405020304"/>
            </a:endParaRPr>
          </a:p>
          <a:p>
            <a:pPr marL="2875915" algn="ctr">
              <a:lnSpc>
                <a:spcPct val="100000"/>
              </a:lnSpc>
            </a:pPr>
            <a:r>
              <a:rPr sz="1200" b="1" dirty="0">
                <a:latin typeface="Times New Roman" panose="02020603050405020304"/>
                <a:cs typeface="Times New Roman" panose="02020603050405020304"/>
              </a:rPr>
              <a:t>Next</a:t>
            </a:r>
            <a:r>
              <a:rPr sz="1200" b="1" spc="-30"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date</a:t>
            </a:r>
            <a:r>
              <a:rPr sz="1200" b="1" spc="-25"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Output</a:t>
            </a:r>
            <a:r>
              <a:rPr sz="1200" b="1" spc="-25"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Equivalence</a:t>
            </a:r>
            <a:r>
              <a:rPr sz="1200" b="1" spc="-30"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Class</a:t>
            </a:r>
            <a:r>
              <a:rPr sz="1200" b="1" spc="-20" dirty="0">
                <a:latin typeface="Times New Roman" panose="02020603050405020304"/>
                <a:cs typeface="Times New Roman" panose="02020603050405020304"/>
              </a:rPr>
              <a:t> </a:t>
            </a:r>
            <a:r>
              <a:rPr sz="1200" b="1" spc="-10" dirty="0">
                <a:latin typeface="Times New Roman" panose="02020603050405020304"/>
                <a:cs typeface="Times New Roman" panose="02020603050405020304"/>
              </a:rPr>
              <a:t>Testing</a:t>
            </a:r>
            <a:endParaRPr sz="1200">
              <a:latin typeface="Times New Roman" panose="02020603050405020304"/>
              <a:cs typeface="Times New Roman" panose="02020603050405020304"/>
            </a:endParaRPr>
          </a:p>
          <a:p>
            <a:pPr marL="2873375" algn="ctr">
              <a:lnSpc>
                <a:spcPct val="100000"/>
              </a:lnSpc>
              <a:spcBef>
                <a:spcPts val="435"/>
              </a:spcBef>
            </a:pPr>
            <a:r>
              <a:rPr sz="1200" b="1" dirty="0">
                <a:latin typeface="Times New Roman" panose="02020603050405020304"/>
                <a:cs typeface="Times New Roman" panose="02020603050405020304"/>
              </a:rPr>
              <a:t>(</a:t>
            </a:r>
            <a:r>
              <a:rPr sz="1200" b="1" spc="-35"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Weak</a:t>
            </a:r>
            <a:r>
              <a:rPr sz="1200" b="1" spc="-25"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and</a:t>
            </a:r>
            <a:r>
              <a:rPr sz="1200" b="1" spc="-25"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Strong</a:t>
            </a:r>
            <a:r>
              <a:rPr sz="1200" b="1" spc="-20"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Normal</a:t>
            </a:r>
            <a:r>
              <a:rPr sz="1200" b="1" spc="-25"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Equivalence</a:t>
            </a:r>
            <a:r>
              <a:rPr sz="1200" b="1" spc="-30"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Class</a:t>
            </a:r>
            <a:r>
              <a:rPr sz="1200" b="1" spc="-20" dirty="0">
                <a:latin typeface="Times New Roman" panose="02020603050405020304"/>
                <a:cs typeface="Times New Roman" panose="02020603050405020304"/>
              </a:rPr>
              <a:t> </a:t>
            </a:r>
            <a:r>
              <a:rPr sz="1200" b="1" spc="-50" dirty="0">
                <a:latin typeface="Times New Roman" panose="02020603050405020304"/>
                <a:cs typeface="Times New Roman" panose="02020603050405020304"/>
              </a:rPr>
              <a:t>)</a:t>
            </a:r>
            <a:endParaRPr sz="1200">
              <a:latin typeface="Times New Roman" panose="02020603050405020304"/>
              <a:cs typeface="Times New Roman" panose="02020603050405020304"/>
            </a:endParaRPr>
          </a:p>
        </p:txBody>
      </p:sp>
      <p:sp>
        <p:nvSpPr>
          <p:cNvPr id="8" name="object 8"/>
          <p:cNvSpPr txBox="1"/>
          <p:nvPr/>
        </p:nvSpPr>
        <p:spPr>
          <a:xfrm>
            <a:off x="673100" y="6887942"/>
            <a:ext cx="775970" cy="204470"/>
          </a:xfrm>
          <a:prstGeom prst="rect">
            <a:avLst/>
          </a:prstGeom>
        </p:spPr>
        <p:txBody>
          <a:bodyPr vert="horz" wrap="square" lIns="0" tIns="5080" rIns="0" bIns="0" rtlCol="0">
            <a:spAutoFit/>
          </a:bodyPr>
          <a:lstStyle/>
          <a:p>
            <a:pPr marL="12700">
              <a:lnSpc>
                <a:spcPct val="100000"/>
              </a:lnSpc>
              <a:spcBef>
                <a:spcPts val="40"/>
              </a:spcBef>
            </a:pPr>
            <a:r>
              <a:rPr sz="1200" dirty="0">
                <a:latin typeface="Cambria" panose="02040503050406030204"/>
                <a:cs typeface="Cambria" panose="02040503050406030204"/>
              </a:rPr>
              <a:t>Dept.</a:t>
            </a:r>
            <a:r>
              <a:rPr sz="1200" spc="-15" dirty="0">
                <a:latin typeface="Cambria" panose="02040503050406030204"/>
                <a:cs typeface="Cambria" panose="02040503050406030204"/>
              </a:rPr>
              <a:t> </a:t>
            </a:r>
            <a:r>
              <a:rPr sz="1200" dirty="0">
                <a:latin typeface="Cambria" panose="02040503050406030204"/>
                <a:cs typeface="Cambria" panose="02040503050406030204"/>
              </a:rPr>
              <a:t>of</a:t>
            </a:r>
            <a:r>
              <a:rPr sz="1200" spc="-25" dirty="0">
                <a:latin typeface="Cambria" panose="02040503050406030204"/>
                <a:cs typeface="Cambria" panose="02040503050406030204"/>
              </a:rPr>
              <a:t> ISE</a:t>
            </a:r>
            <a:endParaRPr sz="1200">
              <a:latin typeface="Cambria" panose="02040503050406030204"/>
              <a:cs typeface="Cambria" panose="02040503050406030204"/>
            </a:endParaRPr>
          </a:p>
        </p:txBody>
      </p:sp>
      <p:sp>
        <p:nvSpPr>
          <p:cNvPr id="9" name="object 9"/>
          <p:cNvSpPr txBox="1"/>
          <p:nvPr/>
        </p:nvSpPr>
        <p:spPr>
          <a:xfrm>
            <a:off x="9462007" y="6887942"/>
            <a:ext cx="575945" cy="204470"/>
          </a:xfrm>
          <a:prstGeom prst="rect">
            <a:avLst/>
          </a:prstGeom>
        </p:spPr>
        <p:txBody>
          <a:bodyPr vert="horz" wrap="square" lIns="0" tIns="5080" rIns="0" bIns="0" rtlCol="0">
            <a:spAutoFit/>
          </a:bodyPr>
          <a:lstStyle/>
          <a:p>
            <a:pPr marL="12700">
              <a:lnSpc>
                <a:spcPct val="100000"/>
              </a:lnSpc>
              <a:spcBef>
                <a:spcPts val="40"/>
              </a:spcBef>
            </a:pPr>
            <a:r>
              <a:rPr sz="1200" dirty="0">
                <a:latin typeface="Cambria" panose="02040503050406030204"/>
                <a:cs typeface="Cambria" panose="02040503050406030204"/>
              </a:rPr>
              <a:t>Page</a:t>
            </a:r>
            <a:r>
              <a:rPr sz="1200" spc="-30" dirty="0">
                <a:latin typeface="Cambria" panose="02040503050406030204"/>
                <a:cs typeface="Cambria" panose="02040503050406030204"/>
              </a:rPr>
              <a:t> </a:t>
            </a:r>
            <a:r>
              <a:rPr sz="1200" spc="-25" dirty="0">
                <a:latin typeface="Cambria" panose="02040503050406030204"/>
                <a:cs typeface="Cambria" panose="02040503050406030204"/>
              </a:rPr>
              <a:t>44</a:t>
            </a:r>
            <a:endParaRPr sz="1200">
              <a:latin typeface="Cambria" panose="02040503050406030204"/>
              <a:cs typeface="Cambria" panose="02040503050406030204"/>
            </a:endParaRPr>
          </a:p>
        </p:txBody>
      </p:sp>
      <p:graphicFrame>
        <p:nvGraphicFramePr>
          <p:cNvPr id="7" name="object 7"/>
          <p:cNvGraphicFramePr>
            <a:graphicFrameLocks noGrp="1"/>
          </p:cNvGraphicFramePr>
          <p:nvPr/>
        </p:nvGraphicFramePr>
        <p:xfrm>
          <a:off x="673608" y="5224017"/>
          <a:ext cx="9044940" cy="1200150"/>
        </p:xfrm>
        <a:graphic>
          <a:graphicData uri="http://schemas.openxmlformats.org/drawingml/2006/table">
            <a:tbl>
              <a:tblPr firstRow="1" bandRow="1">
                <a:tableStyleId>{2D5ABB26-0587-4C30-8999-92F81FD0307C}</a:tableStyleId>
              </a:tblPr>
              <a:tblGrid>
                <a:gridCol w="780415"/>
                <a:gridCol w="2212975"/>
                <a:gridCol w="558800"/>
                <a:gridCol w="395604"/>
                <a:gridCol w="522604"/>
                <a:gridCol w="563245"/>
                <a:gridCol w="570864"/>
                <a:gridCol w="456564"/>
                <a:gridCol w="571500"/>
                <a:gridCol w="398779"/>
                <a:gridCol w="514350"/>
                <a:gridCol w="530859"/>
                <a:gridCol w="878840"/>
              </a:tblGrid>
              <a:tr h="358140">
                <a:tc rowSpan="2">
                  <a:txBody>
                    <a:bodyPr/>
                    <a:lstStyle/>
                    <a:p>
                      <a:pPr>
                        <a:lnSpc>
                          <a:spcPct val="100000"/>
                        </a:lnSpc>
                        <a:spcBef>
                          <a:spcPts val="840"/>
                        </a:spcBef>
                      </a:pPr>
                      <a:endParaRPr sz="1200">
                        <a:latin typeface="Times New Roman" panose="02020603050405020304"/>
                        <a:cs typeface="Times New Roman" panose="02020603050405020304"/>
                      </a:endParaRPr>
                    </a:p>
                    <a:p>
                      <a:pPr marL="164465">
                        <a:lnSpc>
                          <a:spcPct val="100000"/>
                        </a:lnSpc>
                      </a:pPr>
                      <a:r>
                        <a:rPr sz="1200" b="1" dirty="0">
                          <a:latin typeface="Calibri" panose="020F0502020204030204"/>
                          <a:cs typeface="Calibri" panose="020F0502020204030204"/>
                        </a:rPr>
                        <a:t>Case</a:t>
                      </a:r>
                      <a:r>
                        <a:rPr sz="1200" b="1" spc="-25" dirty="0">
                          <a:latin typeface="Calibri" panose="020F0502020204030204"/>
                          <a:cs typeface="Calibri" panose="020F0502020204030204"/>
                        </a:rPr>
                        <a:t> Id</a:t>
                      </a:r>
                      <a:endParaRPr sz="1200">
                        <a:latin typeface="Calibri" panose="020F0502020204030204"/>
                        <a:cs typeface="Calibri" panose="020F0502020204030204"/>
                      </a:endParaRPr>
                    </a:p>
                  </a:txBody>
                  <a:tcPr marL="0" marR="0" marT="1066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rowSpan="2">
                  <a:txBody>
                    <a:bodyPr/>
                    <a:lstStyle/>
                    <a:p>
                      <a:pPr>
                        <a:lnSpc>
                          <a:spcPct val="100000"/>
                        </a:lnSpc>
                        <a:spcBef>
                          <a:spcPts val="840"/>
                        </a:spcBef>
                      </a:pPr>
                      <a:endParaRPr sz="1200">
                        <a:latin typeface="Times New Roman" panose="02020603050405020304"/>
                        <a:cs typeface="Times New Roman" panose="02020603050405020304"/>
                      </a:endParaRPr>
                    </a:p>
                    <a:p>
                      <a:pPr algn="ctr">
                        <a:lnSpc>
                          <a:spcPct val="100000"/>
                        </a:lnSpc>
                      </a:pPr>
                      <a:r>
                        <a:rPr sz="1200" b="1" spc="-10" dirty="0">
                          <a:latin typeface="Calibri" panose="020F0502020204030204"/>
                          <a:cs typeface="Calibri" panose="020F0502020204030204"/>
                        </a:rPr>
                        <a:t>Description</a:t>
                      </a:r>
                      <a:endParaRPr sz="1200">
                        <a:latin typeface="Calibri" panose="020F0502020204030204"/>
                        <a:cs typeface="Calibri" panose="020F0502020204030204"/>
                      </a:endParaRPr>
                    </a:p>
                  </a:txBody>
                  <a:tcPr marL="0" marR="0" marT="1066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gridSpan="3">
                  <a:txBody>
                    <a:bodyPr/>
                    <a:lstStyle/>
                    <a:p>
                      <a:pPr marL="401955">
                        <a:lnSpc>
                          <a:spcPct val="100000"/>
                        </a:lnSpc>
                        <a:spcBef>
                          <a:spcPts val="625"/>
                        </a:spcBef>
                      </a:pPr>
                      <a:r>
                        <a:rPr sz="1200" b="1" dirty="0">
                          <a:latin typeface="Calibri" panose="020F0502020204030204"/>
                          <a:cs typeface="Calibri" panose="020F0502020204030204"/>
                        </a:rPr>
                        <a:t>Input</a:t>
                      </a:r>
                      <a:r>
                        <a:rPr sz="1200" b="1" spc="-35" dirty="0">
                          <a:latin typeface="Calibri" panose="020F0502020204030204"/>
                          <a:cs typeface="Calibri" panose="020F0502020204030204"/>
                        </a:rPr>
                        <a:t> </a:t>
                      </a:r>
                      <a:r>
                        <a:rPr sz="1200" b="1" spc="-20" dirty="0">
                          <a:latin typeface="Calibri" panose="020F0502020204030204"/>
                          <a:cs typeface="Calibri" panose="020F0502020204030204"/>
                        </a:rPr>
                        <a:t>Data</a:t>
                      </a:r>
                      <a:endParaRPr sz="1200">
                        <a:latin typeface="Calibri" panose="020F0502020204030204"/>
                        <a:cs typeface="Calibri" panose="020F0502020204030204"/>
                      </a:endParaRPr>
                    </a:p>
                  </a:txBody>
                  <a:tcPr marL="0" marR="0" marT="793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cPr marL="0" marR="0" marT="0" marB="0"/>
                </a:tc>
                <a:tc hMerge="1">
                  <a:tcPr marL="0" marR="0" marT="0" marB="0"/>
                </a:tc>
                <a:tc gridSpan="3">
                  <a:txBody>
                    <a:bodyPr/>
                    <a:lstStyle/>
                    <a:p>
                      <a:pPr marL="261620">
                        <a:lnSpc>
                          <a:spcPct val="100000"/>
                        </a:lnSpc>
                        <a:spcBef>
                          <a:spcPts val="625"/>
                        </a:spcBef>
                      </a:pPr>
                      <a:r>
                        <a:rPr sz="1200" b="1" dirty="0">
                          <a:latin typeface="Calibri" panose="020F0502020204030204"/>
                          <a:cs typeface="Calibri" panose="020F0502020204030204"/>
                        </a:rPr>
                        <a:t>Expected</a:t>
                      </a:r>
                      <a:r>
                        <a:rPr sz="1200" b="1" spc="-20" dirty="0">
                          <a:latin typeface="Calibri" panose="020F0502020204030204"/>
                          <a:cs typeface="Calibri" panose="020F0502020204030204"/>
                        </a:rPr>
                        <a:t> </a:t>
                      </a:r>
                      <a:r>
                        <a:rPr sz="1200" b="1" spc="-10" dirty="0">
                          <a:latin typeface="Calibri" panose="020F0502020204030204"/>
                          <a:cs typeface="Calibri" panose="020F0502020204030204"/>
                        </a:rPr>
                        <a:t>Output</a:t>
                      </a:r>
                      <a:endParaRPr sz="1200">
                        <a:latin typeface="Calibri" panose="020F0502020204030204"/>
                        <a:cs typeface="Calibri" panose="020F0502020204030204"/>
                      </a:endParaRPr>
                    </a:p>
                  </a:txBody>
                  <a:tcPr marL="0" marR="0" marT="793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cPr marL="0" marR="0" marT="0" marB="0"/>
                </a:tc>
                <a:tc hMerge="1">
                  <a:tcPr marL="0" marR="0" marT="0" marB="0"/>
                </a:tc>
                <a:tc gridSpan="3">
                  <a:txBody>
                    <a:bodyPr/>
                    <a:lstStyle/>
                    <a:p>
                      <a:pPr marL="306070">
                        <a:lnSpc>
                          <a:spcPct val="100000"/>
                        </a:lnSpc>
                        <a:spcBef>
                          <a:spcPts val="625"/>
                        </a:spcBef>
                      </a:pPr>
                      <a:r>
                        <a:rPr sz="1200" b="1" dirty="0">
                          <a:latin typeface="Calibri" panose="020F0502020204030204"/>
                          <a:cs typeface="Calibri" panose="020F0502020204030204"/>
                        </a:rPr>
                        <a:t>Actual</a:t>
                      </a:r>
                      <a:r>
                        <a:rPr sz="1200" b="1" spc="-20" dirty="0">
                          <a:latin typeface="Calibri" panose="020F0502020204030204"/>
                          <a:cs typeface="Calibri" panose="020F0502020204030204"/>
                        </a:rPr>
                        <a:t> </a:t>
                      </a:r>
                      <a:r>
                        <a:rPr sz="1200" b="1" spc="-10" dirty="0">
                          <a:latin typeface="Calibri" panose="020F0502020204030204"/>
                          <a:cs typeface="Calibri" panose="020F0502020204030204"/>
                        </a:rPr>
                        <a:t>output</a:t>
                      </a:r>
                      <a:endParaRPr sz="1200">
                        <a:latin typeface="Calibri" panose="020F0502020204030204"/>
                        <a:cs typeface="Calibri" panose="020F0502020204030204"/>
                      </a:endParaRPr>
                    </a:p>
                  </a:txBody>
                  <a:tcPr marL="0" marR="0" marT="793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cPr marL="0" marR="0" marT="0" marB="0"/>
                </a:tc>
                <a:tc hMerge="1">
                  <a:tcPr marL="0" marR="0" marT="0" marB="0"/>
                </a:tc>
                <a:tc rowSpan="2">
                  <a:txBody>
                    <a:bodyPr/>
                    <a:lstStyle/>
                    <a:p>
                      <a:pPr>
                        <a:lnSpc>
                          <a:spcPct val="100000"/>
                        </a:lnSpc>
                        <a:spcBef>
                          <a:spcPts val="840"/>
                        </a:spcBef>
                      </a:pPr>
                      <a:endParaRPr sz="1200">
                        <a:latin typeface="Times New Roman" panose="02020603050405020304"/>
                        <a:cs typeface="Times New Roman" panose="02020603050405020304"/>
                      </a:endParaRPr>
                    </a:p>
                    <a:p>
                      <a:pPr marL="66675">
                        <a:lnSpc>
                          <a:spcPct val="100000"/>
                        </a:lnSpc>
                      </a:pPr>
                      <a:r>
                        <a:rPr sz="1200" b="1" spc="-10" dirty="0">
                          <a:latin typeface="Calibri" panose="020F0502020204030204"/>
                          <a:cs typeface="Calibri" panose="020F0502020204030204"/>
                        </a:rPr>
                        <a:t>Status</a:t>
                      </a:r>
                      <a:endParaRPr sz="1200">
                        <a:latin typeface="Calibri" panose="020F0502020204030204"/>
                        <a:cs typeface="Calibri" panose="020F0502020204030204"/>
                      </a:endParaRPr>
                    </a:p>
                  </a:txBody>
                  <a:tcPr marL="0" marR="0" marT="1066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rowSpan="2">
                  <a:txBody>
                    <a:bodyPr/>
                    <a:lstStyle/>
                    <a:p>
                      <a:pPr>
                        <a:lnSpc>
                          <a:spcPct val="100000"/>
                        </a:lnSpc>
                        <a:spcBef>
                          <a:spcPts val="840"/>
                        </a:spcBef>
                      </a:pPr>
                      <a:endParaRPr sz="1200">
                        <a:latin typeface="Times New Roman" panose="02020603050405020304"/>
                        <a:cs typeface="Times New Roman" panose="02020603050405020304"/>
                      </a:endParaRPr>
                    </a:p>
                    <a:p>
                      <a:pPr marL="127635">
                        <a:lnSpc>
                          <a:spcPct val="100000"/>
                        </a:lnSpc>
                      </a:pPr>
                      <a:r>
                        <a:rPr sz="1200" b="1" spc="-10" dirty="0">
                          <a:latin typeface="Calibri" panose="020F0502020204030204"/>
                          <a:cs typeface="Calibri" panose="020F0502020204030204"/>
                        </a:rPr>
                        <a:t>Comment</a:t>
                      </a:r>
                      <a:endParaRPr sz="1200">
                        <a:latin typeface="Calibri" panose="020F0502020204030204"/>
                        <a:cs typeface="Calibri" panose="020F0502020204030204"/>
                      </a:endParaRPr>
                    </a:p>
                  </a:txBody>
                  <a:tcPr marL="0" marR="0" marT="1066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406400">
                <a:tc vMerge="1">
                  <a:tcPr marL="0" marR="0" marT="1066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cPr marL="0" marR="0" marT="1066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815"/>
                        </a:spcBef>
                      </a:pPr>
                      <a:r>
                        <a:rPr sz="1200" b="1" spc="-10" dirty="0">
                          <a:latin typeface="Calibri" panose="020F0502020204030204"/>
                          <a:cs typeface="Calibri" panose="020F0502020204030204"/>
                        </a:rPr>
                        <a:t>month</a:t>
                      </a:r>
                      <a:endParaRPr sz="1200">
                        <a:latin typeface="Calibri" panose="020F0502020204030204"/>
                        <a:cs typeface="Calibri" panose="020F0502020204030204"/>
                      </a:endParaRPr>
                    </a:p>
                  </a:txBody>
                  <a:tcPr marL="0" marR="0" marT="1035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815"/>
                        </a:spcBef>
                      </a:pPr>
                      <a:r>
                        <a:rPr sz="1200" b="1" spc="-25" dirty="0">
                          <a:latin typeface="Calibri" panose="020F0502020204030204"/>
                          <a:cs typeface="Calibri" panose="020F0502020204030204"/>
                        </a:rPr>
                        <a:t>day</a:t>
                      </a:r>
                      <a:endParaRPr sz="1200">
                        <a:latin typeface="Calibri" panose="020F0502020204030204"/>
                        <a:cs typeface="Calibri" panose="020F0502020204030204"/>
                      </a:endParaRPr>
                    </a:p>
                  </a:txBody>
                  <a:tcPr marL="0" marR="0" marT="1035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815"/>
                        </a:spcBef>
                      </a:pPr>
                      <a:r>
                        <a:rPr sz="1200" b="1" spc="-20" dirty="0">
                          <a:latin typeface="Calibri" panose="020F0502020204030204"/>
                          <a:cs typeface="Calibri" panose="020F0502020204030204"/>
                        </a:rPr>
                        <a:t>year</a:t>
                      </a:r>
                      <a:endParaRPr sz="1200">
                        <a:latin typeface="Calibri" panose="020F0502020204030204"/>
                        <a:cs typeface="Calibri" panose="020F0502020204030204"/>
                      </a:endParaRPr>
                    </a:p>
                  </a:txBody>
                  <a:tcPr marL="0" marR="0" marT="1035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815"/>
                        </a:spcBef>
                      </a:pPr>
                      <a:r>
                        <a:rPr sz="1200" b="1" spc="-10" dirty="0">
                          <a:latin typeface="Calibri" panose="020F0502020204030204"/>
                          <a:cs typeface="Calibri" panose="020F0502020204030204"/>
                        </a:rPr>
                        <a:t>month</a:t>
                      </a:r>
                      <a:endParaRPr sz="1200">
                        <a:latin typeface="Calibri" panose="020F0502020204030204"/>
                        <a:cs typeface="Calibri" panose="020F0502020204030204"/>
                      </a:endParaRPr>
                    </a:p>
                  </a:txBody>
                  <a:tcPr marL="0" marR="0" marT="1035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815"/>
                        </a:spcBef>
                      </a:pPr>
                      <a:r>
                        <a:rPr sz="1200" b="1" spc="-25" dirty="0">
                          <a:latin typeface="Calibri" panose="020F0502020204030204"/>
                          <a:cs typeface="Calibri" panose="020F0502020204030204"/>
                        </a:rPr>
                        <a:t>day</a:t>
                      </a:r>
                      <a:endParaRPr sz="1200">
                        <a:latin typeface="Calibri" panose="020F0502020204030204"/>
                        <a:cs typeface="Calibri" panose="020F0502020204030204"/>
                      </a:endParaRPr>
                    </a:p>
                  </a:txBody>
                  <a:tcPr marL="0" marR="0" marT="1035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815"/>
                        </a:spcBef>
                      </a:pPr>
                      <a:r>
                        <a:rPr sz="1200" b="1" spc="-20" dirty="0">
                          <a:latin typeface="Calibri" panose="020F0502020204030204"/>
                          <a:cs typeface="Calibri" panose="020F0502020204030204"/>
                        </a:rPr>
                        <a:t>year</a:t>
                      </a:r>
                      <a:endParaRPr sz="1200">
                        <a:latin typeface="Calibri" panose="020F0502020204030204"/>
                        <a:cs typeface="Calibri" panose="020F0502020204030204"/>
                      </a:endParaRPr>
                    </a:p>
                  </a:txBody>
                  <a:tcPr marL="0" marR="0" marT="1035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1120">
                        <a:lnSpc>
                          <a:spcPct val="100000"/>
                        </a:lnSpc>
                        <a:spcBef>
                          <a:spcPts val="815"/>
                        </a:spcBef>
                      </a:pPr>
                      <a:r>
                        <a:rPr sz="1200" b="1" spc="-10" dirty="0">
                          <a:latin typeface="Calibri" panose="020F0502020204030204"/>
                          <a:cs typeface="Calibri" panose="020F0502020204030204"/>
                        </a:rPr>
                        <a:t>month</a:t>
                      </a:r>
                      <a:endParaRPr sz="1200">
                        <a:latin typeface="Calibri" panose="020F0502020204030204"/>
                        <a:cs typeface="Calibri" panose="020F0502020204030204"/>
                      </a:endParaRPr>
                    </a:p>
                  </a:txBody>
                  <a:tcPr marL="0" marR="0" marT="1035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83820">
                        <a:lnSpc>
                          <a:spcPct val="100000"/>
                        </a:lnSpc>
                        <a:spcBef>
                          <a:spcPts val="815"/>
                        </a:spcBef>
                      </a:pPr>
                      <a:r>
                        <a:rPr sz="1200" b="1" spc="-25" dirty="0">
                          <a:latin typeface="Calibri" panose="020F0502020204030204"/>
                          <a:cs typeface="Calibri" panose="020F0502020204030204"/>
                        </a:rPr>
                        <a:t>day</a:t>
                      </a:r>
                      <a:endParaRPr sz="1200">
                        <a:latin typeface="Calibri" panose="020F0502020204030204"/>
                        <a:cs typeface="Calibri" panose="020F0502020204030204"/>
                      </a:endParaRPr>
                    </a:p>
                  </a:txBody>
                  <a:tcPr marL="0" marR="0" marT="1035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16840">
                        <a:lnSpc>
                          <a:spcPct val="100000"/>
                        </a:lnSpc>
                        <a:spcBef>
                          <a:spcPts val="815"/>
                        </a:spcBef>
                      </a:pPr>
                      <a:r>
                        <a:rPr sz="1200" b="1" spc="-20" dirty="0">
                          <a:latin typeface="Calibri" panose="020F0502020204030204"/>
                          <a:cs typeface="Calibri" panose="020F0502020204030204"/>
                        </a:rPr>
                        <a:t>year</a:t>
                      </a:r>
                      <a:endParaRPr sz="1200">
                        <a:latin typeface="Calibri" panose="020F0502020204030204"/>
                        <a:cs typeface="Calibri" panose="020F0502020204030204"/>
                      </a:endParaRPr>
                    </a:p>
                  </a:txBody>
                  <a:tcPr marL="0" marR="0" marT="1035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cPr marL="0" marR="0" marT="1066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cPr marL="0" marR="0" marT="1066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435609">
                <a:tc>
                  <a:txBody>
                    <a:bodyPr/>
                    <a:lstStyle/>
                    <a:p>
                      <a:pPr>
                        <a:lnSpc>
                          <a:spcPct val="100000"/>
                        </a:lnSpc>
                        <a:spcBef>
                          <a:spcPts val="490"/>
                        </a:spcBef>
                      </a:pPr>
                      <a:endParaRPr sz="1200">
                        <a:latin typeface="Times New Roman" panose="02020603050405020304"/>
                        <a:cs typeface="Times New Roman" panose="02020603050405020304"/>
                      </a:endParaRPr>
                    </a:p>
                    <a:p>
                      <a:pPr marL="92710">
                        <a:lnSpc>
                          <a:spcPct val="100000"/>
                        </a:lnSpc>
                      </a:pPr>
                      <a:r>
                        <a:rPr sz="1200" spc="-10" dirty="0">
                          <a:latin typeface="Calibri" panose="020F0502020204030204"/>
                          <a:cs typeface="Calibri" panose="020F0502020204030204"/>
                        </a:rPr>
                        <a:t>WN1,SN1</a:t>
                      </a:r>
                      <a:endParaRPr sz="1200">
                        <a:latin typeface="Calibri" panose="020F0502020204030204"/>
                        <a:cs typeface="Calibri" panose="020F0502020204030204"/>
                      </a:endParaRPr>
                    </a:p>
                  </a:txBody>
                  <a:tcPr marL="0" marR="0" marT="6223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marR="296545">
                        <a:lnSpc>
                          <a:spcPct val="102000"/>
                        </a:lnSpc>
                        <a:spcBef>
                          <a:spcPts val="385"/>
                        </a:spcBef>
                      </a:pPr>
                      <a:r>
                        <a:rPr sz="1200" dirty="0">
                          <a:latin typeface="Calibri" panose="020F0502020204030204"/>
                          <a:cs typeface="Calibri" panose="020F0502020204030204"/>
                        </a:rPr>
                        <a:t>Enter</a:t>
                      </a:r>
                      <a:r>
                        <a:rPr sz="1200" spc="-10" dirty="0">
                          <a:latin typeface="Calibri" panose="020F0502020204030204"/>
                          <a:cs typeface="Calibri" panose="020F0502020204030204"/>
                        </a:rPr>
                        <a:t> </a:t>
                      </a:r>
                      <a:r>
                        <a:rPr sz="1200" dirty="0">
                          <a:latin typeface="Calibri" panose="020F0502020204030204"/>
                          <a:cs typeface="Calibri" panose="020F0502020204030204"/>
                        </a:rPr>
                        <a:t>the</a:t>
                      </a:r>
                      <a:r>
                        <a:rPr sz="1200" spc="-20" dirty="0">
                          <a:latin typeface="Calibri" panose="020F0502020204030204"/>
                          <a:cs typeface="Calibri" panose="020F0502020204030204"/>
                        </a:rPr>
                        <a:t> </a:t>
                      </a:r>
                      <a:r>
                        <a:rPr sz="1200" dirty="0">
                          <a:latin typeface="Calibri" panose="020F0502020204030204"/>
                          <a:cs typeface="Calibri" panose="020F0502020204030204"/>
                        </a:rPr>
                        <a:t>M1,</a:t>
                      </a:r>
                      <a:r>
                        <a:rPr sz="1200" spc="-20" dirty="0">
                          <a:latin typeface="Calibri" panose="020F0502020204030204"/>
                          <a:cs typeface="Calibri" panose="020F0502020204030204"/>
                        </a:rPr>
                        <a:t> </a:t>
                      </a:r>
                      <a:r>
                        <a:rPr sz="1200" dirty="0">
                          <a:latin typeface="Calibri" panose="020F0502020204030204"/>
                          <a:cs typeface="Calibri" panose="020F0502020204030204"/>
                        </a:rPr>
                        <a:t>D1</a:t>
                      </a:r>
                      <a:r>
                        <a:rPr sz="1200" spc="-5" dirty="0">
                          <a:latin typeface="Calibri" panose="020F0502020204030204"/>
                          <a:cs typeface="Calibri" panose="020F0502020204030204"/>
                        </a:rPr>
                        <a:t> </a:t>
                      </a:r>
                      <a:r>
                        <a:rPr sz="1200" dirty="0">
                          <a:latin typeface="Calibri" panose="020F0502020204030204"/>
                          <a:cs typeface="Calibri" panose="020F0502020204030204"/>
                        </a:rPr>
                        <a:t>and</a:t>
                      </a:r>
                      <a:r>
                        <a:rPr sz="1200" spc="-20" dirty="0">
                          <a:latin typeface="Calibri" panose="020F0502020204030204"/>
                          <a:cs typeface="Calibri" panose="020F0502020204030204"/>
                        </a:rPr>
                        <a:t> </a:t>
                      </a:r>
                      <a:r>
                        <a:rPr sz="1200" dirty="0">
                          <a:latin typeface="Calibri" panose="020F0502020204030204"/>
                          <a:cs typeface="Calibri" panose="020F0502020204030204"/>
                        </a:rPr>
                        <a:t>Y1</a:t>
                      </a:r>
                      <a:r>
                        <a:rPr sz="1200" spc="-20" dirty="0">
                          <a:latin typeface="Calibri" panose="020F0502020204030204"/>
                          <a:cs typeface="Calibri" panose="020F0502020204030204"/>
                        </a:rPr>
                        <a:t> </a:t>
                      </a:r>
                      <a:r>
                        <a:rPr sz="1200" spc="-10" dirty="0">
                          <a:latin typeface="Calibri" panose="020F0502020204030204"/>
                          <a:cs typeface="Calibri" panose="020F0502020204030204"/>
                        </a:rPr>
                        <a:t>valid cases</a:t>
                      </a:r>
                      <a:endParaRPr sz="1200">
                        <a:latin typeface="Calibri" panose="020F0502020204030204"/>
                        <a:cs typeface="Calibri" panose="020F0502020204030204"/>
                      </a:endParaRPr>
                    </a:p>
                  </a:txBody>
                  <a:tcPr marL="0" marR="0" marT="48894"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920"/>
                        </a:spcBef>
                      </a:pPr>
                      <a:r>
                        <a:rPr sz="1200" spc="-50" dirty="0">
                          <a:latin typeface="Calibri" panose="020F0502020204030204"/>
                          <a:cs typeface="Calibri" panose="020F0502020204030204"/>
                        </a:rPr>
                        <a:t>6</a:t>
                      </a:r>
                      <a:endParaRPr sz="1200">
                        <a:latin typeface="Calibri" panose="020F0502020204030204"/>
                        <a:cs typeface="Calibri" panose="020F0502020204030204"/>
                      </a:endParaRPr>
                    </a:p>
                  </a:txBody>
                  <a:tcPr marL="0" marR="0" marT="116839"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920"/>
                        </a:spcBef>
                      </a:pPr>
                      <a:r>
                        <a:rPr sz="1200" spc="-25" dirty="0">
                          <a:latin typeface="Calibri" panose="020F0502020204030204"/>
                          <a:cs typeface="Calibri" panose="020F0502020204030204"/>
                        </a:rPr>
                        <a:t>15</a:t>
                      </a:r>
                      <a:endParaRPr sz="1200">
                        <a:latin typeface="Calibri" panose="020F0502020204030204"/>
                        <a:cs typeface="Calibri" panose="020F0502020204030204"/>
                      </a:endParaRPr>
                    </a:p>
                  </a:txBody>
                  <a:tcPr marL="0" marR="0" marT="116839"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270" algn="ctr">
                        <a:lnSpc>
                          <a:spcPct val="100000"/>
                        </a:lnSpc>
                        <a:spcBef>
                          <a:spcPts val="920"/>
                        </a:spcBef>
                      </a:pPr>
                      <a:r>
                        <a:rPr sz="1200" spc="-20" dirty="0">
                          <a:latin typeface="Calibri" panose="020F0502020204030204"/>
                          <a:cs typeface="Calibri" panose="020F0502020204030204"/>
                        </a:rPr>
                        <a:t>1912</a:t>
                      </a:r>
                      <a:endParaRPr sz="1200">
                        <a:latin typeface="Calibri" panose="020F0502020204030204"/>
                        <a:cs typeface="Calibri" panose="020F0502020204030204"/>
                      </a:endParaRPr>
                    </a:p>
                  </a:txBody>
                  <a:tcPr marL="0" marR="0" marT="116839"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920"/>
                        </a:spcBef>
                      </a:pPr>
                      <a:r>
                        <a:rPr sz="1200" spc="-50" dirty="0">
                          <a:latin typeface="Calibri" panose="020F0502020204030204"/>
                          <a:cs typeface="Calibri" panose="020F0502020204030204"/>
                        </a:rPr>
                        <a:t>6</a:t>
                      </a:r>
                      <a:endParaRPr sz="1200">
                        <a:latin typeface="Calibri" panose="020F0502020204030204"/>
                        <a:cs typeface="Calibri" panose="020F0502020204030204"/>
                      </a:endParaRPr>
                    </a:p>
                  </a:txBody>
                  <a:tcPr marL="0" marR="0" marT="116839"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920"/>
                        </a:spcBef>
                      </a:pPr>
                      <a:r>
                        <a:rPr sz="1200" spc="-25" dirty="0">
                          <a:latin typeface="Calibri" panose="020F0502020204030204"/>
                          <a:cs typeface="Calibri" panose="020F0502020204030204"/>
                        </a:rPr>
                        <a:t>16</a:t>
                      </a:r>
                      <a:endParaRPr sz="1200">
                        <a:latin typeface="Calibri" panose="020F0502020204030204"/>
                        <a:cs typeface="Calibri" panose="020F0502020204030204"/>
                      </a:endParaRPr>
                    </a:p>
                  </a:txBody>
                  <a:tcPr marL="0" marR="0" marT="116839"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920"/>
                        </a:spcBef>
                      </a:pPr>
                      <a:r>
                        <a:rPr sz="1200" spc="-20" dirty="0">
                          <a:latin typeface="Calibri" panose="020F0502020204030204"/>
                          <a:cs typeface="Calibri" panose="020F0502020204030204"/>
                        </a:rPr>
                        <a:t>1912</a:t>
                      </a:r>
                      <a:endParaRPr sz="1200">
                        <a:latin typeface="Calibri" panose="020F0502020204030204"/>
                        <a:cs typeface="Calibri" panose="020F0502020204030204"/>
                      </a:endParaRPr>
                    </a:p>
                  </a:txBody>
                  <a:tcPr marL="0" marR="0" marT="116839"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73100" y="964438"/>
            <a:ext cx="140081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Cambria" panose="02040503050406030204"/>
                <a:cs typeface="Cambria" panose="02040503050406030204"/>
              </a:rPr>
              <a:t>Software</a:t>
            </a:r>
            <a:r>
              <a:rPr sz="1200" spc="-40" dirty="0">
                <a:latin typeface="Cambria" panose="02040503050406030204"/>
                <a:cs typeface="Cambria" panose="02040503050406030204"/>
              </a:rPr>
              <a:t> </a:t>
            </a:r>
            <a:r>
              <a:rPr sz="1200" dirty="0">
                <a:latin typeface="Cambria" panose="02040503050406030204"/>
                <a:cs typeface="Cambria" panose="02040503050406030204"/>
              </a:rPr>
              <a:t>Testing</a:t>
            </a:r>
            <a:r>
              <a:rPr sz="1200" spc="-40" dirty="0">
                <a:latin typeface="Cambria" panose="02040503050406030204"/>
                <a:cs typeface="Cambria" panose="02040503050406030204"/>
              </a:rPr>
              <a:t> </a:t>
            </a:r>
            <a:r>
              <a:rPr sz="1200" spc="-25" dirty="0">
                <a:latin typeface="Cambria" panose="02040503050406030204"/>
                <a:cs typeface="Cambria" panose="02040503050406030204"/>
              </a:rPr>
              <a:t>Lab</a:t>
            </a:r>
            <a:endParaRPr sz="1200">
              <a:latin typeface="Cambria" panose="02040503050406030204"/>
              <a:cs typeface="Cambria" panose="02040503050406030204"/>
            </a:endParaRPr>
          </a:p>
        </p:txBody>
      </p:sp>
      <p:sp>
        <p:nvSpPr>
          <p:cNvPr id="3" name="object 3"/>
          <p:cNvSpPr txBox="1"/>
          <p:nvPr/>
        </p:nvSpPr>
        <p:spPr>
          <a:xfrm>
            <a:off x="9529064" y="964438"/>
            <a:ext cx="289560"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Cambria" panose="02040503050406030204"/>
                <a:cs typeface="Cambria" panose="02040503050406030204"/>
              </a:rPr>
              <a:t>MIT</a:t>
            </a:r>
            <a:endParaRPr sz="1200">
              <a:latin typeface="Cambria" panose="02040503050406030204"/>
              <a:cs typeface="Cambria" panose="02040503050406030204"/>
            </a:endParaRPr>
          </a:p>
        </p:txBody>
      </p:sp>
      <p:sp>
        <p:nvSpPr>
          <p:cNvPr id="4" name="object 4"/>
          <p:cNvSpPr/>
          <p:nvPr/>
        </p:nvSpPr>
        <p:spPr>
          <a:xfrm>
            <a:off x="667512" y="1204213"/>
            <a:ext cx="9359265" cy="56515"/>
          </a:xfrm>
          <a:custGeom>
            <a:avLst/>
            <a:gdLst/>
            <a:ahLst/>
            <a:cxnLst/>
            <a:rect l="l" t="t" r="r" b="b"/>
            <a:pathLst>
              <a:path w="9359265" h="56515">
                <a:moveTo>
                  <a:pt x="9358884" y="18288"/>
                </a:moveTo>
                <a:lnTo>
                  <a:pt x="0" y="18288"/>
                </a:lnTo>
                <a:lnTo>
                  <a:pt x="0" y="56388"/>
                </a:lnTo>
                <a:lnTo>
                  <a:pt x="9358884" y="56388"/>
                </a:lnTo>
                <a:lnTo>
                  <a:pt x="9358884" y="18288"/>
                </a:lnTo>
                <a:close/>
              </a:path>
              <a:path w="9359265" h="56515">
                <a:moveTo>
                  <a:pt x="9358884" y="0"/>
                </a:moveTo>
                <a:lnTo>
                  <a:pt x="0" y="0"/>
                </a:lnTo>
                <a:lnTo>
                  <a:pt x="0" y="9144"/>
                </a:lnTo>
                <a:lnTo>
                  <a:pt x="9358884" y="9144"/>
                </a:lnTo>
                <a:lnTo>
                  <a:pt x="9358884" y="0"/>
                </a:lnTo>
                <a:close/>
              </a:path>
            </a:pathLst>
          </a:custGeom>
          <a:solidFill>
            <a:srgbClr val="612322"/>
          </a:solidFill>
        </p:spPr>
        <p:txBody>
          <a:bodyPr wrap="square" lIns="0" tIns="0" rIns="0" bIns="0" rtlCol="0"/>
          <a:lstStyle/>
          <a:p/>
        </p:txBody>
      </p:sp>
      <p:sp>
        <p:nvSpPr>
          <p:cNvPr id="5" name="object 5"/>
          <p:cNvSpPr/>
          <p:nvPr/>
        </p:nvSpPr>
        <p:spPr>
          <a:xfrm>
            <a:off x="667512" y="6832092"/>
            <a:ext cx="9359265" cy="56515"/>
          </a:xfrm>
          <a:custGeom>
            <a:avLst/>
            <a:gdLst/>
            <a:ahLst/>
            <a:cxnLst/>
            <a:rect l="l" t="t" r="r" b="b"/>
            <a:pathLst>
              <a:path w="9359265" h="56515">
                <a:moveTo>
                  <a:pt x="9358884" y="47244"/>
                </a:moveTo>
                <a:lnTo>
                  <a:pt x="0" y="47244"/>
                </a:lnTo>
                <a:lnTo>
                  <a:pt x="0" y="56388"/>
                </a:lnTo>
                <a:lnTo>
                  <a:pt x="9358884" y="56388"/>
                </a:lnTo>
                <a:lnTo>
                  <a:pt x="9358884" y="47244"/>
                </a:lnTo>
                <a:close/>
              </a:path>
              <a:path w="9359265" h="56515">
                <a:moveTo>
                  <a:pt x="9358884" y="0"/>
                </a:moveTo>
                <a:lnTo>
                  <a:pt x="0" y="0"/>
                </a:lnTo>
                <a:lnTo>
                  <a:pt x="0" y="38100"/>
                </a:lnTo>
                <a:lnTo>
                  <a:pt x="9358884" y="38100"/>
                </a:lnTo>
                <a:lnTo>
                  <a:pt x="9358884" y="0"/>
                </a:lnTo>
                <a:close/>
              </a:path>
            </a:pathLst>
          </a:custGeom>
          <a:solidFill>
            <a:srgbClr val="612322"/>
          </a:solidFill>
        </p:spPr>
        <p:txBody>
          <a:bodyPr wrap="square" lIns="0" tIns="0" rIns="0" bIns="0" rtlCol="0"/>
          <a:lstStyle/>
          <a:p/>
        </p:txBody>
      </p:sp>
      <p:sp>
        <p:nvSpPr>
          <p:cNvPr id="6" name="object 6"/>
          <p:cNvSpPr txBox="1"/>
          <p:nvPr/>
        </p:nvSpPr>
        <p:spPr>
          <a:xfrm>
            <a:off x="3868039" y="1461261"/>
            <a:ext cx="2578100"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Times New Roman" panose="02020603050405020304"/>
                <a:cs typeface="Times New Roman" panose="02020603050405020304"/>
              </a:rPr>
              <a:t>(</a:t>
            </a:r>
            <a:r>
              <a:rPr sz="1200" b="1" spc="-20"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Weak</a:t>
            </a:r>
            <a:r>
              <a:rPr sz="1200" b="1" spc="-15"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Robustness</a:t>
            </a:r>
            <a:r>
              <a:rPr sz="1200" b="1" spc="-15"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Equivalence</a:t>
            </a:r>
            <a:r>
              <a:rPr sz="1200" b="1" spc="-20"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Class</a:t>
            </a:r>
            <a:r>
              <a:rPr sz="1200" b="1" spc="-20" dirty="0">
                <a:latin typeface="Times New Roman" panose="02020603050405020304"/>
                <a:cs typeface="Times New Roman" panose="02020603050405020304"/>
              </a:rPr>
              <a:t> </a:t>
            </a:r>
            <a:r>
              <a:rPr sz="1200" b="1" spc="-50" dirty="0">
                <a:latin typeface="Times New Roman" panose="02020603050405020304"/>
                <a:cs typeface="Times New Roman" panose="02020603050405020304"/>
              </a:rPr>
              <a:t>)</a:t>
            </a:r>
            <a:endParaRPr sz="1200">
              <a:latin typeface="Times New Roman" panose="02020603050405020304"/>
              <a:cs typeface="Times New Roman" panose="02020603050405020304"/>
            </a:endParaRPr>
          </a:p>
        </p:txBody>
      </p:sp>
      <p:sp>
        <p:nvSpPr>
          <p:cNvPr id="8" name="object 8"/>
          <p:cNvSpPr txBox="1"/>
          <p:nvPr/>
        </p:nvSpPr>
        <p:spPr>
          <a:xfrm>
            <a:off x="673100" y="6887942"/>
            <a:ext cx="775970" cy="204470"/>
          </a:xfrm>
          <a:prstGeom prst="rect">
            <a:avLst/>
          </a:prstGeom>
        </p:spPr>
        <p:txBody>
          <a:bodyPr vert="horz" wrap="square" lIns="0" tIns="5080" rIns="0" bIns="0" rtlCol="0">
            <a:spAutoFit/>
          </a:bodyPr>
          <a:lstStyle/>
          <a:p>
            <a:pPr marL="12700">
              <a:lnSpc>
                <a:spcPct val="100000"/>
              </a:lnSpc>
              <a:spcBef>
                <a:spcPts val="40"/>
              </a:spcBef>
            </a:pPr>
            <a:r>
              <a:rPr sz="1200" dirty="0">
                <a:latin typeface="Cambria" panose="02040503050406030204"/>
                <a:cs typeface="Cambria" panose="02040503050406030204"/>
              </a:rPr>
              <a:t>Dept.</a:t>
            </a:r>
            <a:r>
              <a:rPr sz="1200" spc="-15" dirty="0">
                <a:latin typeface="Cambria" panose="02040503050406030204"/>
                <a:cs typeface="Cambria" panose="02040503050406030204"/>
              </a:rPr>
              <a:t> </a:t>
            </a:r>
            <a:r>
              <a:rPr sz="1200" dirty="0">
                <a:latin typeface="Cambria" panose="02040503050406030204"/>
                <a:cs typeface="Cambria" panose="02040503050406030204"/>
              </a:rPr>
              <a:t>of</a:t>
            </a:r>
            <a:r>
              <a:rPr sz="1200" spc="-25" dirty="0">
                <a:latin typeface="Cambria" panose="02040503050406030204"/>
                <a:cs typeface="Cambria" panose="02040503050406030204"/>
              </a:rPr>
              <a:t> ISE</a:t>
            </a:r>
            <a:endParaRPr sz="1200">
              <a:latin typeface="Cambria" panose="02040503050406030204"/>
              <a:cs typeface="Cambria" panose="02040503050406030204"/>
            </a:endParaRPr>
          </a:p>
        </p:txBody>
      </p:sp>
      <p:sp>
        <p:nvSpPr>
          <p:cNvPr id="9" name="object 9"/>
          <p:cNvSpPr txBox="1"/>
          <p:nvPr/>
        </p:nvSpPr>
        <p:spPr>
          <a:xfrm>
            <a:off x="9462007" y="6887942"/>
            <a:ext cx="575945" cy="204470"/>
          </a:xfrm>
          <a:prstGeom prst="rect">
            <a:avLst/>
          </a:prstGeom>
        </p:spPr>
        <p:txBody>
          <a:bodyPr vert="horz" wrap="square" lIns="0" tIns="5080" rIns="0" bIns="0" rtlCol="0">
            <a:spAutoFit/>
          </a:bodyPr>
          <a:lstStyle/>
          <a:p>
            <a:pPr marL="12700">
              <a:lnSpc>
                <a:spcPct val="100000"/>
              </a:lnSpc>
              <a:spcBef>
                <a:spcPts val="40"/>
              </a:spcBef>
            </a:pPr>
            <a:r>
              <a:rPr sz="1200" dirty="0">
                <a:latin typeface="Cambria" panose="02040503050406030204"/>
                <a:cs typeface="Cambria" panose="02040503050406030204"/>
              </a:rPr>
              <a:t>Page</a:t>
            </a:r>
            <a:r>
              <a:rPr sz="1200" spc="-30" dirty="0">
                <a:latin typeface="Cambria" panose="02040503050406030204"/>
                <a:cs typeface="Cambria" panose="02040503050406030204"/>
              </a:rPr>
              <a:t> </a:t>
            </a:r>
            <a:r>
              <a:rPr sz="1200" spc="-25" dirty="0">
                <a:latin typeface="Cambria" panose="02040503050406030204"/>
                <a:cs typeface="Cambria" panose="02040503050406030204"/>
              </a:rPr>
              <a:t>45</a:t>
            </a:r>
            <a:endParaRPr sz="1200">
              <a:latin typeface="Cambria" panose="02040503050406030204"/>
              <a:cs typeface="Cambria" panose="02040503050406030204"/>
            </a:endParaRPr>
          </a:p>
        </p:txBody>
      </p:sp>
      <p:graphicFrame>
        <p:nvGraphicFramePr>
          <p:cNvPr id="7" name="object 7"/>
          <p:cNvGraphicFramePr>
            <a:graphicFrameLocks noGrp="1"/>
          </p:cNvGraphicFramePr>
          <p:nvPr/>
        </p:nvGraphicFramePr>
        <p:xfrm>
          <a:off x="673608" y="1661414"/>
          <a:ext cx="9406255" cy="4175125"/>
        </p:xfrm>
        <a:graphic>
          <a:graphicData uri="http://schemas.openxmlformats.org/drawingml/2006/table">
            <a:tbl>
              <a:tblPr firstRow="1" bandRow="1">
                <a:tableStyleId>{2D5ABB26-0587-4C30-8999-92F81FD0307C}</a:tableStyleId>
              </a:tblPr>
              <a:tblGrid>
                <a:gridCol w="780415"/>
                <a:gridCol w="2212975"/>
                <a:gridCol w="558800"/>
                <a:gridCol w="395604"/>
                <a:gridCol w="522604"/>
                <a:gridCol w="848360"/>
                <a:gridCol w="570864"/>
                <a:gridCol w="800100"/>
                <a:gridCol w="456565"/>
                <a:gridCol w="400050"/>
                <a:gridCol w="514350"/>
                <a:gridCol w="570865"/>
                <a:gridCol w="685165"/>
              </a:tblGrid>
              <a:tr h="377825">
                <a:tc rowSpan="2">
                  <a:txBody>
                    <a:bodyPr/>
                    <a:lstStyle/>
                    <a:p>
                      <a:pPr>
                        <a:lnSpc>
                          <a:spcPct val="100000"/>
                        </a:lnSpc>
                        <a:spcBef>
                          <a:spcPts val="800"/>
                        </a:spcBef>
                      </a:pPr>
                      <a:endParaRPr sz="1200">
                        <a:latin typeface="Times New Roman" panose="02020603050405020304"/>
                        <a:cs typeface="Times New Roman" panose="02020603050405020304"/>
                      </a:endParaRPr>
                    </a:p>
                    <a:p>
                      <a:pPr marL="168910">
                        <a:lnSpc>
                          <a:spcPct val="100000"/>
                        </a:lnSpc>
                        <a:spcBef>
                          <a:spcPts val="5"/>
                        </a:spcBef>
                      </a:pPr>
                      <a:r>
                        <a:rPr sz="1200" dirty="0">
                          <a:latin typeface="Calibri" panose="020F0502020204030204"/>
                          <a:cs typeface="Calibri" panose="020F0502020204030204"/>
                        </a:rPr>
                        <a:t>Case</a:t>
                      </a:r>
                      <a:r>
                        <a:rPr sz="1200" spc="-35" dirty="0">
                          <a:latin typeface="Calibri" panose="020F0502020204030204"/>
                          <a:cs typeface="Calibri" panose="020F0502020204030204"/>
                        </a:rPr>
                        <a:t> </a:t>
                      </a:r>
                      <a:r>
                        <a:rPr sz="1200" spc="-25" dirty="0">
                          <a:latin typeface="Calibri" panose="020F0502020204030204"/>
                          <a:cs typeface="Calibri" panose="020F0502020204030204"/>
                        </a:rPr>
                        <a:t>Id</a:t>
                      </a:r>
                      <a:endParaRPr sz="1200">
                        <a:latin typeface="Calibri" panose="020F0502020204030204"/>
                        <a:cs typeface="Calibri" panose="020F0502020204030204"/>
                      </a:endParaRPr>
                    </a:p>
                  </a:txBody>
                  <a:tcPr marL="0" marR="0" marT="10160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rowSpan="2">
                  <a:txBody>
                    <a:bodyPr/>
                    <a:lstStyle/>
                    <a:p>
                      <a:pPr>
                        <a:lnSpc>
                          <a:spcPct val="100000"/>
                        </a:lnSpc>
                        <a:spcBef>
                          <a:spcPts val="800"/>
                        </a:spcBef>
                      </a:pPr>
                      <a:endParaRPr sz="1200">
                        <a:latin typeface="Times New Roman" panose="02020603050405020304"/>
                        <a:cs typeface="Times New Roman" panose="02020603050405020304"/>
                      </a:endParaRPr>
                    </a:p>
                    <a:p>
                      <a:pPr algn="ctr">
                        <a:lnSpc>
                          <a:spcPct val="100000"/>
                        </a:lnSpc>
                        <a:spcBef>
                          <a:spcPts val="5"/>
                        </a:spcBef>
                      </a:pPr>
                      <a:r>
                        <a:rPr sz="1200" b="1" spc="-10" dirty="0">
                          <a:latin typeface="Calibri" panose="020F0502020204030204"/>
                          <a:cs typeface="Calibri" panose="020F0502020204030204"/>
                        </a:rPr>
                        <a:t>Description</a:t>
                      </a:r>
                      <a:endParaRPr sz="1200">
                        <a:latin typeface="Calibri" panose="020F0502020204030204"/>
                        <a:cs typeface="Calibri" panose="020F0502020204030204"/>
                      </a:endParaRPr>
                    </a:p>
                  </a:txBody>
                  <a:tcPr marL="0" marR="0" marT="10160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gridSpan="3">
                  <a:txBody>
                    <a:bodyPr/>
                    <a:lstStyle/>
                    <a:p>
                      <a:pPr marL="401955">
                        <a:lnSpc>
                          <a:spcPct val="100000"/>
                        </a:lnSpc>
                        <a:spcBef>
                          <a:spcPts val="695"/>
                        </a:spcBef>
                      </a:pPr>
                      <a:r>
                        <a:rPr sz="1200" b="1" dirty="0">
                          <a:latin typeface="Calibri" panose="020F0502020204030204"/>
                          <a:cs typeface="Calibri" panose="020F0502020204030204"/>
                        </a:rPr>
                        <a:t>Input</a:t>
                      </a:r>
                      <a:r>
                        <a:rPr sz="1200" b="1" spc="-35" dirty="0">
                          <a:latin typeface="Calibri" panose="020F0502020204030204"/>
                          <a:cs typeface="Calibri" panose="020F0502020204030204"/>
                        </a:rPr>
                        <a:t> </a:t>
                      </a:r>
                      <a:r>
                        <a:rPr sz="1200" b="1" spc="-20" dirty="0">
                          <a:latin typeface="Calibri" panose="020F0502020204030204"/>
                          <a:cs typeface="Calibri" panose="020F0502020204030204"/>
                        </a:rPr>
                        <a:t>Data</a:t>
                      </a:r>
                      <a:endParaRPr sz="1200">
                        <a:latin typeface="Calibri" panose="020F0502020204030204"/>
                        <a:cs typeface="Calibri" panose="020F0502020204030204"/>
                      </a:endParaRPr>
                    </a:p>
                  </a:txBody>
                  <a:tcPr marL="0" marR="0" marT="8826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cPr marL="0" marR="0" marT="0" marB="0"/>
                </a:tc>
                <a:tc hMerge="1">
                  <a:tcPr marL="0" marR="0" marT="0" marB="0"/>
                </a:tc>
                <a:tc gridSpan="3">
                  <a:txBody>
                    <a:bodyPr/>
                    <a:lstStyle/>
                    <a:p>
                      <a:pPr marL="575945">
                        <a:lnSpc>
                          <a:spcPct val="100000"/>
                        </a:lnSpc>
                        <a:spcBef>
                          <a:spcPts val="695"/>
                        </a:spcBef>
                      </a:pPr>
                      <a:r>
                        <a:rPr sz="1200" b="1" dirty="0">
                          <a:latin typeface="Calibri" panose="020F0502020204030204"/>
                          <a:cs typeface="Calibri" panose="020F0502020204030204"/>
                        </a:rPr>
                        <a:t>Expected</a:t>
                      </a:r>
                      <a:r>
                        <a:rPr sz="1200" b="1" spc="-20" dirty="0">
                          <a:latin typeface="Calibri" panose="020F0502020204030204"/>
                          <a:cs typeface="Calibri" panose="020F0502020204030204"/>
                        </a:rPr>
                        <a:t> </a:t>
                      </a:r>
                      <a:r>
                        <a:rPr sz="1200" b="1" spc="-10" dirty="0">
                          <a:latin typeface="Calibri" panose="020F0502020204030204"/>
                          <a:cs typeface="Calibri" panose="020F0502020204030204"/>
                        </a:rPr>
                        <a:t>Output</a:t>
                      </a:r>
                      <a:endParaRPr sz="1200">
                        <a:latin typeface="Calibri" panose="020F0502020204030204"/>
                        <a:cs typeface="Calibri" panose="020F0502020204030204"/>
                      </a:endParaRPr>
                    </a:p>
                  </a:txBody>
                  <a:tcPr marL="0" marR="0" marT="8826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cPr marL="0" marR="0" marT="0" marB="0"/>
                </a:tc>
                <a:tc hMerge="1">
                  <a:tcPr marL="0" marR="0" marT="0" marB="0"/>
                </a:tc>
                <a:tc gridSpan="3">
                  <a:txBody>
                    <a:bodyPr/>
                    <a:lstStyle/>
                    <a:p>
                      <a:pPr marL="251460">
                        <a:lnSpc>
                          <a:spcPct val="100000"/>
                        </a:lnSpc>
                        <a:spcBef>
                          <a:spcPts val="695"/>
                        </a:spcBef>
                      </a:pPr>
                      <a:r>
                        <a:rPr sz="1200" b="1" dirty="0">
                          <a:latin typeface="Calibri" panose="020F0502020204030204"/>
                          <a:cs typeface="Calibri" panose="020F0502020204030204"/>
                        </a:rPr>
                        <a:t>Actual</a:t>
                      </a:r>
                      <a:r>
                        <a:rPr sz="1200" b="1" spc="-20" dirty="0">
                          <a:latin typeface="Calibri" panose="020F0502020204030204"/>
                          <a:cs typeface="Calibri" panose="020F0502020204030204"/>
                        </a:rPr>
                        <a:t> </a:t>
                      </a:r>
                      <a:r>
                        <a:rPr sz="1200" b="1" spc="-10" dirty="0">
                          <a:latin typeface="Calibri" panose="020F0502020204030204"/>
                          <a:cs typeface="Calibri" panose="020F0502020204030204"/>
                        </a:rPr>
                        <a:t>output</a:t>
                      </a:r>
                      <a:endParaRPr sz="1200">
                        <a:latin typeface="Calibri" panose="020F0502020204030204"/>
                        <a:cs typeface="Calibri" panose="020F0502020204030204"/>
                      </a:endParaRPr>
                    </a:p>
                  </a:txBody>
                  <a:tcPr marL="0" marR="0" marT="8826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cPr marL="0" marR="0" marT="0" marB="0"/>
                </a:tc>
                <a:tc hMerge="1">
                  <a:tcPr marL="0" marR="0" marT="0" marB="0"/>
                </a:tc>
                <a:tc>
                  <a:txBody>
                    <a:bodyPr/>
                    <a:lstStyle/>
                    <a:p>
                      <a:pPr marL="86360">
                        <a:lnSpc>
                          <a:spcPct val="100000"/>
                        </a:lnSpc>
                        <a:spcBef>
                          <a:spcPts val="695"/>
                        </a:spcBef>
                      </a:pPr>
                      <a:r>
                        <a:rPr sz="1200" b="1" spc="-10" dirty="0">
                          <a:latin typeface="Calibri" panose="020F0502020204030204"/>
                          <a:cs typeface="Calibri" panose="020F0502020204030204"/>
                        </a:rPr>
                        <a:t>Status</a:t>
                      </a:r>
                      <a:endParaRPr sz="1200">
                        <a:latin typeface="Calibri" panose="020F0502020204030204"/>
                        <a:cs typeface="Calibri" panose="020F0502020204030204"/>
                      </a:endParaRPr>
                    </a:p>
                  </a:txBody>
                  <a:tcPr marL="0" marR="0" marT="8826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405"/>
                        </a:lnSpc>
                      </a:pPr>
                      <a:r>
                        <a:rPr sz="1200" b="1" spc="-10" dirty="0">
                          <a:latin typeface="Calibri" panose="020F0502020204030204"/>
                          <a:cs typeface="Calibri" panose="020F0502020204030204"/>
                        </a:rPr>
                        <a:t>Comme</a:t>
                      </a:r>
                      <a:endParaRPr sz="1200">
                        <a:latin typeface="Calibri" panose="020F0502020204030204"/>
                        <a:cs typeface="Calibri" panose="020F0502020204030204"/>
                      </a:endParaRPr>
                    </a:p>
                    <a:p>
                      <a:pPr marL="1270" algn="ctr">
                        <a:lnSpc>
                          <a:spcPct val="100000"/>
                        </a:lnSpc>
                        <a:spcBef>
                          <a:spcPts val="20"/>
                        </a:spcBef>
                      </a:pPr>
                      <a:r>
                        <a:rPr sz="1200" b="1" spc="-25" dirty="0">
                          <a:latin typeface="Calibri" panose="020F0502020204030204"/>
                          <a:cs typeface="Calibri" panose="020F0502020204030204"/>
                        </a:rPr>
                        <a:t>nt</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377825">
                <a:tc vMerge="1">
                  <a:tcPr marL="0" marR="0" marT="10160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cPr marL="0" marR="0" marT="10160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95"/>
                        </a:spcBef>
                      </a:pPr>
                      <a:r>
                        <a:rPr sz="1200" b="1" spc="-10" dirty="0">
                          <a:latin typeface="Calibri" panose="020F0502020204030204"/>
                          <a:cs typeface="Calibri" panose="020F0502020204030204"/>
                        </a:rPr>
                        <a:t>month</a:t>
                      </a:r>
                      <a:endParaRPr sz="1200">
                        <a:latin typeface="Calibri" panose="020F0502020204030204"/>
                        <a:cs typeface="Calibri" panose="020F0502020204030204"/>
                      </a:endParaRPr>
                    </a:p>
                  </a:txBody>
                  <a:tcPr marL="0" marR="0" marT="8826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95"/>
                        </a:spcBef>
                      </a:pPr>
                      <a:r>
                        <a:rPr sz="1200" b="1" spc="-25" dirty="0">
                          <a:latin typeface="Calibri" panose="020F0502020204030204"/>
                          <a:cs typeface="Calibri" panose="020F0502020204030204"/>
                        </a:rPr>
                        <a:t>day</a:t>
                      </a:r>
                      <a:endParaRPr sz="1200">
                        <a:latin typeface="Calibri" panose="020F0502020204030204"/>
                        <a:cs typeface="Calibri" panose="020F0502020204030204"/>
                      </a:endParaRPr>
                    </a:p>
                  </a:txBody>
                  <a:tcPr marL="0" marR="0" marT="8826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95"/>
                        </a:spcBef>
                      </a:pPr>
                      <a:r>
                        <a:rPr sz="1200" b="1" spc="-20" dirty="0">
                          <a:latin typeface="Calibri" panose="020F0502020204030204"/>
                          <a:cs typeface="Calibri" panose="020F0502020204030204"/>
                        </a:rPr>
                        <a:t>year</a:t>
                      </a:r>
                      <a:endParaRPr sz="1200">
                        <a:latin typeface="Calibri" panose="020F0502020204030204"/>
                        <a:cs typeface="Calibri" panose="020F0502020204030204"/>
                      </a:endParaRPr>
                    </a:p>
                  </a:txBody>
                  <a:tcPr marL="0" marR="0" marT="8826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95"/>
                        </a:spcBef>
                      </a:pPr>
                      <a:r>
                        <a:rPr sz="1200" b="1" spc="-10" dirty="0">
                          <a:latin typeface="Calibri" panose="020F0502020204030204"/>
                          <a:cs typeface="Calibri" panose="020F0502020204030204"/>
                        </a:rPr>
                        <a:t>month</a:t>
                      </a:r>
                      <a:endParaRPr sz="1200">
                        <a:latin typeface="Calibri" panose="020F0502020204030204"/>
                        <a:cs typeface="Calibri" panose="020F0502020204030204"/>
                      </a:endParaRPr>
                    </a:p>
                  </a:txBody>
                  <a:tcPr marL="0" marR="0" marT="8826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95"/>
                        </a:spcBef>
                      </a:pPr>
                      <a:r>
                        <a:rPr sz="1200" b="1" spc="-25" dirty="0">
                          <a:latin typeface="Calibri" panose="020F0502020204030204"/>
                          <a:cs typeface="Calibri" panose="020F0502020204030204"/>
                        </a:rPr>
                        <a:t>day</a:t>
                      </a:r>
                      <a:endParaRPr sz="1200">
                        <a:latin typeface="Calibri" panose="020F0502020204030204"/>
                        <a:cs typeface="Calibri" panose="020F0502020204030204"/>
                      </a:endParaRPr>
                    </a:p>
                  </a:txBody>
                  <a:tcPr marL="0" marR="0" marT="8826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95"/>
                        </a:spcBef>
                      </a:pPr>
                      <a:r>
                        <a:rPr sz="1200" b="1" spc="-20" dirty="0">
                          <a:latin typeface="Calibri" panose="020F0502020204030204"/>
                          <a:cs typeface="Calibri" panose="020F0502020204030204"/>
                        </a:rPr>
                        <a:t>year</a:t>
                      </a:r>
                      <a:endParaRPr sz="1200">
                        <a:latin typeface="Calibri" panose="020F0502020204030204"/>
                        <a:cs typeface="Calibri" panose="020F0502020204030204"/>
                      </a:endParaRPr>
                    </a:p>
                  </a:txBody>
                  <a:tcPr marL="0" marR="0" marT="8826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405"/>
                        </a:lnSpc>
                      </a:pPr>
                      <a:r>
                        <a:rPr sz="1200" b="1" spc="-25" dirty="0">
                          <a:latin typeface="Calibri" panose="020F0502020204030204"/>
                          <a:cs typeface="Calibri" panose="020F0502020204030204"/>
                        </a:rPr>
                        <a:t>mon</a:t>
                      </a:r>
                      <a:endParaRPr sz="1200">
                        <a:latin typeface="Calibri" panose="020F0502020204030204"/>
                        <a:cs typeface="Calibri" panose="020F0502020204030204"/>
                      </a:endParaRPr>
                    </a:p>
                    <a:p>
                      <a:pPr algn="ctr">
                        <a:lnSpc>
                          <a:spcPct val="100000"/>
                        </a:lnSpc>
                        <a:spcBef>
                          <a:spcPts val="25"/>
                        </a:spcBef>
                      </a:pPr>
                      <a:r>
                        <a:rPr sz="1200" b="1" spc="-25" dirty="0">
                          <a:latin typeface="Calibri" panose="020F0502020204030204"/>
                          <a:cs typeface="Calibri" panose="020F0502020204030204"/>
                        </a:rPr>
                        <a:t>th</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85090">
                        <a:lnSpc>
                          <a:spcPct val="100000"/>
                        </a:lnSpc>
                        <a:spcBef>
                          <a:spcPts val="695"/>
                        </a:spcBef>
                      </a:pPr>
                      <a:r>
                        <a:rPr sz="1200" b="1" spc="-25" dirty="0">
                          <a:latin typeface="Calibri" panose="020F0502020204030204"/>
                          <a:cs typeface="Calibri" panose="020F0502020204030204"/>
                        </a:rPr>
                        <a:t>day</a:t>
                      </a:r>
                      <a:endParaRPr sz="1200">
                        <a:latin typeface="Calibri" panose="020F0502020204030204"/>
                        <a:cs typeface="Calibri" panose="020F0502020204030204"/>
                      </a:endParaRPr>
                    </a:p>
                  </a:txBody>
                  <a:tcPr marL="0" marR="0" marT="8826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16840">
                        <a:lnSpc>
                          <a:spcPct val="100000"/>
                        </a:lnSpc>
                        <a:spcBef>
                          <a:spcPts val="695"/>
                        </a:spcBef>
                      </a:pPr>
                      <a:r>
                        <a:rPr sz="1200" b="1" spc="-20" dirty="0">
                          <a:latin typeface="Calibri" panose="020F0502020204030204"/>
                          <a:cs typeface="Calibri" panose="020F0502020204030204"/>
                        </a:rPr>
                        <a:t>year</a:t>
                      </a:r>
                      <a:endParaRPr sz="1200">
                        <a:latin typeface="Calibri" panose="020F0502020204030204"/>
                        <a:cs typeface="Calibri" panose="020F0502020204030204"/>
                      </a:endParaRPr>
                    </a:p>
                  </a:txBody>
                  <a:tcPr marL="0" marR="0" marT="8826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388620">
                <a:tc>
                  <a:txBody>
                    <a:bodyPr/>
                    <a:lstStyle/>
                    <a:p>
                      <a:pPr algn="ctr">
                        <a:lnSpc>
                          <a:spcPct val="100000"/>
                        </a:lnSpc>
                        <a:spcBef>
                          <a:spcPts val="745"/>
                        </a:spcBef>
                      </a:pPr>
                      <a:r>
                        <a:rPr sz="1200" spc="-25" dirty="0">
                          <a:latin typeface="Calibri" panose="020F0502020204030204"/>
                          <a:cs typeface="Calibri" panose="020F0502020204030204"/>
                        </a:rPr>
                        <a:t>WR1</a:t>
                      </a:r>
                      <a:endParaRPr sz="1200">
                        <a:latin typeface="Calibri" panose="020F0502020204030204"/>
                        <a:cs typeface="Calibri" panose="020F0502020204030204"/>
                      </a:endParaRPr>
                    </a:p>
                  </a:txBody>
                  <a:tcPr marL="0" marR="0" marT="946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120"/>
                        </a:spcBef>
                      </a:pPr>
                      <a:endParaRPr sz="1200">
                        <a:latin typeface="Times New Roman" panose="02020603050405020304"/>
                        <a:cs typeface="Times New Roman" panose="02020603050405020304"/>
                      </a:endParaRPr>
                    </a:p>
                    <a:p>
                      <a:pPr marL="67945">
                        <a:lnSpc>
                          <a:spcPct val="100000"/>
                        </a:lnSpc>
                      </a:pPr>
                      <a:r>
                        <a:rPr sz="1200" dirty="0">
                          <a:latin typeface="Calibri" panose="020F0502020204030204"/>
                          <a:cs typeface="Calibri" panose="020F0502020204030204"/>
                        </a:rPr>
                        <a:t>Enter</a:t>
                      </a:r>
                      <a:r>
                        <a:rPr sz="1200" spc="-10" dirty="0">
                          <a:latin typeface="Calibri" panose="020F0502020204030204"/>
                          <a:cs typeface="Calibri" panose="020F0502020204030204"/>
                        </a:rPr>
                        <a:t> </a:t>
                      </a:r>
                      <a:r>
                        <a:rPr sz="1200" dirty="0">
                          <a:latin typeface="Calibri" panose="020F0502020204030204"/>
                          <a:cs typeface="Calibri" panose="020F0502020204030204"/>
                        </a:rPr>
                        <a:t>the</a:t>
                      </a:r>
                      <a:r>
                        <a:rPr sz="1200" spc="-15" dirty="0">
                          <a:latin typeface="Calibri" panose="020F0502020204030204"/>
                          <a:cs typeface="Calibri" panose="020F0502020204030204"/>
                        </a:rPr>
                        <a:t> </a:t>
                      </a:r>
                      <a:r>
                        <a:rPr sz="1200" dirty="0">
                          <a:latin typeface="Calibri" panose="020F0502020204030204"/>
                          <a:cs typeface="Calibri" panose="020F0502020204030204"/>
                        </a:rPr>
                        <a:t>M1,</a:t>
                      </a:r>
                      <a:r>
                        <a:rPr sz="1200" spc="-15" dirty="0">
                          <a:latin typeface="Calibri" panose="020F0502020204030204"/>
                          <a:cs typeface="Calibri" panose="020F0502020204030204"/>
                        </a:rPr>
                        <a:t> </a:t>
                      </a:r>
                      <a:r>
                        <a:rPr sz="1200" dirty="0">
                          <a:latin typeface="Calibri" panose="020F0502020204030204"/>
                          <a:cs typeface="Calibri" panose="020F0502020204030204"/>
                        </a:rPr>
                        <a:t>D1</a:t>
                      </a:r>
                      <a:r>
                        <a:rPr sz="1200" spc="-10" dirty="0">
                          <a:latin typeface="Calibri" panose="020F0502020204030204"/>
                          <a:cs typeface="Calibri" panose="020F0502020204030204"/>
                        </a:rPr>
                        <a:t> </a:t>
                      </a:r>
                      <a:r>
                        <a:rPr sz="1200" dirty="0">
                          <a:latin typeface="Calibri" panose="020F0502020204030204"/>
                          <a:cs typeface="Calibri" panose="020F0502020204030204"/>
                        </a:rPr>
                        <a:t>and</a:t>
                      </a:r>
                      <a:r>
                        <a:rPr sz="1200" spc="-15" dirty="0">
                          <a:latin typeface="Calibri" panose="020F0502020204030204"/>
                          <a:cs typeface="Calibri" panose="020F0502020204030204"/>
                        </a:rPr>
                        <a:t> </a:t>
                      </a:r>
                      <a:r>
                        <a:rPr sz="1200" dirty="0">
                          <a:latin typeface="Calibri" panose="020F0502020204030204"/>
                          <a:cs typeface="Calibri" panose="020F0502020204030204"/>
                        </a:rPr>
                        <a:t>Y1</a:t>
                      </a:r>
                      <a:r>
                        <a:rPr sz="1200" spc="250" dirty="0">
                          <a:latin typeface="Calibri" panose="020F0502020204030204"/>
                          <a:cs typeface="Calibri" panose="020F0502020204030204"/>
                        </a:rPr>
                        <a:t> </a:t>
                      </a:r>
                      <a:r>
                        <a:rPr sz="1200" spc="-10" dirty="0">
                          <a:latin typeface="Calibri" panose="020F0502020204030204"/>
                          <a:cs typeface="Calibri" panose="020F0502020204030204"/>
                        </a:rPr>
                        <a:t>cases</a:t>
                      </a:r>
                      <a:endParaRPr sz="1200">
                        <a:latin typeface="Calibri" panose="020F0502020204030204"/>
                        <a:cs typeface="Calibri" panose="020F0502020204030204"/>
                      </a:endParaRPr>
                    </a:p>
                  </a:txBody>
                  <a:tcPr marL="0" marR="0" marT="152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745"/>
                        </a:spcBef>
                      </a:pPr>
                      <a:r>
                        <a:rPr sz="1200" spc="-50" dirty="0">
                          <a:latin typeface="Calibri" panose="020F0502020204030204"/>
                          <a:cs typeface="Calibri" panose="020F0502020204030204"/>
                        </a:rPr>
                        <a:t>6</a:t>
                      </a:r>
                      <a:endParaRPr sz="1200">
                        <a:latin typeface="Calibri" panose="020F0502020204030204"/>
                        <a:cs typeface="Calibri" panose="020F0502020204030204"/>
                      </a:endParaRPr>
                    </a:p>
                  </a:txBody>
                  <a:tcPr marL="0" marR="0" marT="946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745"/>
                        </a:spcBef>
                      </a:pPr>
                      <a:r>
                        <a:rPr sz="1200" spc="-25" dirty="0">
                          <a:latin typeface="Calibri" panose="020F0502020204030204"/>
                          <a:cs typeface="Calibri" panose="020F0502020204030204"/>
                        </a:rPr>
                        <a:t>15</a:t>
                      </a:r>
                      <a:endParaRPr sz="1200">
                        <a:latin typeface="Calibri" panose="020F0502020204030204"/>
                        <a:cs typeface="Calibri" panose="020F0502020204030204"/>
                      </a:endParaRPr>
                    </a:p>
                  </a:txBody>
                  <a:tcPr marL="0" marR="0" marT="946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270" algn="ctr">
                        <a:lnSpc>
                          <a:spcPct val="100000"/>
                        </a:lnSpc>
                        <a:spcBef>
                          <a:spcPts val="745"/>
                        </a:spcBef>
                      </a:pPr>
                      <a:r>
                        <a:rPr sz="1200" spc="-20" dirty="0">
                          <a:latin typeface="Calibri" panose="020F0502020204030204"/>
                          <a:cs typeface="Calibri" panose="020F0502020204030204"/>
                        </a:rPr>
                        <a:t>1912</a:t>
                      </a:r>
                      <a:endParaRPr sz="1200">
                        <a:latin typeface="Calibri" panose="020F0502020204030204"/>
                        <a:cs typeface="Calibri" panose="020F0502020204030204"/>
                      </a:endParaRPr>
                    </a:p>
                  </a:txBody>
                  <a:tcPr marL="0" marR="0" marT="946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745"/>
                        </a:spcBef>
                      </a:pPr>
                      <a:r>
                        <a:rPr sz="1200" spc="-50" dirty="0">
                          <a:latin typeface="Calibri" panose="020F0502020204030204"/>
                          <a:cs typeface="Calibri" panose="020F0502020204030204"/>
                        </a:rPr>
                        <a:t>6</a:t>
                      </a:r>
                      <a:endParaRPr sz="1200">
                        <a:latin typeface="Calibri" panose="020F0502020204030204"/>
                        <a:cs typeface="Calibri" panose="020F0502020204030204"/>
                      </a:endParaRPr>
                    </a:p>
                  </a:txBody>
                  <a:tcPr marL="0" marR="0" marT="946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270" algn="ctr">
                        <a:lnSpc>
                          <a:spcPct val="100000"/>
                        </a:lnSpc>
                        <a:spcBef>
                          <a:spcPts val="745"/>
                        </a:spcBef>
                      </a:pPr>
                      <a:r>
                        <a:rPr sz="1200" spc="-25" dirty="0">
                          <a:latin typeface="Calibri" panose="020F0502020204030204"/>
                          <a:cs typeface="Calibri" panose="020F0502020204030204"/>
                        </a:rPr>
                        <a:t>16</a:t>
                      </a:r>
                      <a:endParaRPr sz="1200">
                        <a:latin typeface="Calibri" panose="020F0502020204030204"/>
                        <a:cs typeface="Calibri" panose="020F0502020204030204"/>
                      </a:endParaRPr>
                    </a:p>
                  </a:txBody>
                  <a:tcPr marL="0" marR="0" marT="946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35" algn="ctr">
                        <a:lnSpc>
                          <a:spcPct val="100000"/>
                        </a:lnSpc>
                        <a:spcBef>
                          <a:spcPts val="745"/>
                        </a:spcBef>
                      </a:pPr>
                      <a:r>
                        <a:rPr sz="1200" spc="-20" dirty="0">
                          <a:latin typeface="Calibri" panose="020F0502020204030204"/>
                          <a:cs typeface="Calibri" panose="020F0502020204030204"/>
                        </a:rPr>
                        <a:t>1912</a:t>
                      </a:r>
                      <a:endParaRPr sz="1200">
                        <a:latin typeface="Calibri" panose="020F0502020204030204"/>
                        <a:cs typeface="Calibri" panose="020F0502020204030204"/>
                      </a:endParaRPr>
                    </a:p>
                  </a:txBody>
                  <a:tcPr marL="0" marR="0" marT="9461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563880">
                <a:tc>
                  <a:txBody>
                    <a:bodyPr/>
                    <a:lstStyle/>
                    <a:p>
                      <a:pPr>
                        <a:lnSpc>
                          <a:spcPct val="100000"/>
                        </a:lnSpc>
                      </a:pPr>
                      <a:endParaRPr sz="1200">
                        <a:latin typeface="Times New Roman" panose="02020603050405020304"/>
                        <a:cs typeface="Times New Roman" panose="02020603050405020304"/>
                      </a:endParaRPr>
                    </a:p>
                    <a:p>
                      <a:pPr>
                        <a:lnSpc>
                          <a:spcPct val="100000"/>
                        </a:lnSpc>
                        <a:spcBef>
                          <a:spcPts val="130"/>
                        </a:spcBef>
                      </a:pPr>
                      <a:endParaRPr sz="1200">
                        <a:latin typeface="Times New Roman" panose="02020603050405020304"/>
                        <a:cs typeface="Times New Roman" panose="02020603050405020304"/>
                      </a:endParaRPr>
                    </a:p>
                    <a:p>
                      <a:pPr algn="ctr">
                        <a:lnSpc>
                          <a:spcPct val="100000"/>
                        </a:lnSpc>
                      </a:pPr>
                      <a:r>
                        <a:rPr sz="1200" spc="-25" dirty="0">
                          <a:latin typeface="Calibri" panose="020F0502020204030204"/>
                          <a:cs typeface="Calibri" panose="020F0502020204030204"/>
                        </a:rPr>
                        <a:t>WR2</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p>
                      <a:pPr>
                        <a:lnSpc>
                          <a:spcPct val="100000"/>
                        </a:lnSpc>
                        <a:spcBef>
                          <a:spcPts val="130"/>
                        </a:spcBef>
                      </a:pPr>
                      <a:endParaRPr sz="1200">
                        <a:latin typeface="Times New Roman" panose="02020603050405020304"/>
                        <a:cs typeface="Times New Roman" panose="02020603050405020304"/>
                      </a:endParaRPr>
                    </a:p>
                    <a:p>
                      <a:pPr marL="67945">
                        <a:lnSpc>
                          <a:spcPct val="100000"/>
                        </a:lnSpc>
                      </a:pPr>
                      <a:r>
                        <a:rPr sz="1200" dirty="0">
                          <a:latin typeface="Calibri" panose="020F0502020204030204"/>
                          <a:cs typeface="Calibri" panose="020F0502020204030204"/>
                        </a:rPr>
                        <a:t>Enter</a:t>
                      </a:r>
                      <a:r>
                        <a:rPr sz="1200" spc="-10" dirty="0">
                          <a:latin typeface="Calibri" panose="020F0502020204030204"/>
                          <a:cs typeface="Calibri" panose="020F0502020204030204"/>
                        </a:rPr>
                        <a:t> </a:t>
                      </a:r>
                      <a:r>
                        <a:rPr sz="1200" dirty="0">
                          <a:latin typeface="Calibri" panose="020F0502020204030204"/>
                          <a:cs typeface="Calibri" panose="020F0502020204030204"/>
                        </a:rPr>
                        <a:t>the</a:t>
                      </a:r>
                      <a:r>
                        <a:rPr sz="1200" spc="-15" dirty="0">
                          <a:latin typeface="Calibri" panose="020F0502020204030204"/>
                          <a:cs typeface="Calibri" panose="020F0502020204030204"/>
                        </a:rPr>
                        <a:t> </a:t>
                      </a:r>
                      <a:r>
                        <a:rPr sz="1200" dirty="0">
                          <a:latin typeface="Calibri" panose="020F0502020204030204"/>
                          <a:cs typeface="Calibri" panose="020F0502020204030204"/>
                        </a:rPr>
                        <a:t>M2</a:t>
                      </a:r>
                      <a:r>
                        <a:rPr sz="1200" spc="-15" dirty="0">
                          <a:latin typeface="Calibri" panose="020F0502020204030204"/>
                          <a:cs typeface="Calibri" panose="020F0502020204030204"/>
                        </a:rPr>
                        <a:t> </a:t>
                      </a:r>
                      <a:r>
                        <a:rPr sz="1200" dirty="0">
                          <a:latin typeface="Calibri" panose="020F0502020204030204"/>
                          <a:cs typeface="Calibri" panose="020F0502020204030204"/>
                        </a:rPr>
                        <a:t>,</a:t>
                      </a:r>
                      <a:r>
                        <a:rPr sz="1200" spc="-20" dirty="0">
                          <a:latin typeface="Calibri" panose="020F0502020204030204"/>
                          <a:cs typeface="Calibri" panose="020F0502020204030204"/>
                        </a:rPr>
                        <a:t> </a:t>
                      </a:r>
                      <a:r>
                        <a:rPr sz="1200" dirty="0">
                          <a:latin typeface="Calibri" panose="020F0502020204030204"/>
                          <a:cs typeface="Calibri" panose="020F0502020204030204"/>
                        </a:rPr>
                        <a:t>D1</a:t>
                      </a:r>
                      <a:r>
                        <a:rPr sz="1200" spc="-5" dirty="0">
                          <a:latin typeface="Calibri" panose="020F0502020204030204"/>
                          <a:cs typeface="Calibri" panose="020F0502020204030204"/>
                        </a:rPr>
                        <a:t> </a:t>
                      </a:r>
                      <a:r>
                        <a:rPr sz="1200" dirty="0">
                          <a:latin typeface="Calibri" panose="020F0502020204030204"/>
                          <a:cs typeface="Calibri" panose="020F0502020204030204"/>
                        </a:rPr>
                        <a:t>and</a:t>
                      </a:r>
                      <a:r>
                        <a:rPr sz="1200" spc="-20" dirty="0">
                          <a:latin typeface="Calibri" panose="020F0502020204030204"/>
                          <a:cs typeface="Calibri" panose="020F0502020204030204"/>
                        </a:rPr>
                        <a:t> </a:t>
                      </a:r>
                      <a:r>
                        <a:rPr sz="1200" dirty="0">
                          <a:latin typeface="Calibri" panose="020F0502020204030204"/>
                          <a:cs typeface="Calibri" panose="020F0502020204030204"/>
                        </a:rPr>
                        <a:t>Y1</a:t>
                      </a:r>
                      <a:r>
                        <a:rPr sz="1200" spc="-15" dirty="0">
                          <a:latin typeface="Calibri" panose="020F0502020204030204"/>
                          <a:cs typeface="Calibri" panose="020F0502020204030204"/>
                        </a:rPr>
                        <a:t> </a:t>
                      </a:r>
                      <a:r>
                        <a:rPr sz="1200" spc="-10" dirty="0">
                          <a:latin typeface="Calibri" panose="020F0502020204030204"/>
                          <a:cs typeface="Calibri" panose="020F0502020204030204"/>
                        </a:rPr>
                        <a:t>cases</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p>
                      <a:pPr>
                        <a:lnSpc>
                          <a:spcPct val="100000"/>
                        </a:lnSpc>
                        <a:spcBef>
                          <a:spcPts val="130"/>
                        </a:spcBef>
                      </a:pPr>
                      <a:endParaRPr sz="1200">
                        <a:latin typeface="Times New Roman" panose="02020603050405020304"/>
                        <a:cs typeface="Times New Roman" panose="02020603050405020304"/>
                      </a:endParaRPr>
                    </a:p>
                    <a:p>
                      <a:pPr algn="ctr">
                        <a:lnSpc>
                          <a:spcPct val="100000"/>
                        </a:lnSpc>
                      </a:pPr>
                      <a:r>
                        <a:rPr sz="1200" dirty="0">
                          <a:latin typeface="Calibri" panose="020F0502020204030204"/>
                          <a:cs typeface="Calibri" panose="020F0502020204030204"/>
                        </a:rPr>
                        <a:t>-</a:t>
                      </a: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p>
                      <a:pPr>
                        <a:lnSpc>
                          <a:spcPct val="100000"/>
                        </a:lnSpc>
                        <a:spcBef>
                          <a:spcPts val="130"/>
                        </a:spcBef>
                      </a:pPr>
                      <a:endParaRPr sz="1200">
                        <a:latin typeface="Times New Roman" panose="02020603050405020304"/>
                        <a:cs typeface="Times New Roman" panose="02020603050405020304"/>
                      </a:endParaRPr>
                    </a:p>
                    <a:p>
                      <a:pPr algn="ctr">
                        <a:lnSpc>
                          <a:spcPct val="100000"/>
                        </a:lnSpc>
                      </a:pPr>
                      <a:r>
                        <a:rPr sz="1200" spc="-25" dirty="0">
                          <a:latin typeface="Calibri" panose="020F0502020204030204"/>
                          <a:cs typeface="Calibri" panose="020F0502020204030204"/>
                        </a:rPr>
                        <a:t>15</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p>
                      <a:pPr>
                        <a:lnSpc>
                          <a:spcPct val="100000"/>
                        </a:lnSpc>
                        <a:spcBef>
                          <a:spcPts val="130"/>
                        </a:spcBef>
                      </a:pPr>
                      <a:endParaRPr sz="1200">
                        <a:latin typeface="Times New Roman" panose="02020603050405020304"/>
                        <a:cs typeface="Times New Roman" panose="02020603050405020304"/>
                      </a:endParaRPr>
                    </a:p>
                    <a:p>
                      <a:pPr marL="1270" algn="ctr">
                        <a:lnSpc>
                          <a:spcPct val="100000"/>
                        </a:lnSpc>
                      </a:pPr>
                      <a:r>
                        <a:rPr sz="1200" spc="-20" dirty="0">
                          <a:latin typeface="Calibri" panose="020F0502020204030204"/>
                          <a:cs typeface="Calibri" panose="020F0502020204030204"/>
                        </a:rPr>
                        <a:t>1912</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gridSpan="3">
                  <a:txBody>
                    <a:bodyPr/>
                    <a:lstStyle/>
                    <a:p>
                      <a:pPr algn="ctr">
                        <a:lnSpc>
                          <a:spcPts val="1405"/>
                        </a:lnSpc>
                      </a:pPr>
                      <a:r>
                        <a:rPr sz="1200" dirty="0">
                          <a:latin typeface="Calibri" panose="020F0502020204030204"/>
                          <a:cs typeface="Calibri" panose="020F0502020204030204"/>
                        </a:rPr>
                        <a:t>Should</a:t>
                      </a:r>
                      <a:r>
                        <a:rPr sz="1200" spc="-30" dirty="0">
                          <a:latin typeface="Calibri" panose="020F0502020204030204"/>
                          <a:cs typeface="Calibri" panose="020F0502020204030204"/>
                        </a:rPr>
                        <a:t> </a:t>
                      </a:r>
                      <a:r>
                        <a:rPr sz="1200" dirty="0">
                          <a:latin typeface="Calibri" panose="020F0502020204030204"/>
                          <a:cs typeface="Calibri" panose="020F0502020204030204"/>
                        </a:rPr>
                        <a:t>display</a:t>
                      </a:r>
                      <a:r>
                        <a:rPr sz="1200" spc="-30" dirty="0">
                          <a:latin typeface="Calibri" panose="020F0502020204030204"/>
                          <a:cs typeface="Calibri" panose="020F0502020204030204"/>
                        </a:rPr>
                        <a:t> </a:t>
                      </a:r>
                      <a:r>
                        <a:rPr sz="1200" dirty="0">
                          <a:latin typeface="Calibri" panose="020F0502020204030204"/>
                          <a:cs typeface="Calibri" panose="020F0502020204030204"/>
                        </a:rPr>
                        <a:t>the</a:t>
                      </a:r>
                      <a:r>
                        <a:rPr sz="1200" spc="-35" dirty="0">
                          <a:latin typeface="Calibri" panose="020F0502020204030204"/>
                          <a:cs typeface="Calibri" panose="020F0502020204030204"/>
                        </a:rPr>
                        <a:t> </a:t>
                      </a:r>
                      <a:r>
                        <a:rPr sz="1200" dirty="0">
                          <a:latin typeface="Calibri" panose="020F0502020204030204"/>
                          <a:cs typeface="Calibri" panose="020F0502020204030204"/>
                        </a:rPr>
                        <a:t>message</a:t>
                      </a:r>
                      <a:r>
                        <a:rPr sz="1200" spc="-15" dirty="0">
                          <a:latin typeface="Calibri" panose="020F0502020204030204"/>
                          <a:cs typeface="Calibri" panose="020F0502020204030204"/>
                        </a:rPr>
                        <a:t> </a:t>
                      </a:r>
                      <a:r>
                        <a:rPr sz="1200" spc="-10" dirty="0">
                          <a:latin typeface="Calibri" panose="020F0502020204030204"/>
                          <a:cs typeface="Calibri" panose="020F0502020204030204"/>
                        </a:rPr>
                        <a:t>value</a:t>
                      </a:r>
                      <a:endParaRPr sz="1200">
                        <a:latin typeface="Calibri" panose="020F0502020204030204"/>
                        <a:cs typeface="Calibri" panose="020F0502020204030204"/>
                      </a:endParaRPr>
                    </a:p>
                    <a:p>
                      <a:pPr marL="188595" marR="184150" algn="ctr">
                        <a:lnSpc>
                          <a:spcPct val="102000"/>
                        </a:lnSpc>
                      </a:pPr>
                      <a:r>
                        <a:rPr sz="1200" dirty="0">
                          <a:latin typeface="Calibri" panose="020F0502020204030204"/>
                          <a:cs typeface="Calibri" panose="020F0502020204030204"/>
                        </a:rPr>
                        <a:t>of</a:t>
                      </a:r>
                      <a:r>
                        <a:rPr sz="1200" spc="-20" dirty="0">
                          <a:latin typeface="Calibri" panose="020F0502020204030204"/>
                          <a:cs typeface="Calibri" panose="020F0502020204030204"/>
                        </a:rPr>
                        <a:t> </a:t>
                      </a:r>
                      <a:r>
                        <a:rPr sz="1200" dirty="0">
                          <a:latin typeface="Calibri" panose="020F0502020204030204"/>
                          <a:cs typeface="Calibri" panose="020F0502020204030204"/>
                        </a:rPr>
                        <a:t>the</a:t>
                      </a:r>
                      <a:r>
                        <a:rPr sz="1200" spc="-25" dirty="0">
                          <a:latin typeface="Calibri" panose="020F0502020204030204"/>
                          <a:cs typeface="Calibri" panose="020F0502020204030204"/>
                        </a:rPr>
                        <a:t> </a:t>
                      </a:r>
                      <a:r>
                        <a:rPr sz="1200" dirty="0">
                          <a:latin typeface="Calibri" panose="020F0502020204030204"/>
                          <a:cs typeface="Calibri" panose="020F0502020204030204"/>
                        </a:rPr>
                        <a:t>month</a:t>
                      </a:r>
                      <a:r>
                        <a:rPr sz="1200" spc="-10" dirty="0">
                          <a:latin typeface="Calibri" panose="020F0502020204030204"/>
                          <a:cs typeface="Calibri" panose="020F0502020204030204"/>
                        </a:rPr>
                        <a:t> </a:t>
                      </a:r>
                      <a:r>
                        <a:rPr sz="1200" dirty="0">
                          <a:latin typeface="Calibri" panose="020F0502020204030204"/>
                          <a:cs typeface="Calibri" panose="020F0502020204030204"/>
                        </a:rPr>
                        <a:t>not</a:t>
                      </a:r>
                      <a:r>
                        <a:rPr sz="1200" spc="-20" dirty="0">
                          <a:latin typeface="Calibri" panose="020F0502020204030204"/>
                          <a:cs typeface="Calibri" panose="020F0502020204030204"/>
                        </a:rPr>
                        <a:t> </a:t>
                      </a:r>
                      <a:r>
                        <a:rPr sz="1200" dirty="0">
                          <a:latin typeface="Calibri" panose="020F0502020204030204"/>
                          <a:cs typeface="Calibri" panose="020F0502020204030204"/>
                        </a:rPr>
                        <a:t>in</a:t>
                      </a:r>
                      <a:r>
                        <a:rPr sz="1200" spc="-20" dirty="0">
                          <a:latin typeface="Calibri" panose="020F0502020204030204"/>
                          <a:cs typeface="Calibri" panose="020F0502020204030204"/>
                        </a:rPr>
                        <a:t> </a:t>
                      </a:r>
                      <a:r>
                        <a:rPr sz="1200" dirty="0">
                          <a:latin typeface="Calibri" panose="020F0502020204030204"/>
                          <a:cs typeface="Calibri" panose="020F0502020204030204"/>
                        </a:rPr>
                        <a:t>the</a:t>
                      </a:r>
                      <a:r>
                        <a:rPr sz="1200" spc="-10" dirty="0">
                          <a:latin typeface="Calibri" panose="020F0502020204030204"/>
                          <a:cs typeface="Calibri" panose="020F0502020204030204"/>
                        </a:rPr>
                        <a:t> range 1..12</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cPr marL="0" marR="0" marT="0" marB="0"/>
                </a:tc>
                <a:tc hMerge="1">
                  <a:tcPr marL="0" marR="0" marT="0" marB="0"/>
                </a:tc>
                <a:tc gridSpan="3">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cPr marL="0" marR="0" marT="0" marB="0"/>
                </a:tc>
                <a:tc hMerge="1">
                  <a:tcPr marL="0" marR="0" marT="0" marB="0"/>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563880">
                <a:tc>
                  <a:txBody>
                    <a:bodyPr/>
                    <a:lstStyle/>
                    <a:p>
                      <a:pPr>
                        <a:lnSpc>
                          <a:spcPct val="100000"/>
                        </a:lnSpc>
                      </a:pPr>
                      <a:endParaRPr sz="1200">
                        <a:latin typeface="Times New Roman" panose="02020603050405020304"/>
                        <a:cs typeface="Times New Roman" panose="02020603050405020304"/>
                      </a:endParaRPr>
                    </a:p>
                    <a:p>
                      <a:pPr>
                        <a:lnSpc>
                          <a:spcPct val="100000"/>
                        </a:lnSpc>
                        <a:spcBef>
                          <a:spcPts val="130"/>
                        </a:spcBef>
                      </a:pPr>
                      <a:endParaRPr sz="1200">
                        <a:latin typeface="Times New Roman" panose="02020603050405020304"/>
                        <a:cs typeface="Times New Roman" panose="02020603050405020304"/>
                      </a:endParaRPr>
                    </a:p>
                    <a:p>
                      <a:pPr algn="ctr">
                        <a:lnSpc>
                          <a:spcPct val="100000"/>
                        </a:lnSpc>
                        <a:spcBef>
                          <a:spcPts val="5"/>
                        </a:spcBef>
                      </a:pPr>
                      <a:r>
                        <a:rPr sz="1200" spc="-25" dirty="0">
                          <a:latin typeface="Calibri" panose="020F0502020204030204"/>
                          <a:cs typeface="Calibri" panose="020F0502020204030204"/>
                        </a:rPr>
                        <a:t>WR3</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p>
                      <a:pPr>
                        <a:lnSpc>
                          <a:spcPct val="100000"/>
                        </a:lnSpc>
                        <a:spcBef>
                          <a:spcPts val="130"/>
                        </a:spcBef>
                      </a:pPr>
                      <a:endParaRPr sz="1200">
                        <a:latin typeface="Times New Roman" panose="02020603050405020304"/>
                        <a:cs typeface="Times New Roman" panose="02020603050405020304"/>
                      </a:endParaRPr>
                    </a:p>
                    <a:p>
                      <a:pPr marL="67945">
                        <a:lnSpc>
                          <a:spcPct val="100000"/>
                        </a:lnSpc>
                        <a:spcBef>
                          <a:spcPts val="5"/>
                        </a:spcBef>
                      </a:pPr>
                      <a:r>
                        <a:rPr sz="1200" dirty="0">
                          <a:latin typeface="Calibri" panose="020F0502020204030204"/>
                          <a:cs typeface="Calibri" panose="020F0502020204030204"/>
                        </a:rPr>
                        <a:t>Enter</a:t>
                      </a:r>
                      <a:r>
                        <a:rPr sz="1200" spc="-10" dirty="0">
                          <a:latin typeface="Calibri" panose="020F0502020204030204"/>
                          <a:cs typeface="Calibri" panose="020F0502020204030204"/>
                        </a:rPr>
                        <a:t> </a:t>
                      </a:r>
                      <a:r>
                        <a:rPr sz="1200" dirty="0">
                          <a:latin typeface="Calibri" panose="020F0502020204030204"/>
                          <a:cs typeface="Calibri" panose="020F0502020204030204"/>
                        </a:rPr>
                        <a:t>the</a:t>
                      </a:r>
                      <a:r>
                        <a:rPr sz="1200" spc="-15" dirty="0">
                          <a:latin typeface="Calibri" panose="020F0502020204030204"/>
                          <a:cs typeface="Calibri" panose="020F0502020204030204"/>
                        </a:rPr>
                        <a:t> </a:t>
                      </a:r>
                      <a:r>
                        <a:rPr sz="1200" dirty="0">
                          <a:latin typeface="Calibri" panose="020F0502020204030204"/>
                          <a:cs typeface="Calibri" panose="020F0502020204030204"/>
                        </a:rPr>
                        <a:t>M3</a:t>
                      </a:r>
                      <a:r>
                        <a:rPr sz="1200" spc="-20" dirty="0">
                          <a:latin typeface="Calibri" panose="020F0502020204030204"/>
                          <a:cs typeface="Calibri" panose="020F0502020204030204"/>
                        </a:rPr>
                        <a:t> </a:t>
                      </a:r>
                      <a:r>
                        <a:rPr sz="1200" dirty="0">
                          <a:latin typeface="Calibri" panose="020F0502020204030204"/>
                          <a:cs typeface="Calibri" panose="020F0502020204030204"/>
                        </a:rPr>
                        <a:t>,D1</a:t>
                      </a:r>
                      <a:r>
                        <a:rPr sz="1200" spc="-5" dirty="0">
                          <a:latin typeface="Calibri" panose="020F0502020204030204"/>
                          <a:cs typeface="Calibri" panose="020F0502020204030204"/>
                        </a:rPr>
                        <a:t> </a:t>
                      </a:r>
                      <a:r>
                        <a:rPr sz="1200" dirty="0">
                          <a:latin typeface="Calibri" panose="020F0502020204030204"/>
                          <a:cs typeface="Calibri" panose="020F0502020204030204"/>
                        </a:rPr>
                        <a:t>and</a:t>
                      </a:r>
                      <a:r>
                        <a:rPr sz="1200" spc="-15" dirty="0">
                          <a:latin typeface="Calibri" panose="020F0502020204030204"/>
                          <a:cs typeface="Calibri" panose="020F0502020204030204"/>
                        </a:rPr>
                        <a:t> </a:t>
                      </a:r>
                      <a:r>
                        <a:rPr sz="1200" dirty="0">
                          <a:latin typeface="Calibri" panose="020F0502020204030204"/>
                          <a:cs typeface="Calibri" panose="020F0502020204030204"/>
                        </a:rPr>
                        <a:t>Y1</a:t>
                      </a:r>
                      <a:r>
                        <a:rPr sz="1200" spc="250" dirty="0">
                          <a:latin typeface="Calibri" panose="020F0502020204030204"/>
                          <a:cs typeface="Calibri" panose="020F0502020204030204"/>
                        </a:rPr>
                        <a:t> </a:t>
                      </a:r>
                      <a:r>
                        <a:rPr sz="1200" spc="-10" dirty="0">
                          <a:latin typeface="Calibri" panose="020F0502020204030204"/>
                          <a:cs typeface="Calibri" panose="020F0502020204030204"/>
                        </a:rPr>
                        <a:t>cases</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p>
                      <a:pPr>
                        <a:lnSpc>
                          <a:spcPct val="100000"/>
                        </a:lnSpc>
                        <a:spcBef>
                          <a:spcPts val="130"/>
                        </a:spcBef>
                      </a:pPr>
                      <a:endParaRPr sz="1200">
                        <a:latin typeface="Times New Roman" panose="02020603050405020304"/>
                        <a:cs typeface="Times New Roman" panose="02020603050405020304"/>
                      </a:endParaRPr>
                    </a:p>
                    <a:p>
                      <a:pPr algn="ctr">
                        <a:lnSpc>
                          <a:spcPct val="100000"/>
                        </a:lnSpc>
                        <a:spcBef>
                          <a:spcPts val="5"/>
                        </a:spcBef>
                      </a:pPr>
                      <a:r>
                        <a:rPr sz="1200" spc="-25" dirty="0">
                          <a:latin typeface="Calibri" panose="020F0502020204030204"/>
                          <a:cs typeface="Calibri" panose="020F0502020204030204"/>
                        </a:rPr>
                        <a:t>13</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p>
                      <a:pPr>
                        <a:lnSpc>
                          <a:spcPct val="100000"/>
                        </a:lnSpc>
                        <a:spcBef>
                          <a:spcPts val="130"/>
                        </a:spcBef>
                      </a:pPr>
                      <a:endParaRPr sz="1200">
                        <a:latin typeface="Times New Roman" panose="02020603050405020304"/>
                        <a:cs typeface="Times New Roman" panose="02020603050405020304"/>
                      </a:endParaRPr>
                    </a:p>
                    <a:p>
                      <a:pPr algn="ctr">
                        <a:lnSpc>
                          <a:spcPct val="100000"/>
                        </a:lnSpc>
                        <a:spcBef>
                          <a:spcPts val="5"/>
                        </a:spcBef>
                      </a:pPr>
                      <a:r>
                        <a:rPr sz="1200" spc="-25" dirty="0">
                          <a:latin typeface="Calibri" panose="020F0502020204030204"/>
                          <a:cs typeface="Calibri" panose="020F0502020204030204"/>
                        </a:rPr>
                        <a:t>15</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p>
                      <a:pPr>
                        <a:lnSpc>
                          <a:spcPct val="100000"/>
                        </a:lnSpc>
                        <a:spcBef>
                          <a:spcPts val="130"/>
                        </a:spcBef>
                      </a:pPr>
                      <a:endParaRPr sz="1200">
                        <a:latin typeface="Times New Roman" panose="02020603050405020304"/>
                        <a:cs typeface="Times New Roman" panose="02020603050405020304"/>
                      </a:endParaRPr>
                    </a:p>
                    <a:p>
                      <a:pPr marL="1270" algn="ctr">
                        <a:lnSpc>
                          <a:spcPct val="100000"/>
                        </a:lnSpc>
                        <a:spcBef>
                          <a:spcPts val="5"/>
                        </a:spcBef>
                      </a:pPr>
                      <a:r>
                        <a:rPr sz="1200" spc="-20" dirty="0">
                          <a:latin typeface="Calibri" panose="020F0502020204030204"/>
                          <a:cs typeface="Calibri" panose="020F0502020204030204"/>
                        </a:rPr>
                        <a:t>1912</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gridSpan="3">
                  <a:txBody>
                    <a:bodyPr/>
                    <a:lstStyle/>
                    <a:p>
                      <a:pPr algn="ctr">
                        <a:lnSpc>
                          <a:spcPts val="1405"/>
                        </a:lnSpc>
                      </a:pPr>
                      <a:r>
                        <a:rPr sz="1200" dirty="0">
                          <a:latin typeface="Calibri" panose="020F0502020204030204"/>
                          <a:cs typeface="Calibri" panose="020F0502020204030204"/>
                        </a:rPr>
                        <a:t>Should</a:t>
                      </a:r>
                      <a:r>
                        <a:rPr sz="1200" spc="-30" dirty="0">
                          <a:latin typeface="Calibri" panose="020F0502020204030204"/>
                          <a:cs typeface="Calibri" panose="020F0502020204030204"/>
                        </a:rPr>
                        <a:t> </a:t>
                      </a:r>
                      <a:r>
                        <a:rPr sz="1200" dirty="0">
                          <a:latin typeface="Calibri" panose="020F0502020204030204"/>
                          <a:cs typeface="Calibri" panose="020F0502020204030204"/>
                        </a:rPr>
                        <a:t>display</a:t>
                      </a:r>
                      <a:r>
                        <a:rPr sz="1200" spc="-30" dirty="0">
                          <a:latin typeface="Calibri" panose="020F0502020204030204"/>
                          <a:cs typeface="Calibri" panose="020F0502020204030204"/>
                        </a:rPr>
                        <a:t> </a:t>
                      </a:r>
                      <a:r>
                        <a:rPr sz="1200" dirty="0">
                          <a:latin typeface="Calibri" panose="020F0502020204030204"/>
                          <a:cs typeface="Calibri" panose="020F0502020204030204"/>
                        </a:rPr>
                        <a:t>the</a:t>
                      </a:r>
                      <a:r>
                        <a:rPr sz="1200" spc="-35" dirty="0">
                          <a:latin typeface="Calibri" panose="020F0502020204030204"/>
                          <a:cs typeface="Calibri" panose="020F0502020204030204"/>
                        </a:rPr>
                        <a:t> </a:t>
                      </a:r>
                      <a:r>
                        <a:rPr sz="1200" dirty="0">
                          <a:latin typeface="Calibri" panose="020F0502020204030204"/>
                          <a:cs typeface="Calibri" panose="020F0502020204030204"/>
                        </a:rPr>
                        <a:t>message</a:t>
                      </a:r>
                      <a:r>
                        <a:rPr sz="1200" spc="-15" dirty="0">
                          <a:latin typeface="Calibri" panose="020F0502020204030204"/>
                          <a:cs typeface="Calibri" panose="020F0502020204030204"/>
                        </a:rPr>
                        <a:t> </a:t>
                      </a:r>
                      <a:r>
                        <a:rPr sz="1200" spc="-10" dirty="0">
                          <a:latin typeface="Calibri" panose="020F0502020204030204"/>
                          <a:cs typeface="Calibri" panose="020F0502020204030204"/>
                        </a:rPr>
                        <a:t>value</a:t>
                      </a:r>
                      <a:endParaRPr sz="1200">
                        <a:latin typeface="Calibri" panose="020F0502020204030204"/>
                        <a:cs typeface="Calibri" panose="020F0502020204030204"/>
                      </a:endParaRPr>
                    </a:p>
                    <a:p>
                      <a:pPr marL="188595" marR="184150" algn="ctr">
                        <a:lnSpc>
                          <a:spcPts val="1470"/>
                        </a:lnSpc>
                      </a:pPr>
                      <a:r>
                        <a:rPr sz="1200" dirty="0">
                          <a:latin typeface="Calibri" panose="020F0502020204030204"/>
                          <a:cs typeface="Calibri" panose="020F0502020204030204"/>
                        </a:rPr>
                        <a:t>of</a:t>
                      </a:r>
                      <a:r>
                        <a:rPr sz="1200" spc="-20" dirty="0">
                          <a:latin typeface="Calibri" panose="020F0502020204030204"/>
                          <a:cs typeface="Calibri" panose="020F0502020204030204"/>
                        </a:rPr>
                        <a:t> </a:t>
                      </a:r>
                      <a:r>
                        <a:rPr sz="1200" dirty="0">
                          <a:latin typeface="Calibri" panose="020F0502020204030204"/>
                          <a:cs typeface="Calibri" panose="020F0502020204030204"/>
                        </a:rPr>
                        <a:t>the</a:t>
                      </a:r>
                      <a:r>
                        <a:rPr sz="1200" spc="-25" dirty="0">
                          <a:latin typeface="Calibri" panose="020F0502020204030204"/>
                          <a:cs typeface="Calibri" panose="020F0502020204030204"/>
                        </a:rPr>
                        <a:t> </a:t>
                      </a:r>
                      <a:r>
                        <a:rPr sz="1200" dirty="0">
                          <a:latin typeface="Calibri" panose="020F0502020204030204"/>
                          <a:cs typeface="Calibri" panose="020F0502020204030204"/>
                        </a:rPr>
                        <a:t>month</a:t>
                      </a:r>
                      <a:r>
                        <a:rPr sz="1200" spc="-10" dirty="0">
                          <a:latin typeface="Calibri" panose="020F0502020204030204"/>
                          <a:cs typeface="Calibri" panose="020F0502020204030204"/>
                        </a:rPr>
                        <a:t> </a:t>
                      </a:r>
                      <a:r>
                        <a:rPr sz="1200" dirty="0">
                          <a:latin typeface="Calibri" panose="020F0502020204030204"/>
                          <a:cs typeface="Calibri" panose="020F0502020204030204"/>
                        </a:rPr>
                        <a:t>not</a:t>
                      </a:r>
                      <a:r>
                        <a:rPr sz="1200" spc="-20" dirty="0">
                          <a:latin typeface="Calibri" panose="020F0502020204030204"/>
                          <a:cs typeface="Calibri" panose="020F0502020204030204"/>
                        </a:rPr>
                        <a:t> </a:t>
                      </a:r>
                      <a:r>
                        <a:rPr sz="1200" dirty="0">
                          <a:latin typeface="Calibri" panose="020F0502020204030204"/>
                          <a:cs typeface="Calibri" panose="020F0502020204030204"/>
                        </a:rPr>
                        <a:t>in</a:t>
                      </a:r>
                      <a:r>
                        <a:rPr sz="1200" spc="-20" dirty="0">
                          <a:latin typeface="Calibri" panose="020F0502020204030204"/>
                          <a:cs typeface="Calibri" panose="020F0502020204030204"/>
                        </a:rPr>
                        <a:t> </a:t>
                      </a:r>
                      <a:r>
                        <a:rPr sz="1200" dirty="0">
                          <a:latin typeface="Calibri" panose="020F0502020204030204"/>
                          <a:cs typeface="Calibri" panose="020F0502020204030204"/>
                        </a:rPr>
                        <a:t>the</a:t>
                      </a:r>
                      <a:r>
                        <a:rPr sz="1200" spc="-10" dirty="0">
                          <a:latin typeface="Calibri" panose="020F0502020204030204"/>
                          <a:cs typeface="Calibri" panose="020F0502020204030204"/>
                        </a:rPr>
                        <a:t> range 1..12</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cPr marL="0" marR="0" marT="0" marB="0"/>
                </a:tc>
                <a:tc hMerge="1">
                  <a:tcPr marL="0" marR="0" marT="0" marB="0"/>
                </a:tc>
                <a:tc gridSpan="3">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cPr marL="0" marR="0" marT="0" marB="0"/>
                </a:tc>
                <a:tc hMerge="1">
                  <a:tcPr marL="0" marR="0" marT="0" marB="0"/>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386715">
                <a:tc>
                  <a:txBody>
                    <a:bodyPr/>
                    <a:lstStyle/>
                    <a:p>
                      <a:pPr>
                        <a:lnSpc>
                          <a:spcPct val="100000"/>
                        </a:lnSpc>
                        <a:spcBef>
                          <a:spcPts val="120"/>
                        </a:spcBef>
                      </a:pPr>
                      <a:endParaRPr sz="1200">
                        <a:latin typeface="Times New Roman" panose="02020603050405020304"/>
                        <a:cs typeface="Times New Roman" panose="02020603050405020304"/>
                      </a:endParaRPr>
                    </a:p>
                    <a:p>
                      <a:pPr algn="ctr">
                        <a:lnSpc>
                          <a:spcPct val="100000"/>
                        </a:lnSpc>
                      </a:pPr>
                      <a:r>
                        <a:rPr sz="1200" spc="-25" dirty="0">
                          <a:latin typeface="Calibri" panose="020F0502020204030204"/>
                          <a:cs typeface="Calibri" panose="020F0502020204030204"/>
                        </a:rPr>
                        <a:t>WR4</a:t>
                      </a:r>
                      <a:endParaRPr sz="1200">
                        <a:latin typeface="Calibri" panose="020F0502020204030204"/>
                        <a:cs typeface="Calibri" panose="020F0502020204030204"/>
                      </a:endParaRPr>
                    </a:p>
                  </a:txBody>
                  <a:tcPr marL="0" marR="0" marT="152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120"/>
                        </a:spcBef>
                      </a:pPr>
                      <a:endParaRPr sz="1200">
                        <a:latin typeface="Times New Roman" panose="02020603050405020304"/>
                        <a:cs typeface="Times New Roman" panose="02020603050405020304"/>
                      </a:endParaRPr>
                    </a:p>
                    <a:p>
                      <a:pPr marL="67945">
                        <a:lnSpc>
                          <a:spcPct val="100000"/>
                        </a:lnSpc>
                      </a:pPr>
                      <a:r>
                        <a:rPr sz="1200" dirty="0">
                          <a:latin typeface="Calibri" panose="020F0502020204030204"/>
                          <a:cs typeface="Calibri" panose="020F0502020204030204"/>
                        </a:rPr>
                        <a:t>Enter</a:t>
                      </a:r>
                      <a:r>
                        <a:rPr sz="1200" spc="-10" dirty="0">
                          <a:latin typeface="Calibri" panose="020F0502020204030204"/>
                          <a:cs typeface="Calibri" panose="020F0502020204030204"/>
                        </a:rPr>
                        <a:t> </a:t>
                      </a:r>
                      <a:r>
                        <a:rPr sz="1200" dirty="0">
                          <a:latin typeface="Calibri" panose="020F0502020204030204"/>
                          <a:cs typeface="Calibri" panose="020F0502020204030204"/>
                        </a:rPr>
                        <a:t>the</a:t>
                      </a:r>
                      <a:r>
                        <a:rPr sz="1200" spc="-20" dirty="0">
                          <a:latin typeface="Calibri" panose="020F0502020204030204"/>
                          <a:cs typeface="Calibri" panose="020F0502020204030204"/>
                        </a:rPr>
                        <a:t> </a:t>
                      </a:r>
                      <a:r>
                        <a:rPr sz="1200" dirty="0">
                          <a:latin typeface="Calibri" panose="020F0502020204030204"/>
                          <a:cs typeface="Calibri" panose="020F0502020204030204"/>
                        </a:rPr>
                        <a:t>M1,</a:t>
                      </a:r>
                      <a:r>
                        <a:rPr sz="1200" spc="-20" dirty="0">
                          <a:latin typeface="Calibri" panose="020F0502020204030204"/>
                          <a:cs typeface="Calibri" panose="020F0502020204030204"/>
                        </a:rPr>
                        <a:t> </a:t>
                      </a:r>
                      <a:r>
                        <a:rPr sz="1200" dirty="0">
                          <a:latin typeface="Calibri" panose="020F0502020204030204"/>
                          <a:cs typeface="Calibri" panose="020F0502020204030204"/>
                        </a:rPr>
                        <a:t>D2</a:t>
                      </a:r>
                      <a:r>
                        <a:rPr sz="1200" spc="-5" dirty="0">
                          <a:latin typeface="Calibri" panose="020F0502020204030204"/>
                          <a:cs typeface="Calibri" panose="020F0502020204030204"/>
                        </a:rPr>
                        <a:t> </a:t>
                      </a:r>
                      <a:r>
                        <a:rPr sz="1200" dirty="0">
                          <a:latin typeface="Calibri" panose="020F0502020204030204"/>
                          <a:cs typeface="Calibri" panose="020F0502020204030204"/>
                        </a:rPr>
                        <a:t>and</a:t>
                      </a:r>
                      <a:r>
                        <a:rPr sz="1200" spc="-20" dirty="0">
                          <a:latin typeface="Calibri" panose="020F0502020204030204"/>
                          <a:cs typeface="Calibri" panose="020F0502020204030204"/>
                        </a:rPr>
                        <a:t> </a:t>
                      </a:r>
                      <a:r>
                        <a:rPr sz="1200" dirty="0">
                          <a:latin typeface="Calibri" panose="020F0502020204030204"/>
                          <a:cs typeface="Calibri" panose="020F0502020204030204"/>
                        </a:rPr>
                        <a:t>Y1</a:t>
                      </a:r>
                      <a:r>
                        <a:rPr sz="1200" spc="-20" dirty="0">
                          <a:latin typeface="Calibri" panose="020F0502020204030204"/>
                          <a:cs typeface="Calibri" panose="020F0502020204030204"/>
                        </a:rPr>
                        <a:t> </a:t>
                      </a:r>
                      <a:r>
                        <a:rPr sz="1200" spc="-10" dirty="0">
                          <a:latin typeface="Calibri" panose="020F0502020204030204"/>
                          <a:cs typeface="Calibri" panose="020F0502020204030204"/>
                        </a:rPr>
                        <a:t>cases</a:t>
                      </a:r>
                      <a:endParaRPr sz="1200">
                        <a:latin typeface="Calibri" panose="020F0502020204030204"/>
                        <a:cs typeface="Calibri" panose="020F0502020204030204"/>
                      </a:endParaRPr>
                    </a:p>
                  </a:txBody>
                  <a:tcPr marL="0" marR="0" marT="152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120"/>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6</a:t>
                      </a:r>
                      <a:endParaRPr sz="1200">
                        <a:latin typeface="Calibri" panose="020F0502020204030204"/>
                        <a:cs typeface="Calibri" panose="020F0502020204030204"/>
                      </a:endParaRPr>
                    </a:p>
                  </a:txBody>
                  <a:tcPr marL="0" marR="0" marT="152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120"/>
                        </a:spcBef>
                      </a:pPr>
                      <a:endParaRPr sz="1200">
                        <a:latin typeface="Times New Roman" panose="02020603050405020304"/>
                        <a:cs typeface="Times New Roman" panose="02020603050405020304"/>
                      </a:endParaRPr>
                    </a:p>
                    <a:p>
                      <a:pPr algn="ctr">
                        <a:lnSpc>
                          <a:spcPct val="100000"/>
                        </a:lnSpc>
                      </a:pPr>
                      <a:r>
                        <a:rPr sz="1200" dirty="0">
                          <a:latin typeface="Calibri" panose="020F0502020204030204"/>
                          <a:cs typeface="Calibri" panose="020F0502020204030204"/>
                        </a:rPr>
                        <a:t>-</a:t>
                      </a: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152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120"/>
                        </a:spcBef>
                      </a:pPr>
                      <a:endParaRPr sz="1200">
                        <a:latin typeface="Times New Roman" panose="02020603050405020304"/>
                        <a:cs typeface="Times New Roman" panose="02020603050405020304"/>
                      </a:endParaRPr>
                    </a:p>
                    <a:p>
                      <a:pPr marL="1270" algn="ctr">
                        <a:lnSpc>
                          <a:spcPct val="100000"/>
                        </a:lnSpc>
                      </a:pPr>
                      <a:r>
                        <a:rPr sz="1200" spc="-20" dirty="0">
                          <a:latin typeface="Calibri" panose="020F0502020204030204"/>
                          <a:cs typeface="Calibri" panose="020F0502020204030204"/>
                        </a:rPr>
                        <a:t>1912</a:t>
                      </a:r>
                      <a:endParaRPr sz="1200">
                        <a:latin typeface="Calibri" panose="020F0502020204030204"/>
                        <a:cs typeface="Calibri" panose="020F0502020204030204"/>
                      </a:endParaRPr>
                    </a:p>
                  </a:txBody>
                  <a:tcPr marL="0" marR="0" marT="152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gridSpan="3">
                  <a:txBody>
                    <a:bodyPr/>
                    <a:lstStyle/>
                    <a:p>
                      <a:pPr marL="95885" marR="67945" indent="-22860">
                        <a:lnSpc>
                          <a:spcPct val="102000"/>
                        </a:lnSpc>
                        <a:spcBef>
                          <a:spcPts val="10"/>
                        </a:spcBef>
                      </a:pPr>
                      <a:r>
                        <a:rPr sz="1200" dirty="0">
                          <a:latin typeface="Calibri" panose="020F0502020204030204"/>
                          <a:cs typeface="Calibri" panose="020F0502020204030204"/>
                        </a:rPr>
                        <a:t>Should</a:t>
                      </a:r>
                      <a:r>
                        <a:rPr sz="1200" spc="-30" dirty="0">
                          <a:latin typeface="Calibri" panose="020F0502020204030204"/>
                          <a:cs typeface="Calibri" panose="020F0502020204030204"/>
                        </a:rPr>
                        <a:t> </a:t>
                      </a:r>
                      <a:r>
                        <a:rPr sz="1200" dirty="0">
                          <a:latin typeface="Calibri" panose="020F0502020204030204"/>
                          <a:cs typeface="Calibri" panose="020F0502020204030204"/>
                        </a:rPr>
                        <a:t>display</a:t>
                      </a:r>
                      <a:r>
                        <a:rPr sz="1200" spc="-30" dirty="0">
                          <a:latin typeface="Calibri" panose="020F0502020204030204"/>
                          <a:cs typeface="Calibri" panose="020F0502020204030204"/>
                        </a:rPr>
                        <a:t> </a:t>
                      </a:r>
                      <a:r>
                        <a:rPr sz="1200" dirty="0">
                          <a:latin typeface="Calibri" panose="020F0502020204030204"/>
                          <a:cs typeface="Calibri" panose="020F0502020204030204"/>
                        </a:rPr>
                        <a:t>the</a:t>
                      </a:r>
                      <a:r>
                        <a:rPr sz="1200" spc="-35" dirty="0">
                          <a:latin typeface="Calibri" panose="020F0502020204030204"/>
                          <a:cs typeface="Calibri" panose="020F0502020204030204"/>
                        </a:rPr>
                        <a:t> </a:t>
                      </a:r>
                      <a:r>
                        <a:rPr sz="1200" dirty="0">
                          <a:latin typeface="Calibri" panose="020F0502020204030204"/>
                          <a:cs typeface="Calibri" panose="020F0502020204030204"/>
                        </a:rPr>
                        <a:t>message</a:t>
                      </a:r>
                      <a:r>
                        <a:rPr sz="1200" spc="-15" dirty="0">
                          <a:latin typeface="Calibri" panose="020F0502020204030204"/>
                          <a:cs typeface="Calibri" panose="020F0502020204030204"/>
                        </a:rPr>
                        <a:t> </a:t>
                      </a:r>
                      <a:r>
                        <a:rPr sz="1200" spc="-10" dirty="0">
                          <a:latin typeface="Calibri" panose="020F0502020204030204"/>
                          <a:cs typeface="Calibri" panose="020F0502020204030204"/>
                        </a:rPr>
                        <a:t>value </a:t>
                      </a:r>
                      <a:r>
                        <a:rPr sz="1200" dirty="0">
                          <a:latin typeface="Calibri" panose="020F0502020204030204"/>
                          <a:cs typeface="Calibri" panose="020F0502020204030204"/>
                        </a:rPr>
                        <a:t>of</a:t>
                      </a:r>
                      <a:r>
                        <a:rPr sz="1200" spc="-20" dirty="0">
                          <a:latin typeface="Calibri" panose="020F0502020204030204"/>
                          <a:cs typeface="Calibri" panose="020F0502020204030204"/>
                        </a:rPr>
                        <a:t> </a:t>
                      </a:r>
                      <a:r>
                        <a:rPr sz="1200" dirty="0">
                          <a:latin typeface="Calibri" panose="020F0502020204030204"/>
                          <a:cs typeface="Calibri" panose="020F0502020204030204"/>
                        </a:rPr>
                        <a:t>the</a:t>
                      </a:r>
                      <a:r>
                        <a:rPr sz="1200" spc="-20" dirty="0">
                          <a:latin typeface="Calibri" panose="020F0502020204030204"/>
                          <a:cs typeface="Calibri" panose="020F0502020204030204"/>
                        </a:rPr>
                        <a:t> </a:t>
                      </a:r>
                      <a:r>
                        <a:rPr sz="1200" dirty="0">
                          <a:latin typeface="Calibri" panose="020F0502020204030204"/>
                          <a:cs typeface="Calibri" panose="020F0502020204030204"/>
                        </a:rPr>
                        <a:t>day</a:t>
                      </a:r>
                      <a:r>
                        <a:rPr sz="1200" spc="-20" dirty="0">
                          <a:latin typeface="Calibri" panose="020F0502020204030204"/>
                          <a:cs typeface="Calibri" panose="020F0502020204030204"/>
                        </a:rPr>
                        <a:t> </a:t>
                      </a:r>
                      <a:r>
                        <a:rPr sz="1200" dirty="0">
                          <a:latin typeface="Calibri" panose="020F0502020204030204"/>
                          <a:cs typeface="Calibri" panose="020F0502020204030204"/>
                        </a:rPr>
                        <a:t>not</a:t>
                      </a:r>
                      <a:r>
                        <a:rPr sz="1200" spc="-5" dirty="0">
                          <a:latin typeface="Calibri" panose="020F0502020204030204"/>
                          <a:cs typeface="Calibri" panose="020F0502020204030204"/>
                        </a:rPr>
                        <a:t> </a:t>
                      </a:r>
                      <a:r>
                        <a:rPr sz="1200" dirty="0">
                          <a:latin typeface="Calibri" panose="020F0502020204030204"/>
                          <a:cs typeface="Calibri" panose="020F0502020204030204"/>
                        </a:rPr>
                        <a:t>in</a:t>
                      </a:r>
                      <a:r>
                        <a:rPr sz="1200" spc="-5" dirty="0">
                          <a:latin typeface="Calibri" panose="020F0502020204030204"/>
                          <a:cs typeface="Calibri" panose="020F0502020204030204"/>
                        </a:rPr>
                        <a:t> </a:t>
                      </a:r>
                      <a:r>
                        <a:rPr sz="1200" dirty="0">
                          <a:latin typeface="Calibri" panose="020F0502020204030204"/>
                          <a:cs typeface="Calibri" panose="020F0502020204030204"/>
                        </a:rPr>
                        <a:t>the</a:t>
                      </a:r>
                      <a:r>
                        <a:rPr sz="1200" spc="245" dirty="0">
                          <a:latin typeface="Calibri" panose="020F0502020204030204"/>
                          <a:cs typeface="Calibri" panose="020F0502020204030204"/>
                        </a:rPr>
                        <a:t> </a:t>
                      </a:r>
                      <a:r>
                        <a:rPr sz="1200" dirty="0">
                          <a:latin typeface="Calibri" panose="020F0502020204030204"/>
                          <a:cs typeface="Calibri" panose="020F0502020204030204"/>
                        </a:rPr>
                        <a:t>range</a:t>
                      </a:r>
                      <a:r>
                        <a:rPr sz="1200" spc="-5" dirty="0">
                          <a:latin typeface="Calibri" panose="020F0502020204030204"/>
                          <a:cs typeface="Calibri" panose="020F0502020204030204"/>
                        </a:rPr>
                        <a:t> </a:t>
                      </a:r>
                      <a:r>
                        <a:rPr sz="1200" spc="-10" dirty="0">
                          <a:latin typeface="Calibri" panose="020F0502020204030204"/>
                          <a:cs typeface="Calibri" panose="020F0502020204030204"/>
                        </a:rPr>
                        <a:t>1..31</a:t>
                      </a:r>
                      <a:endParaRPr sz="1200">
                        <a:latin typeface="Calibri" panose="020F0502020204030204"/>
                        <a:cs typeface="Calibri" panose="020F0502020204030204"/>
                      </a:endParaRPr>
                    </a:p>
                  </a:txBody>
                  <a:tcPr marL="0" marR="0" marT="127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cPr marL="0" marR="0" marT="0" marB="0"/>
                </a:tc>
                <a:tc hMerge="1">
                  <a:tcPr marL="0" marR="0" marT="0" marB="0"/>
                </a:tc>
                <a:tc gridSpan="3">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cPr marL="0" marR="0" marT="0" marB="0"/>
                </a:tc>
                <a:tc hMerge="1">
                  <a:tcPr marL="0" marR="0" marT="0" marB="0"/>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388620">
                <a:tc>
                  <a:txBody>
                    <a:bodyPr/>
                    <a:lstStyle/>
                    <a:p>
                      <a:pPr>
                        <a:lnSpc>
                          <a:spcPct val="100000"/>
                        </a:lnSpc>
                        <a:spcBef>
                          <a:spcPts val="130"/>
                        </a:spcBef>
                      </a:pPr>
                      <a:endParaRPr sz="1200">
                        <a:latin typeface="Times New Roman" panose="02020603050405020304"/>
                        <a:cs typeface="Times New Roman" panose="02020603050405020304"/>
                      </a:endParaRPr>
                    </a:p>
                    <a:p>
                      <a:pPr algn="ctr">
                        <a:lnSpc>
                          <a:spcPct val="100000"/>
                        </a:lnSpc>
                      </a:pPr>
                      <a:r>
                        <a:rPr sz="1200" spc="-25" dirty="0">
                          <a:latin typeface="Calibri" panose="020F0502020204030204"/>
                          <a:cs typeface="Calibri" panose="020F0502020204030204"/>
                        </a:rPr>
                        <a:t>WR5</a:t>
                      </a:r>
                      <a:endParaRPr sz="1200">
                        <a:latin typeface="Calibri" panose="020F0502020204030204"/>
                        <a:cs typeface="Calibri" panose="020F0502020204030204"/>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130"/>
                        </a:spcBef>
                      </a:pPr>
                      <a:endParaRPr sz="1200">
                        <a:latin typeface="Times New Roman" panose="02020603050405020304"/>
                        <a:cs typeface="Times New Roman" panose="02020603050405020304"/>
                      </a:endParaRPr>
                    </a:p>
                    <a:p>
                      <a:pPr marL="67945">
                        <a:lnSpc>
                          <a:spcPct val="100000"/>
                        </a:lnSpc>
                      </a:pPr>
                      <a:r>
                        <a:rPr sz="1200" dirty="0">
                          <a:latin typeface="Calibri" panose="020F0502020204030204"/>
                          <a:cs typeface="Calibri" panose="020F0502020204030204"/>
                        </a:rPr>
                        <a:t>Enter</a:t>
                      </a:r>
                      <a:r>
                        <a:rPr sz="1200" spc="-10" dirty="0">
                          <a:latin typeface="Calibri" panose="020F0502020204030204"/>
                          <a:cs typeface="Calibri" panose="020F0502020204030204"/>
                        </a:rPr>
                        <a:t> </a:t>
                      </a:r>
                      <a:r>
                        <a:rPr sz="1200" dirty="0">
                          <a:latin typeface="Calibri" panose="020F0502020204030204"/>
                          <a:cs typeface="Calibri" panose="020F0502020204030204"/>
                        </a:rPr>
                        <a:t>the</a:t>
                      </a:r>
                      <a:r>
                        <a:rPr sz="1200" spc="-20" dirty="0">
                          <a:latin typeface="Calibri" panose="020F0502020204030204"/>
                          <a:cs typeface="Calibri" panose="020F0502020204030204"/>
                        </a:rPr>
                        <a:t> </a:t>
                      </a:r>
                      <a:r>
                        <a:rPr sz="1200" dirty="0">
                          <a:latin typeface="Calibri" panose="020F0502020204030204"/>
                          <a:cs typeface="Calibri" panose="020F0502020204030204"/>
                        </a:rPr>
                        <a:t>M1,</a:t>
                      </a:r>
                      <a:r>
                        <a:rPr sz="1200" spc="-20" dirty="0">
                          <a:latin typeface="Calibri" panose="020F0502020204030204"/>
                          <a:cs typeface="Calibri" panose="020F0502020204030204"/>
                        </a:rPr>
                        <a:t> </a:t>
                      </a:r>
                      <a:r>
                        <a:rPr sz="1200" dirty="0">
                          <a:latin typeface="Calibri" panose="020F0502020204030204"/>
                          <a:cs typeface="Calibri" panose="020F0502020204030204"/>
                        </a:rPr>
                        <a:t>D3</a:t>
                      </a:r>
                      <a:r>
                        <a:rPr sz="1200" spc="-5" dirty="0">
                          <a:latin typeface="Calibri" panose="020F0502020204030204"/>
                          <a:cs typeface="Calibri" panose="020F0502020204030204"/>
                        </a:rPr>
                        <a:t> </a:t>
                      </a:r>
                      <a:r>
                        <a:rPr sz="1200" dirty="0">
                          <a:latin typeface="Calibri" panose="020F0502020204030204"/>
                          <a:cs typeface="Calibri" panose="020F0502020204030204"/>
                        </a:rPr>
                        <a:t>and</a:t>
                      </a:r>
                      <a:r>
                        <a:rPr sz="1200" spc="-20" dirty="0">
                          <a:latin typeface="Calibri" panose="020F0502020204030204"/>
                          <a:cs typeface="Calibri" panose="020F0502020204030204"/>
                        </a:rPr>
                        <a:t> </a:t>
                      </a:r>
                      <a:r>
                        <a:rPr sz="1200" dirty="0">
                          <a:latin typeface="Calibri" panose="020F0502020204030204"/>
                          <a:cs typeface="Calibri" panose="020F0502020204030204"/>
                        </a:rPr>
                        <a:t>Y1</a:t>
                      </a:r>
                      <a:r>
                        <a:rPr sz="1200" spc="-20" dirty="0">
                          <a:latin typeface="Calibri" panose="020F0502020204030204"/>
                          <a:cs typeface="Calibri" panose="020F0502020204030204"/>
                        </a:rPr>
                        <a:t> </a:t>
                      </a:r>
                      <a:r>
                        <a:rPr sz="1200" spc="-10" dirty="0">
                          <a:latin typeface="Calibri" panose="020F0502020204030204"/>
                          <a:cs typeface="Calibri" panose="020F0502020204030204"/>
                        </a:rPr>
                        <a:t>cases</a:t>
                      </a:r>
                      <a:endParaRPr sz="1200">
                        <a:latin typeface="Calibri" panose="020F0502020204030204"/>
                        <a:cs typeface="Calibri" panose="020F0502020204030204"/>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130"/>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6</a:t>
                      </a:r>
                      <a:endParaRPr sz="1200">
                        <a:latin typeface="Calibri" panose="020F0502020204030204"/>
                        <a:cs typeface="Calibri" panose="020F0502020204030204"/>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130"/>
                        </a:spcBef>
                      </a:pPr>
                      <a:endParaRPr sz="1200">
                        <a:latin typeface="Times New Roman" panose="02020603050405020304"/>
                        <a:cs typeface="Times New Roman" panose="02020603050405020304"/>
                      </a:endParaRPr>
                    </a:p>
                    <a:p>
                      <a:pPr algn="ctr">
                        <a:lnSpc>
                          <a:spcPct val="100000"/>
                        </a:lnSpc>
                      </a:pPr>
                      <a:r>
                        <a:rPr sz="1200" spc="-25" dirty="0">
                          <a:latin typeface="Calibri" panose="020F0502020204030204"/>
                          <a:cs typeface="Calibri" panose="020F0502020204030204"/>
                        </a:rPr>
                        <a:t>32</a:t>
                      </a:r>
                      <a:endParaRPr sz="1200">
                        <a:latin typeface="Calibri" panose="020F0502020204030204"/>
                        <a:cs typeface="Calibri" panose="020F0502020204030204"/>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spcBef>
                          <a:spcPts val="130"/>
                        </a:spcBef>
                      </a:pPr>
                      <a:endParaRPr sz="1200">
                        <a:latin typeface="Times New Roman" panose="02020603050405020304"/>
                        <a:cs typeface="Times New Roman" panose="02020603050405020304"/>
                      </a:endParaRPr>
                    </a:p>
                    <a:p>
                      <a:pPr marL="1270" algn="ctr">
                        <a:lnSpc>
                          <a:spcPct val="100000"/>
                        </a:lnSpc>
                      </a:pPr>
                      <a:r>
                        <a:rPr sz="1200" spc="-20" dirty="0">
                          <a:latin typeface="Calibri" panose="020F0502020204030204"/>
                          <a:cs typeface="Calibri" panose="020F0502020204030204"/>
                        </a:rPr>
                        <a:t>1912</a:t>
                      </a:r>
                      <a:endParaRPr sz="1200">
                        <a:latin typeface="Calibri" panose="020F0502020204030204"/>
                        <a:cs typeface="Calibri" panose="020F0502020204030204"/>
                      </a:endParaRPr>
                    </a:p>
                  </a:txBody>
                  <a:tcPr marL="0" marR="0" marT="165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gridSpan="3">
                  <a:txBody>
                    <a:bodyPr/>
                    <a:lstStyle/>
                    <a:p>
                      <a:pPr marL="95885" marR="67945" indent="-22860">
                        <a:lnSpc>
                          <a:spcPct val="102000"/>
                        </a:lnSpc>
                      </a:pPr>
                      <a:r>
                        <a:rPr sz="1200" dirty="0">
                          <a:latin typeface="Calibri" panose="020F0502020204030204"/>
                          <a:cs typeface="Calibri" panose="020F0502020204030204"/>
                        </a:rPr>
                        <a:t>Should</a:t>
                      </a:r>
                      <a:r>
                        <a:rPr sz="1200" spc="-30" dirty="0">
                          <a:latin typeface="Calibri" panose="020F0502020204030204"/>
                          <a:cs typeface="Calibri" panose="020F0502020204030204"/>
                        </a:rPr>
                        <a:t> </a:t>
                      </a:r>
                      <a:r>
                        <a:rPr sz="1200" dirty="0">
                          <a:latin typeface="Calibri" panose="020F0502020204030204"/>
                          <a:cs typeface="Calibri" panose="020F0502020204030204"/>
                        </a:rPr>
                        <a:t>display</a:t>
                      </a:r>
                      <a:r>
                        <a:rPr sz="1200" spc="-30" dirty="0">
                          <a:latin typeface="Calibri" panose="020F0502020204030204"/>
                          <a:cs typeface="Calibri" panose="020F0502020204030204"/>
                        </a:rPr>
                        <a:t> </a:t>
                      </a:r>
                      <a:r>
                        <a:rPr sz="1200" dirty="0">
                          <a:latin typeface="Calibri" panose="020F0502020204030204"/>
                          <a:cs typeface="Calibri" panose="020F0502020204030204"/>
                        </a:rPr>
                        <a:t>the</a:t>
                      </a:r>
                      <a:r>
                        <a:rPr sz="1200" spc="-35" dirty="0">
                          <a:latin typeface="Calibri" panose="020F0502020204030204"/>
                          <a:cs typeface="Calibri" panose="020F0502020204030204"/>
                        </a:rPr>
                        <a:t> </a:t>
                      </a:r>
                      <a:r>
                        <a:rPr sz="1200" dirty="0">
                          <a:latin typeface="Calibri" panose="020F0502020204030204"/>
                          <a:cs typeface="Calibri" panose="020F0502020204030204"/>
                        </a:rPr>
                        <a:t>message</a:t>
                      </a:r>
                      <a:r>
                        <a:rPr sz="1200" spc="-15" dirty="0">
                          <a:latin typeface="Calibri" panose="020F0502020204030204"/>
                          <a:cs typeface="Calibri" panose="020F0502020204030204"/>
                        </a:rPr>
                        <a:t> </a:t>
                      </a:r>
                      <a:r>
                        <a:rPr sz="1200" spc="-10" dirty="0">
                          <a:latin typeface="Calibri" panose="020F0502020204030204"/>
                          <a:cs typeface="Calibri" panose="020F0502020204030204"/>
                        </a:rPr>
                        <a:t>value </a:t>
                      </a:r>
                      <a:r>
                        <a:rPr sz="1200" dirty="0">
                          <a:latin typeface="Calibri" panose="020F0502020204030204"/>
                          <a:cs typeface="Calibri" panose="020F0502020204030204"/>
                        </a:rPr>
                        <a:t>of</a:t>
                      </a:r>
                      <a:r>
                        <a:rPr sz="1200" spc="-20" dirty="0">
                          <a:latin typeface="Calibri" panose="020F0502020204030204"/>
                          <a:cs typeface="Calibri" panose="020F0502020204030204"/>
                        </a:rPr>
                        <a:t> </a:t>
                      </a:r>
                      <a:r>
                        <a:rPr sz="1200" dirty="0">
                          <a:latin typeface="Calibri" panose="020F0502020204030204"/>
                          <a:cs typeface="Calibri" panose="020F0502020204030204"/>
                        </a:rPr>
                        <a:t>the</a:t>
                      </a:r>
                      <a:r>
                        <a:rPr sz="1200" spc="-20" dirty="0">
                          <a:latin typeface="Calibri" panose="020F0502020204030204"/>
                          <a:cs typeface="Calibri" panose="020F0502020204030204"/>
                        </a:rPr>
                        <a:t> </a:t>
                      </a:r>
                      <a:r>
                        <a:rPr sz="1200" dirty="0">
                          <a:latin typeface="Calibri" panose="020F0502020204030204"/>
                          <a:cs typeface="Calibri" panose="020F0502020204030204"/>
                        </a:rPr>
                        <a:t>day</a:t>
                      </a:r>
                      <a:r>
                        <a:rPr sz="1200" spc="-20" dirty="0">
                          <a:latin typeface="Calibri" panose="020F0502020204030204"/>
                          <a:cs typeface="Calibri" panose="020F0502020204030204"/>
                        </a:rPr>
                        <a:t> </a:t>
                      </a:r>
                      <a:r>
                        <a:rPr sz="1200" dirty="0">
                          <a:latin typeface="Calibri" panose="020F0502020204030204"/>
                          <a:cs typeface="Calibri" panose="020F0502020204030204"/>
                        </a:rPr>
                        <a:t>not</a:t>
                      </a:r>
                      <a:r>
                        <a:rPr sz="1200" spc="-5" dirty="0">
                          <a:latin typeface="Calibri" panose="020F0502020204030204"/>
                          <a:cs typeface="Calibri" panose="020F0502020204030204"/>
                        </a:rPr>
                        <a:t> </a:t>
                      </a:r>
                      <a:r>
                        <a:rPr sz="1200" dirty="0">
                          <a:latin typeface="Calibri" panose="020F0502020204030204"/>
                          <a:cs typeface="Calibri" panose="020F0502020204030204"/>
                        </a:rPr>
                        <a:t>in</a:t>
                      </a:r>
                      <a:r>
                        <a:rPr sz="1200" spc="-5" dirty="0">
                          <a:latin typeface="Calibri" panose="020F0502020204030204"/>
                          <a:cs typeface="Calibri" panose="020F0502020204030204"/>
                        </a:rPr>
                        <a:t> </a:t>
                      </a:r>
                      <a:r>
                        <a:rPr sz="1200" dirty="0">
                          <a:latin typeface="Calibri" panose="020F0502020204030204"/>
                          <a:cs typeface="Calibri" panose="020F0502020204030204"/>
                        </a:rPr>
                        <a:t>the</a:t>
                      </a:r>
                      <a:r>
                        <a:rPr sz="1200" spc="245" dirty="0">
                          <a:latin typeface="Calibri" panose="020F0502020204030204"/>
                          <a:cs typeface="Calibri" panose="020F0502020204030204"/>
                        </a:rPr>
                        <a:t> </a:t>
                      </a:r>
                      <a:r>
                        <a:rPr sz="1200" dirty="0">
                          <a:latin typeface="Calibri" panose="020F0502020204030204"/>
                          <a:cs typeface="Calibri" panose="020F0502020204030204"/>
                        </a:rPr>
                        <a:t>range</a:t>
                      </a:r>
                      <a:r>
                        <a:rPr sz="1200" spc="-5" dirty="0">
                          <a:latin typeface="Calibri" panose="020F0502020204030204"/>
                          <a:cs typeface="Calibri" panose="020F0502020204030204"/>
                        </a:rPr>
                        <a:t> </a:t>
                      </a:r>
                      <a:r>
                        <a:rPr sz="1200" spc="-10" dirty="0">
                          <a:latin typeface="Calibri" panose="020F0502020204030204"/>
                          <a:cs typeface="Calibri" panose="020F0502020204030204"/>
                        </a:rPr>
                        <a:t>1..31</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cPr marL="0" marR="0" marT="0" marB="0"/>
                </a:tc>
                <a:tc hMerge="1">
                  <a:tcPr marL="0" marR="0" marT="0" marB="0"/>
                </a:tc>
                <a:tc gridSpan="3">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cPr marL="0" marR="0" marT="0" marB="0"/>
                </a:tc>
                <a:tc hMerge="1">
                  <a:tcPr marL="0" marR="0" marT="0" marB="0"/>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563880">
                <a:tc>
                  <a:txBody>
                    <a:bodyPr/>
                    <a:lstStyle/>
                    <a:p>
                      <a:pPr>
                        <a:lnSpc>
                          <a:spcPct val="100000"/>
                        </a:lnSpc>
                      </a:pPr>
                      <a:endParaRPr sz="1200">
                        <a:latin typeface="Times New Roman" panose="02020603050405020304"/>
                        <a:cs typeface="Times New Roman" panose="02020603050405020304"/>
                      </a:endParaRPr>
                    </a:p>
                    <a:p>
                      <a:pPr>
                        <a:lnSpc>
                          <a:spcPct val="100000"/>
                        </a:lnSpc>
                        <a:spcBef>
                          <a:spcPts val="135"/>
                        </a:spcBef>
                      </a:pPr>
                      <a:endParaRPr sz="1200">
                        <a:latin typeface="Times New Roman" panose="02020603050405020304"/>
                        <a:cs typeface="Times New Roman" panose="02020603050405020304"/>
                      </a:endParaRPr>
                    </a:p>
                    <a:p>
                      <a:pPr algn="ctr">
                        <a:lnSpc>
                          <a:spcPct val="100000"/>
                        </a:lnSpc>
                      </a:pPr>
                      <a:r>
                        <a:rPr sz="1200" spc="-25" dirty="0">
                          <a:latin typeface="Calibri" panose="020F0502020204030204"/>
                          <a:cs typeface="Calibri" panose="020F0502020204030204"/>
                        </a:rPr>
                        <a:t>WR6</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p>
                      <a:pPr>
                        <a:lnSpc>
                          <a:spcPct val="100000"/>
                        </a:lnSpc>
                        <a:spcBef>
                          <a:spcPts val="135"/>
                        </a:spcBef>
                      </a:pPr>
                      <a:endParaRPr sz="1200">
                        <a:latin typeface="Times New Roman" panose="02020603050405020304"/>
                        <a:cs typeface="Times New Roman" panose="02020603050405020304"/>
                      </a:endParaRPr>
                    </a:p>
                    <a:p>
                      <a:pPr marL="67945">
                        <a:lnSpc>
                          <a:spcPct val="100000"/>
                        </a:lnSpc>
                      </a:pPr>
                      <a:r>
                        <a:rPr sz="1200" dirty="0">
                          <a:latin typeface="Calibri" panose="020F0502020204030204"/>
                          <a:cs typeface="Calibri" panose="020F0502020204030204"/>
                        </a:rPr>
                        <a:t>Enter</a:t>
                      </a:r>
                      <a:r>
                        <a:rPr sz="1200" spc="-10" dirty="0">
                          <a:latin typeface="Calibri" panose="020F0502020204030204"/>
                          <a:cs typeface="Calibri" panose="020F0502020204030204"/>
                        </a:rPr>
                        <a:t> </a:t>
                      </a:r>
                      <a:r>
                        <a:rPr sz="1200" dirty="0">
                          <a:latin typeface="Calibri" panose="020F0502020204030204"/>
                          <a:cs typeface="Calibri" panose="020F0502020204030204"/>
                        </a:rPr>
                        <a:t>the</a:t>
                      </a:r>
                      <a:r>
                        <a:rPr sz="1200" spc="-15" dirty="0">
                          <a:latin typeface="Calibri" panose="020F0502020204030204"/>
                          <a:cs typeface="Calibri" panose="020F0502020204030204"/>
                        </a:rPr>
                        <a:t> </a:t>
                      </a:r>
                      <a:r>
                        <a:rPr sz="1200" dirty="0">
                          <a:latin typeface="Calibri" panose="020F0502020204030204"/>
                          <a:cs typeface="Calibri" panose="020F0502020204030204"/>
                        </a:rPr>
                        <a:t>M1,</a:t>
                      </a:r>
                      <a:r>
                        <a:rPr sz="1200" spc="-15" dirty="0">
                          <a:latin typeface="Calibri" panose="020F0502020204030204"/>
                          <a:cs typeface="Calibri" panose="020F0502020204030204"/>
                        </a:rPr>
                        <a:t> </a:t>
                      </a:r>
                      <a:r>
                        <a:rPr sz="1200" dirty="0">
                          <a:latin typeface="Calibri" panose="020F0502020204030204"/>
                          <a:cs typeface="Calibri" panose="020F0502020204030204"/>
                        </a:rPr>
                        <a:t>D1</a:t>
                      </a:r>
                      <a:r>
                        <a:rPr sz="1200" spc="-10" dirty="0">
                          <a:latin typeface="Calibri" panose="020F0502020204030204"/>
                          <a:cs typeface="Calibri" panose="020F0502020204030204"/>
                        </a:rPr>
                        <a:t> </a:t>
                      </a:r>
                      <a:r>
                        <a:rPr sz="1200" dirty="0">
                          <a:latin typeface="Calibri" panose="020F0502020204030204"/>
                          <a:cs typeface="Calibri" panose="020F0502020204030204"/>
                        </a:rPr>
                        <a:t>and</a:t>
                      </a:r>
                      <a:r>
                        <a:rPr sz="1200" spc="-15" dirty="0">
                          <a:latin typeface="Calibri" panose="020F0502020204030204"/>
                          <a:cs typeface="Calibri" panose="020F0502020204030204"/>
                        </a:rPr>
                        <a:t> </a:t>
                      </a:r>
                      <a:r>
                        <a:rPr sz="1200" dirty="0">
                          <a:latin typeface="Calibri" panose="020F0502020204030204"/>
                          <a:cs typeface="Calibri" panose="020F0502020204030204"/>
                        </a:rPr>
                        <a:t>Y2</a:t>
                      </a:r>
                      <a:r>
                        <a:rPr sz="1200" spc="250" dirty="0">
                          <a:latin typeface="Calibri" panose="020F0502020204030204"/>
                          <a:cs typeface="Calibri" panose="020F0502020204030204"/>
                        </a:rPr>
                        <a:t> </a:t>
                      </a:r>
                      <a:r>
                        <a:rPr sz="1200" spc="-10" dirty="0">
                          <a:latin typeface="Calibri" panose="020F0502020204030204"/>
                          <a:cs typeface="Calibri" panose="020F0502020204030204"/>
                        </a:rPr>
                        <a:t>cases</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p>
                      <a:pPr>
                        <a:lnSpc>
                          <a:spcPct val="100000"/>
                        </a:lnSpc>
                        <a:spcBef>
                          <a:spcPts val="135"/>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6</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p>
                      <a:pPr>
                        <a:lnSpc>
                          <a:spcPct val="100000"/>
                        </a:lnSpc>
                        <a:spcBef>
                          <a:spcPts val="135"/>
                        </a:spcBef>
                      </a:pPr>
                      <a:endParaRPr sz="1200">
                        <a:latin typeface="Times New Roman" panose="02020603050405020304"/>
                        <a:cs typeface="Times New Roman" panose="02020603050405020304"/>
                      </a:endParaRPr>
                    </a:p>
                    <a:p>
                      <a:pPr algn="ctr">
                        <a:lnSpc>
                          <a:spcPct val="100000"/>
                        </a:lnSpc>
                      </a:pPr>
                      <a:r>
                        <a:rPr sz="1200" spc="-25" dirty="0">
                          <a:latin typeface="Calibri" panose="020F0502020204030204"/>
                          <a:cs typeface="Calibri" panose="020F0502020204030204"/>
                        </a:rPr>
                        <a:t>15</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p>
                      <a:pPr>
                        <a:lnSpc>
                          <a:spcPct val="100000"/>
                        </a:lnSpc>
                        <a:spcBef>
                          <a:spcPts val="135"/>
                        </a:spcBef>
                      </a:pPr>
                      <a:endParaRPr sz="1200">
                        <a:latin typeface="Times New Roman" panose="02020603050405020304"/>
                        <a:cs typeface="Times New Roman" panose="02020603050405020304"/>
                      </a:endParaRPr>
                    </a:p>
                    <a:p>
                      <a:pPr marL="1270" algn="ctr">
                        <a:lnSpc>
                          <a:spcPct val="100000"/>
                        </a:lnSpc>
                      </a:pPr>
                      <a:r>
                        <a:rPr sz="1200" spc="-20" dirty="0">
                          <a:latin typeface="Calibri" panose="020F0502020204030204"/>
                          <a:cs typeface="Calibri" panose="020F0502020204030204"/>
                        </a:rPr>
                        <a:t>1811</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gridSpan="3">
                  <a:txBody>
                    <a:bodyPr/>
                    <a:lstStyle/>
                    <a:p>
                      <a:pPr algn="ctr">
                        <a:lnSpc>
                          <a:spcPts val="1405"/>
                        </a:lnSpc>
                      </a:pPr>
                      <a:r>
                        <a:rPr sz="1200" dirty="0">
                          <a:latin typeface="Calibri" panose="020F0502020204030204"/>
                          <a:cs typeface="Calibri" panose="020F0502020204030204"/>
                        </a:rPr>
                        <a:t>Should</a:t>
                      </a:r>
                      <a:r>
                        <a:rPr sz="1200" spc="-30" dirty="0">
                          <a:latin typeface="Calibri" panose="020F0502020204030204"/>
                          <a:cs typeface="Calibri" panose="020F0502020204030204"/>
                        </a:rPr>
                        <a:t> </a:t>
                      </a:r>
                      <a:r>
                        <a:rPr sz="1200" dirty="0">
                          <a:latin typeface="Calibri" panose="020F0502020204030204"/>
                          <a:cs typeface="Calibri" panose="020F0502020204030204"/>
                        </a:rPr>
                        <a:t>display</a:t>
                      </a:r>
                      <a:r>
                        <a:rPr sz="1200" spc="-30" dirty="0">
                          <a:latin typeface="Calibri" panose="020F0502020204030204"/>
                          <a:cs typeface="Calibri" panose="020F0502020204030204"/>
                        </a:rPr>
                        <a:t> </a:t>
                      </a:r>
                      <a:r>
                        <a:rPr sz="1200" dirty="0">
                          <a:latin typeface="Calibri" panose="020F0502020204030204"/>
                          <a:cs typeface="Calibri" panose="020F0502020204030204"/>
                        </a:rPr>
                        <a:t>the</a:t>
                      </a:r>
                      <a:r>
                        <a:rPr sz="1200" spc="-35" dirty="0">
                          <a:latin typeface="Calibri" panose="020F0502020204030204"/>
                          <a:cs typeface="Calibri" panose="020F0502020204030204"/>
                        </a:rPr>
                        <a:t> </a:t>
                      </a:r>
                      <a:r>
                        <a:rPr sz="1200" dirty="0">
                          <a:latin typeface="Calibri" panose="020F0502020204030204"/>
                          <a:cs typeface="Calibri" panose="020F0502020204030204"/>
                        </a:rPr>
                        <a:t>message</a:t>
                      </a:r>
                      <a:r>
                        <a:rPr sz="1200" spc="-15" dirty="0">
                          <a:latin typeface="Calibri" panose="020F0502020204030204"/>
                          <a:cs typeface="Calibri" panose="020F0502020204030204"/>
                        </a:rPr>
                        <a:t> </a:t>
                      </a:r>
                      <a:r>
                        <a:rPr sz="1200" spc="-10" dirty="0">
                          <a:latin typeface="Calibri" panose="020F0502020204030204"/>
                          <a:cs typeface="Calibri" panose="020F0502020204030204"/>
                        </a:rPr>
                        <a:t>value</a:t>
                      </a:r>
                      <a:endParaRPr sz="1200">
                        <a:latin typeface="Calibri" panose="020F0502020204030204"/>
                        <a:cs typeface="Calibri" panose="020F0502020204030204"/>
                      </a:endParaRPr>
                    </a:p>
                    <a:p>
                      <a:pPr marL="241935" marR="238125" algn="ctr">
                        <a:lnSpc>
                          <a:spcPts val="1470"/>
                        </a:lnSpc>
                      </a:pPr>
                      <a:r>
                        <a:rPr sz="1200" dirty="0">
                          <a:latin typeface="Calibri" panose="020F0502020204030204"/>
                          <a:cs typeface="Calibri" panose="020F0502020204030204"/>
                        </a:rPr>
                        <a:t>of</a:t>
                      </a:r>
                      <a:r>
                        <a:rPr sz="1200" spc="-15" dirty="0">
                          <a:latin typeface="Calibri" panose="020F0502020204030204"/>
                          <a:cs typeface="Calibri" panose="020F0502020204030204"/>
                        </a:rPr>
                        <a:t> </a:t>
                      </a:r>
                      <a:r>
                        <a:rPr sz="1200" dirty="0">
                          <a:latin typeface="Calibri" panose="020F0502020204030204"/>
                          <a:cs typeface="Calibri" panose="020F0502020204030204"/>
                        </a:rPr>
                        <a:t>the</a:t>
                      </a:r>
                      <a:r>
                        <a:rPr sz="1200" spc="-15" dirty="0">
                          <a:latin typeface="Calibri" panose="020F0502020204030204"/>
                          <a:cs typeface="Calibri" panose="020F0502020204030204"/>
                        </a:rPr>
                        <a:t> </a:t>
                      </a:r>
                      <a:r>
                        <a:rPr sz="1200" dirty="0">
                          <a:latin typeface="Calibri" panose="020F0502020204030204"/>
                          <a:cs typeface="Calibri" panose="020F0502020204030204"/>
                        </a:rPr>
                        <a:t>year</a:t>
                      </a:r>
                      <a:r>
                        <a:rPr sz="1200" spc="-15" dirty="0">
                          <a:latin typeface="Calibri" panose="020F0502020204030204"/>
                          <a:cs typeface="Calibri" panose="020F0502020204030204"/>
                        </a:rPr>
                        <a:t> </a:t>
                      </a:r>
                      <a:r>
                        <a:rPr sz="1200" dirty="0">
                          <a:latin typeface="Calibri" panose="020F0502020204030204"/>
                          <a:cs typeface="Calibri" panose="020F0502020204030204"/>
                        </a:rPr>
                        <a:t>not</a:t>
                      </a:r>
                      <a:r>
                        <a:rPr sz="1200" spc="-5" dirty="0">
                          <a:latin typeface="Calibri" panose="020F0502020204030204"/>
                          <a:cs typeface="Calibri" panose="020F0502020204030204"/>
                        </a:rPr>
                        <a:t> </a:t>
                      </a:r>
                      <a:r>
                        <a:rPr sz="1200" dirty="0">
                          <a:latin typeface="Calibri" panose="020F0502020204030204"/>
                          <a:cs typeface="Calibri" panose="020F0502020204030204"/>
                        </a:rPr>
                        <a:t>in</a:t>
                      </a:r>
                      <a:r>
                        <a:rPr sz="1200" spc="-10" dirty="0">
                          <a:latin typeface="Calibri" panose="020F0502020204030204"/>
                          <a:cs typeface="Calibri" panose="020F0502020204030204"/>
                        </a:rPr>
                        <a:t> </a:t>
                      </a:r>
                      <a:r>
                        <a:rPr sz="1200" dirty="0">
                          <a:latin typeface="Calibri" panose="020F0502020204030204"/>
                          <a:cs typeface="Calibri" panose="020F0502020204030204"/>
                        </a:rPr>
                        <a:t>the</a:t>
                      </a:r>
                      <a:r>
                        <a:rPr sz="1200" spc="254" dirty="0">
                          <a:latin typeface="Calibri" panose="020F0502020204030204"/>
                          <a:cs typeface="Calibri" panose="020F0502020204030204"/>
                        </a:rPr>
                        <a:t> </a:t>
                      </a:r>
                      <a:r>
                        <a:rPr sz="1200" spc="-20" dirty="0">
                          <a:latin typeface="Calibri" panose="020F0502020204030204"/>
                          <a:cs typeface="Calibri" panose="020F0502020204030204"/>
                        </a:rPr>
                        <a:t>range </a:t>
                      </a:r>
                      <a:r>
                        <a:rPr sz="1200" spc="-10" dirty="0">
                          <a:latin typeface="Calibri" panose="020F0502020204030204"/>
                          <a:cs typeface="Calibri" panose="020F0502020204030204"/>
                        </a:rPr>
                        <a:t>1812..2013</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cPr marL="0" marR="0" marT="0" marB="0"/>
                </a:tc>
                <a:tc hMerge="1">
                  <a:tcPr marL="0" marR="0" marT="0" marB="0"/>
                </a:tc>
                <a:tc gridSpan="3">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cPr marL="0" marR="0" marT="0" marB="0"/>
                </a:tc>
                <a:tc hMerge="1">
                  <a:tcPr marL="0" marR="0" marT="0" marB="0"/>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563880">
                <a:tc>
                  <a:txBody>
                    <a:bodyPr/>
                    <a:lstStyle/>
                    <a:p>
                      <a:pPr>
                        <a:lnSpc>
                          <a:spcPct val="100000"/>
                        </a:lnSpc>
                      </a:pPr>
                      <a:endParaRPr sz="1200">
                        <a:latin typeface="Times New Roman" panose="02020603050405020304"/>
                        <a:cs typeface="Times New Roman" panose="02020603050405020304"/>
                      </a:endParaRPr>
                    </a:p>
                    <a:p>
                      <a:pPr>
                        <a:lnSpc>
                          <a:spcPct val="100000"/>
                        </a:lnSpc>
                        <a:spcBef>
                          <a:spcPts val="130"/>
                        </a:spcBef>
                      </a:pPr>
                      <a:endParaRPr sz="1200">
                        <a:latin typeface="Times New Roman" panose="02020603050405020304"/>
                        <a:cs typeface="Times New Roman" panose="02020603050405020304"/>
                      </a:endParaRPr>
                    </a:p>
                    <a:p>
                      <a:pPr algn="ctr">
                        <a:lnSpc>
                          <a:spcPct val="100000"/>
                        </a:lnSpc>
                      </a:pPr>
                      <a:r>
                        <a:rPr sz="1200" spc="-25" dirty="0">
                          <a:latin typeface="Calibri" panose="020F0502020204030204"/>
                          <a:cs typeface="Calibri" panose="020F0502020204030204"/>
                        </a:rPr>
                        <a:t>WR7</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p>
                      <a:pPr>
                        <a:lnSpc>
                          <a:spcPct val="100000"/>
                        </a:lnSpc>
                        <a:spcBef>
                          <a:spcPts val="130"/>
                        </a:spcBef>
                      </a:pPr>
                      <a:endParaRPr sz="1200">
                        <a:latin typeface="Times New Roman" panose="02020603050405020304"/>
                        <a:cs typeface="Times New Roman" panose="02020603050405020304"/>
                      </a:endParaRPr>
                    </a:p>
                    <a:p>
                      <a:pPr marL="67945">
                        <a:lnSpc>
                          <a:spcPct val="100000"/>
                        </a:lnSpc>
                      </a:pPr>
                      <a:r>
                        <a:rPr sz="1200" dirty="0">
                          <a:latin typeface="Calibri" panose="020F0502020204030204"/>
                          <a:cs typeface="Calibri" panose="020F0502020204030204"/>
                        </a:rPr>
                        <a:t>Enter</a:t>
                      </a:r>
                      <a:r>
                        <a:rPr sz="1200" spc="-10" dirty="0">
                          <a:latin typeface="Calibri" panose="020F0502020204030204"/>
                          <a:cs typeface="Calibri" panose="020F0502020204030204"/>
                        </a:rPr>
                        <a:t> </a:t>
                      </a:r>
                      <a:r>
                        <a:rPr sz="1200" dirty="0">
                          <a:latin typeface="Calibri" panose="020F0502020204030204"/>
                          <a:cs typeface="Calibri" panose="020F0502020204030204"/>
                        </a:rPr>
                        <a:t>the</a:t>
                      </a:r>
                      <a:r>
                        <a:rPr sz="1200" spc="-15" dirty="0">
                          <a:latin typeface="Calibri" panose="020F0502020204030204"/>
                          <a:cs typeface="Calibri" panose="020F0502020204030204"/>
                        </a:rPr>
                        <a:t> </a:t>
                      </a:r>
                      <a:r>
                        <a:rPr sz="1200" dirty="0">
                          <a:latin typeface="Calibri" panose="020F0502020204030204"/>
                          <a:cs typeface="Calibri" panose="020F0502020204030204"/>
                        </a:rPr>
                        <a:t>M1,</a:t>
                      </a:r>
                      <a:r>
                        <a:rPr sz="1200" spc="-15" dirty="0">
                          <a:latin typeface="Calibri" panose="020F0502020204030204"/>
                          <a:cs typeface="Calibri" panose="020F0502020204030204"/>
                        </a:rPr>
                        <a:t> </a:t>
                      </a:r>
                      <a:r>
                        <a:rPr sz="1200" dirty="0">
                          <a:latin typeface="Calibri" panose="020F0502020204030204"/>
                          <a:cs typeface="Calibri" panose="020F0502020204030204"/>
                        </a:rPr>
                        <a:t>D1</a:t>
                      </a:r>
                      <a:r>
                        <a:rPr sz="1200" spc="-10" dirty="0">
                          <a:latin typeface="Calibri" panose="020F0502020204030204"/>
                          <a:cs typeface="Calibri" panose="020F0502020204030204"/>
                        </a:rPr>
                        <a:t> </a:t>
                      </a:r>
                      <a:r>
                        <a:rPr sz="1200" dirty="0">
                          <a:latin typeface="Calibri" panose="020F0502020204030204"/>
                          <a:cs typeface="Calibri" panose="020F0502020204030204"/>
                        </a:rPr>
                        <a:t>and</a:t>
                      </a:r>
                      <a:r>
                        <a:rPr sz="1200" spc="-15" dirty="0">
                          <a:latin typeface="Calibri" panose="020F0502020204030204"/>
                          <a:cs typeface="Calibri" panose="020F0502020204030204"/>
                        </a:rPr>
                        <a:t> </a:t>
                      </a:r>
                      <a:r>
                        <a:rPr sz="1200" dirty="0">
                          <a:latin typeface="Calibri" panose="020F0502020204030204"/>
                          <a:cs typeface="Calibri" panose="020F0502020204030204"/>
                        </a:rPr>
                        <a:t>Y3</a:t>
                      </a:r>
                      <a:r>
                        <a:rPr sz="1200" spc="250" dirty="0">
                          <a:latin typeface="Calibri" panose="020F0502020204030204"/>
                          <a:cs typeface="Calibri" panose="020F0502020204030204"/>
                        </a:rPr>
                        <a:t> </a:t>
                      </a:r>
                      <a:r>
                        <a:rPr sz="1200" spc="-10" dirty="0">
                          <a:latin typeface="Calibri" panose="020F0502020204030204"/>
                          <a:cs typeface="Calibri" panose="020F0502020204030204"/>
                        </a:rPr>
                        <a:t>cases</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p>
                      <a:pPr>
                        <a:lnSpc>
                          <a:spcPct val="100000"/>
                        </a:lnSpc>
                        <a:spcBef>
                          <a:spcPts val="130"/>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6</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p>
                      <a:pPr>
                        <a:lnSpc>
                          <a:spcPct val="100000"/>
                        </a:lnSpc>
                        <a:spcBef>
                          <a:spcPts val="130"/>
                        </a:spcBef>
                      </a:pPr>
                      <a:endParaRPr sz="1200">
                        <a:latin typeface="Times New Roman" panose="02020603050405020304"/>
                        <a:cs typeface="Times New Roman" panose="02020603050405020304"/>
                      </a:endParaRPr>
                    </a:p>
                    <a:p>
                      <a:pPr algn="ctr">
                        <a:lnSpc>
                          <a:spcPct val="100000"/>
                        </a:lnSpc>
                      </a:pPr>
                      <a:r>
                        <a:rPr sz="1200" spc="-25" dirty="0">
                          <a:latin typeface="Calibri" panose="020F0502020204030204"/>
                          <a:cs typeface="Calibri" panose="020F0502020204030204"/>
                        </a:rPr>
                        <a:t>15</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p>
                      <a:pPr>
                        <a:lnSpc>
                          <a:spcPct val="100000"/>
                        </a:lnSpc>
                        <a:spcBef>
                          <a:spcPts val="130"/>
                        </a:spcBef>
                      </a:pPr>
                      <a:endParaRPr sz="1200">
                        <a:latin typeface="Times New Roman" panose="02020603050405020304"/>
                        <a:cs typeface="Times New Roman" panose="02020603050405020304"/>
                      </a:endParaRPr>
                    </a:p>
                    <a:p>
                      <a:pPr marL="1270" algn="ctr">
                        <a:lnSpc>
                          <a:spcPct val="100000"/>
                        </a:lnSpc>
                      </a:pPr>
                      <a:r>
                        <a:rPr sz="1200" spc="-20" dirty="0">
                          <a:latin typeface="Calibri" panose="020F0502020204030204"/>
                          <a:cs typeface="Calibri" panose="020F0502020204030204"/>
                        </a:rPr>
                        <a:t>2014</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gridSpan="3">
                  <a:txBody>
                    <a:bodyPr/>
                    <a:lstStyle/>
                    <a:p>
                      <a:pPr algn="ctr">
                        <a:lnSpc>
                          <a:spcPts val="1405"/>
                        </a:lnSpc>
                      </a:pPr>
                      <a:r>
                        <a:rPr sz="1200" dirty="0">
                          <a:latin typeface="Calibri" panose="020F0502020204030204"/>
                          <a:cs typeface="Calibri" panose="020F0502020204030204"/>
                        </a:rPr>
                        <a:t>Should</a:t>
                      </a:r>
                      <a:r>
                        <a:rPr sz="1200" spc="-30" dirty="0">
                          <a:latin typeface="Calibri" panose="020F0502020204030204"/>
                          <a:cs typeface="Calibri" panose="020F0502020204030204"/>
                        </a:rPr>
                        <a:t> </a:t>
                      </a:r>
                      <a:r>
                        <a:rPr sz="1200" dirty="0">
                          <a:latin typeface="Calibri" panose="020F0502020204030204"/>
                          <a:cs typeface="Calibri" panose="020F0502020204030204"/>
                        </a:rPr>
                        <a:t>display</a:t>
                      </a:r>
                      <a:r>
                        <a:rPr sz="1200" spc="-30" dirty="0">
                          <a:latin typeface="Calibri" panose="020F0502020204030204"/>
                          <a:cs typeface="Calibri" panose="020F0502020204030204"/>
                        </a:rPr>
                        <a:t> </a:t>
                      </a:r>
                      <a:r>
                        <a:rPr sz="1200" dirty="0">
                          <a:latin typeface="Calibri" panose="020F0502020204030204"/>
                          <a:cs typeface="Calibri" panose="020F0502020204030204"/>
                        </a:rPr>
                        <a:t>the</a:t>
                      </a:r>
                      <a:r>
                        <a:rPr sz="1200" spc="-35" dirty="0">
                          <a:latin typeface="Calibri" panose="020F0502020204030204"/>
                          <a:cs typeface="Calibri" panose="020F0502020204030204"/>
                        </a:rPr>
                        <a:t> </a:t>
                      </a:r>
                      <a:r>
                        <a:rPr sz="1200" dirty="0">
                          <a:latin typeface="Calibri" panose="020F0502020204030204"/>
                          <a:cs typeface="Calibri" panose="020F0502020204030204"/>
                        </a:rPr>
                        <a:t>message</a:t>
                      </a:r>
                      <a:r>
                        <a:rPr sz="1200" spc="-15" dirty="0">
                          <a:latin typeface="Calibri" panose="020F0502020204030204"/>
                          <a:cs typeface="Calibri" panose="020F0502020204030204"/>
                        </a:rPr>
                        <a:t> </a:t>
                      </a:r>
                      <a:r>
                        <a:rPr sz="1200" spc="-10" dirty="0">
                          <a:latin typeface="Calibri" panose="020F0502020204030204"/>
                          <a:cs typeface="Calibri" panose="020F0502020204030204"/>
                        </a:rPr>
                        <a:t>value</a:t>
                      </a:r>
                      <a:endParaRPr sz="1200">
                        <a:latin typeface="Calibri" panose="020F0502020204030204"/>
                        <a:cs typeface="Calibri" panose="020F0502020204030204"/>
                      </a:endParaRPr>
                    </a:p>
                    <a:p>
                      <a:pPr marL="241935" marR="238125" algn="ctr">
                        <a:lnSpc>
                          <a:spcPct val="102000"/>
                        </a:lnSpc>
                      </a:pPr>
                      <a:r>
                        <a:rPr sz="1200" dirty="0">
                          <a:latin typeface="Calibri" panose="020F0502020204030204"/>
                          <a:cs typeface="Calibri" panose="020F0502020204030204"/>
                        </a:rPr>
                        <a:t>of</a:t>
                      </a:r>
                      <a:r>
                        <a:rPr sz="1200" spc="-15" dirty="0">
                          <a:latin typeface="Calibri" panose="020F0502020204030204"/>
                          <a:cs typeface="Calibri" panose="020F0502020204030204"/>
                        </a:rPr>
                        <a:t> </a:t>
                      </a:r>
                      <a:r>
                        <a:rPr sz="1200" dirty="0">
                          <a:latin typeface="Calibri" panose="020F0502020204030204"/>
                          <a:cs typeface="Calibri" panose="020F0502020204030204"/>
                        </a:rPr>
                        <a:t>the</a:t>
                      </a:r>
                      <a:r>
                        <a:rPr sz="1200" spc="-15" dirty="0">
                          <a:latin typeface="Calibri" panose="020F0502020204030204"/>
                          <a:cs typeface="Calibri" panose="020F0502020204030204"/>
                        </a:rPr>
                        <a:t> </a:t>
                      </a:r>
                      <a:r>
                        <a:rPr sz="1200" dirty="0">
                          <a:latin typeface="Calibri" panose="020F0502020204030204"/>
                          <a:cs typeface="Calibri" panose="020F0502020204030204"/>
                        </a:rPr>
                        <a:t>year</a:t>
                      </a:r>
                      <a:r>
                        <a:rPr sz="1200" spc="-15" dirty="0">
                          <a:latin typeface="Calibri" panose="020F0502020204030204"/>
                          <a:cs typeface="Calibri" panose="020F0502020204030204"/>
                        </a:rPr>
                        <a:t> </a:t>
                      </a:r>
                      <a:r>
                        <a:rPr sz="1200" dirty="0">
                          <a:latin typeface="Calibri" panose="020F0502020204030204"/>
                          <a:cs typeface="Calibri" panose="020F0502020204030204"/>
                        </a:rPr>
                        <a:t>not</a:t>
                      </a:r>
                      <a:r>
                        <a:rPr sz="1200" spc="-5" dirty="0">
                          <a:latin typeface="Calibri" panose="020F0502020204030204"/>
                          <a:cs typeface="Calibri" panose="020F0502020204030204"/>
                        </a:rPr>
                        <a:t> </a:t>
                      </a:r>
                      <a:r>
                        <a:rPr sz="1200" dirty="0">
                          <a:latin typeface="Calibri" panose="020F0502020204030204"/>
                          <a:cs typeface="Calibri" panose="020F0502020204030204"/>
                        </a:rPr>
                        <a:t>in</a:t>
                      </a:r>
                      <a:r>
                        <a:rPr sz="1200" spc="-10" dirty="0">
                          <a:latin typeface="Calibri" panose="020F0502020204030204"/>
                          <a:cs typeface="Calibri" panose="020F0502020204030204"/>
                        </a:rPr>
                        <a:t> </a:t>
                      </a:r>
                      <a:r>
                        <a:rPr sz="1200" dirty="0">
                          <a:latin typeface="Calibri" panose="020F0502020204030204"/>
                          <a:cs typeface="Calibri" panose="020F0502020204030204"/>
                        </a:rPr>
                        <a:t>the</a:t>
                      </a:r>
                      <a:r>
                        <a:rPr sz="1200" spc="254" dirty="0">
                          <a:latin typeface="Calibri" panose="020F0502020204030204"/>
                          <a:cs typeface="Calibri" panose="020F0502020204030204"/>
                        </a:rPr>
                        <a:t> </a:t>
                      </a:r>
                      <a:r>
                        <a:rPr sz="1200" spc="-20" dirty="0">
                          <a:latin typeface="Calibri" panose="020F0502020204030204"/>
                          <a:cs typeface="Calibri" panose="020F0502020204030204"/>
                        </a:rPr>
                        <a:t>range </a:t>
                      </a:r>
                      <a:r>
                        <a:rPr sz="1200" spc="-10" dirty="0">
                          <a:latin typeface="Calibri" panose="020F0502020204030204"/>
                          <a:cs typeface="Calibri" panose="020F0502020204030204"/>
                        </a:rPr>
                        <a:t>1812..2013</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cPr marL="0" marR="0" marT="0" marB="0"/>
                </a:tc>
                <a:tc hMerge="1">
                  <a:tcPr marL="0" marR="0" marT="0" marB="0"/>
                </a:tc>
                <a:tc gridSpan="3">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cPr marL="0" marR="0" marT="0" marB="0"/>
                </a:tc>
                <a:tc hMerge="1">
                  <a:tcPr marL="0" marR="0" marT="0" marB="0"/>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73100" y="964438"/>
            <a:ext cx="140081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Cambria" panose="02040503050406030204"/>
                <a:cs typeface="Cambria" panose="02040503050406030204"/>
              </a:rPr>
              <a:t>Software</a:t>
            </a:r>
            <a:r>
              <a:rPr sz="1200" spc="-40" dirty="0">
                <a:latin typeface="Cambria" panose="02040503050406030204"/>
                <a:cs typeface="Cambria" panose="02040503050406030204"/>
              </a:rPr>
              <a:t> </a:t>
            </a:r>
            <a:r>
              <a:rPr sz="1200" dirty="0">
                <a:latin typeface="Cambria" panose="02040503050406030204"/>
                <a:cs typeface="Cambria" panose="02040503050406030204"/>
              </a:rPr>
              <a:t>Testing</a:t>
            </a:r>
            <a:r>
              <a:rPr sz="1200" spc="-40" dirty="0">
                <a:latin typeface="Cambria" panose="02040503050406030204"/>
                <a:cs typeface="Cambria" panose="02040503050406030204"/>
              </a:rPr>
              <a:t> </a:t>
            </a:r>
            <a:r>
              <a:rPr sz="1200" spc="-25" dirty="0">
                <a:latin typeface="Cambria" panose="02040503050406030204"/>
                <a:cs typeface="Cambria" panose="02040503050406030204"/>
              </a:rPr>
              <a:t>Lab</a:t>
            </a:r>
            <a:endParaRPr sz="1200">
              <a:latin typeface="Cambria" panose="02040503050406030204"/>
              <a:cs typeface="Cambria" panose="02040503050406030204"/>
            </a:endParaRPr>
          </a:p>
        </p:txBody>
      </p:sp>
      <p:sp>
        <p:nvSpPr>
          <p:cNvPr id="3" name="object 3"/>
          <p:cNvSpPr txBox="1"/>
          <p:nvPr/>
        </p:nvSpPr>
        <p:spPr>
          <a:xfrm>
            <a:off x="9529064" y="964438"/>
            <a:ext cx="289560"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Cambria" panose="02040503050406030204"/>
                <a:cs typeface="Cambria" panose="02040503050406030204"/>
              </a:rPr>
              <a:t>MIT</a:t>
            </a:r>
            <a:endParaRPr sz="1200">
              <a:latin typeface="Cambria" panose="02040503050406030204"/>
              <a:cs typeface="Cambria" panose="02040503050406030204"/>
            </a:endParaRPr>
          </a:p>
        </p:txBody>
      </p:sp>
      <p:sp>
        <p:nvSpPr>
          <p:cNvPr id="4" name="object 4"/>
          <p:cNvSpPr/>
          <p:nvPr/>
        </p:nvSpPr>
        <p:spPr>
          <a:xfrm>
            <a:off x="667512" y="1204213"/>
            <a:ext cx="9359265" cy="56515"/>
          </a:xfrm>
          <a:custGeom>
            <a:avLst/>
            <a:gdLst/>
            <a:ahLst/>
            <a:cxnLst/>
            <a:rect l="l" t="t" r="r" b="b"/>
            <a:pathLst>
              <a:path w="9359265" h="56515">
                <a:moveTo>
                  <a:pt x="9358884" y="18288"/>
                </a:moveTo>
                <a:lnTo>
                  <a:pt x="0" y="18288"/>
                </a:lnTo>
                <a:lnTo>
                  <a:pt x="0" y="56388"/>
                </a:lnTo>
                <a:lnTo>
                  <a:pt x="9358884" y="56388"/>
                </a:lnTo>
                <a:lnTo>
                  <a:pt x="9358884" y="18288"/>
                </a:lnTo>
                <a:close/>
              </a:path>
              <a:path w="9359265" h="56515">
                <a:moveTo>
                  <a:pt x="9358884" y="0"/>
                </a:moveTo>
                <a:lnTo>
                  <a:pt x="0" y="0"/>
                </a:lnTo>
                <a:lnTo>
                  <a:pt x="0" y="9144"/>
                </a:lnTo>
                <a:lnTo>
                  <a:pt x="9358884" y="9144"/>
                </a:lnTo>
                <a:lnTo>
                  <a:pt x="9358884" y="0"/>
                </a:lnTo>
                <a:close/>
              </a:path>
            </a:pathLst>
          </a:custGeom>
          <a:solidFill>
            <a:srgbClr val="612322"/>
          </a:solidFill>
        </p:spPr>
        <p:txBody>
          <a:bodyPr wrap="square" lIns="0" tIns="0" rIns="0" bIns="0" rtlCol="0"/>
          <a:lstStyle/>
          <a:p/>
        </p:txBody>
      </p:sp>
      <p:sp>
        <p:nvSpPr>
          <p:cNvPr id="5" name="object 5"/>
          <p:cNvSpPr/>
          <p:nvPr/>
        </p:nvSpPr>
        <p:spPr>
          <a:xfrm>
            <a:off x="667512" y="6832092"/>
            <a:ext cx="9359265" cy="56515"/>
          </a:xfrm>
          <a:custGeom>
            <a:avLst/>
            <a:gdLst/>
            <a:ahLst/>
            <a:cxnLst/>
            <a:rect l="l" t="t" r="r" b="b"/>
            <a:pathLst>
              <a:path w="9359265" h="56515">
                <a:moveTo>
                  <a:pt x="9358884" y="47244"/>
                </a:moveTo>
                <a:lnTo>
                  <a:pt x="0" y="47244"/>
                </a:lnTo>
                <a:lnTo>
                  <a:pt x="0" y="56388"/>
                </a:lnTo>
                <a:lnTo>
                  <a:pt x="9358884" y="56388"/>
                </a:lnTo>
                <a:lnTo>
                  <a:pt x="9358884" y="47244"/>
                </a:lnTo>
                <a:close/>
              </a:path>
              <a:path w="9359265" h="56515">
                <a:moveTo>
                  <a:pt x="9358884" y="0"/>
                </a:moveTo>
                <a:lnTo>
                  <a:pt x="0" y="0"/>
                </a:lnTo>
                <a:lnTo>
                  <a:pt x="0" y="38100"/>
                </a:lnTo>
                <a:lnTo>
                  <a:pt x="9358884" y="38100"/>
                </a:lnTo>
                <a:lnTo>
                  <a:pt x="9358884" y="0"/>
                </a:lnTo>
                <a:close/>
              </a:path>
            </a:pathLst>
          </a:custGeom>
          <a:solidFill>
            <a:srgbClr val="612322"/>
          </a:solidFill>
        </p:spPr>
        <p:txBody>
          <a:bodyPr wrap="square" lIns="0" tIns="0" rIns="0" bIns="0" rtlCol="0"/>
          <a:lstStyle/>
          <a:p/>
        </p:txBody>
      </p:sp>
      <p:sp>
        <p:nvSpPr>
          <p:cNvPr id="6" name="object 6"/>
          <p:cNvSpPr txBox="1"/>
          <p:nvPr/>
        </p:nvSpPr>
        <p:spPr>
          <a:xfrm>
            <a:off x="3857371" y="1235710"/>
            <a:ext cx="2599055"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Times New Roman" panose="02020603050405020304"/>
                <a:cs typeface="Times New Roman" panose="02020603050405020304"/>
              </a:rPr>
              <a:t>(Strong</a:t>
            </a:r>
            <a:r>
              <a:rPr sz="1200" b="1" spc="-25"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Robustness</a:t>
            </a:r>
            <a:r>
              <a:rPr sz="1200" b="1" spc="-20"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Equivalence</a:t>
            </a:r>
            <a:r>
              <a:rPr sz="1200" b="1" spc="-20"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Class</a:t>
            </a:r>
            <a:r>
              <a:rPr sz="1200" b="1" spc="-20" dirty="0">
                <a:latin typeface="Times New Roman" panose="02020603050405020304"/>
                <a:cs typeface="Times New Roman" panose="02020603050405020304"/>
              </a:rPr>
              <a:t> </a:t>
            </a:r>
            <a:r>
              <a:rPr sz="1200" b="1" spc="-50" dirty="0">
                <a:latin typeface="Times New Roman" panose="02020603050405020304"/>
                <a:cs typeface="Times New Roman" panose="02020603050405020304"/>
              </a:rPr>
              <a:t>)</a:t>
            </a:r>
            <a:endParaRPr sz="1200">
              <a:latin typeface="Times New Roman" panose="02020603050405020304"/>
              <a:cs typeface="Times New Roman" panose="02020603050405020304"/>
            </a:endParaRPr>
          </a:p>
        </p:txBody>
      </p:sp>
      <p:sp>
        <p:nvSpPr>
          <p:cNvPr id="8" name="object 8"/>
          <p:cNvSpPr txBox="1"/>
          <p:nvPr/>
        </p:nvSpPr>
        <p:spPr>
          <a:xfrm>
            <a:off x="673100" y="6887942"/>
            <a:ext cx="775970" cy="204470"/>
          </a:xfrm>
          <a:prstGeom prst="rect">
            <a:avLst/>
          </a:prstGeom>
        </p:spPr>
        <p:txBody>
          <a:bodyPr vert="horz" wrap="square" lIns="0" tIns="5080" rIns="0" bIns="0" rtlCol="0">
            <a:spAutoFit/>
          </a:bodyPr>
          <a:lstStyle/>
          <a:p>
            <a:pPr marL="12700">
              <a:lnSpc>
                <a:spcPct val="100000"/>
              </a:lnSpc>
              <a:spcBef>
                <a:spcPts val="40"/>
              </a:spcBef>
            </a:pPr>
            <a:r>
              <a:rPr sz="1200" dirty="0">
                <a:latin typeface="Cambria" panose="02040503050406030204"/>
                <a:cs typeface="Cambria" panose="02040503050406030204"/>
              </a:rPr>
              <a:t>Dept.</a:t>
            </a:r>
            <a:r>
              <a:rPr sz="1200" spc="-15" dirty="0">
                <a:latin typeface="Cambria" panose="02040503050406030204"/>
                <a:cs typeface="Cambria" panose="02040503050406030204"/>
              </a:rPr>
              <a:t> </a:t>
            </a:r>
            <a:r>
              <a:rPr sz="1200" dirty="0">
                <a:latin typeface="Cambria" panose="02040503050406030204"/>
                <a:cs typeface="Cambria" panose="02040503050406030204"/>
              </a:rPr>
              <a:t>of</a:t>
            </a:r>
            <a:r>
              <a:rPr sz="1200" spc="-25" dirty="0">
                <a:latin typeface="Cambria" panose="02040503050406030204"/>
                <a:cs typeface="Cambria" panose="02040503050406030204"/>
              </a:rPr>
              <a:t> ISE</a:t>
            </a:r>
            <a:endParaRPr sz="1200">
              <a:latin typeface="Cambria" panose="02040503050406030204"/>
              <a:cs typeface="Cambria" panose="02040503050406030204"/>
            </a:endParaRPr>
          </a:p>
        </p:txBody>
      </p:sp>
      <p:sp>
        <p:nvSpPr>
          <p:cNvPr id="9" name="object 9"/>
          <p:cNvSpPr txBox="1"/>
          <p:nvPr/>
        </p:nvSpPr>
        <p:spPr>
          <a:xfrm>
            <a:off x="9462007" y="6887942"/>
            <a:ext cx="575945" cy="204470"/>
          </a:xfrm>
          <a:prstGeom prst="rect">
            <a:avLst/>
          </a:prstGeom>
        </p:spPr>
        <p:txBody>
          <a:bodyPr vert="horz" wrap="square" lIns="0" tIns="5080" rIns="0" bIns="0" rtlCol="0">
            <a:spAutoFit/>
          </a:bodyPr>
          <a:lstStyle/>
          <a:p>
            <a:pPr marL="12700">
              <a:lnSpc>
                <a:spcPct val="100000"/>
              </a:lnSpc>
              <a:spcBef>
                <a:spcPts val="40"/>
              </a:spcBef>
            </a:pPr>
            <a:r>
              <a:rPr sz="1200" dirty="0">
                <a:latin typeface="Cambria" panose="02040503050406030204"/>
                <a:cs typeface="Cambria" panose="02040503050406030204"/>
              </a:rPr>
              <a:t>Page</a:t>
            </a:r>
            <a:r>
              <a:rPr sz="1200" spc="-30" dirty="0">
                <a:latin typeface="Cambria" panose="02040503050406030204"/>
                <a:cs typeface="Cambria" panose="02040503050406030204"/>
              </a:rPr>
              <a:t> </a:t>
            </a:r>
            <a:r>
              <a:rPr sz="1200" spc="-25" dirty="0">
                <a:latin typeface="Cambria" panose="02040503050406030204"/>
                <a:cs typeface="Cambria" panose="02040503050406030204"/>
              </a:rPr>
              <a:t>46</a:t>
            </a:r>
            <a:endParaRPr sz="1200">
              <a:latin typeface="Cambria" panose="02040503050406030204"/>
              <a:cs typeface="Cambria" panose="02040503050406030204"/>
            </a:endParaRPr>
          </a:p>
        </p:txBody>
      </p:sp>
      <p:graphicFrame>
        <p:nvGraphicFramePr>
          <p:cNvPr id="7" name="object 7"/>
          <p:cNvGraphicFramePr>
            <a:graphicFrameLocks noGrp="1"/>
          </p:cNvGraphicFramePr>
          <p:nvPr/>
        </p:nvGraphicFramePr>
        <p:xfrm>
          <a:off x="673607" y="1460245"/>
          <a:ext cx="9417050" cy="5174615"/>
        </p:xfrm>
        <a:graphic>
          <a:graphicData uri="http://schemas.openxmlformats.org/drawingml/2006/table">
            <a:tbl>
              <a:tblPr firstRow="1" bandRow="1">
                <a:tableStyleId>{2D5ABB26-0587-4C30-8999-92F81FD0307C}</a:tableStyleId>
              </a:tblPr>
              <a:tblGrid>
                <a:gridCol w="521334"/>
                <a:gridCol w="2112644"/>
                <a:gridCol w="574675"/>
                <a:gridCol w="399414"/>
                <a:gridCol w="457200"/>
                <a:gridCol w="2750185"/>
                <a:gridCol w="1140459"/>
                <a:gridCol w="572134"/>
                <a:gridCol w="808354"/>
              </a:tblGrid>
              <a:tr h="207010">
                <a:tc rowSpan="2">
                  <a:txBody>
                    <a:bodyPr/>
                    <a:lstStyle/>
                    <a:p>
                      <a:pPr marL="199390" marR="106045" indent="-85725">
                        <a:lnSpc>
                          <a:spcPct val="102000"/>
                        </a:lnSpc>
                        <a:spcBef>
                          <a:spcPts val="140"/>
                        </a:spcBef>
                      </a:pPr>
                      <a:r>
                        <a:rPr sz="1200" b="1" spc="-20" dirty="0">
                          <a:latin typeface="Calibri" panose="020F0502020204030204"/>
                          <a:cs typeface="Calibri" panose="020F0502020204030204"/>
                        </a:rPr>
                        <a:t>Case </a:t>
                      </a:r>
                      <a:r>
                        <a:rPr sz="1200" b="1" spc="-25" dirty="0">
                          <a:latin typeface="Calibri" panose="020F0502020204030204"/>
                          <a:cs typeface="Calibri" panose="020F0502020204030204"/>
                        </a:rPr>
                        <a:t>Id</a:t>
                      </a:r>
                      <a:endParaRPr sz="1200">
                        <a:latin typeface="Calibri" panose="020F0502020204030204"/>
                        <a:cs typeface="Calibri" panose="020F0502020204030204"/>
                      </a:endParaRPr>
                    </a:p>
                  </a:txBody>
                  <a:tcPr marL="0" marR="0" marT="177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rowSpan="2">
                  <a:txBody>
                    <a:bodyPr/>
                    <a:lstStyle/>
                    <a:p>
                      <a:pPr marL="692785">
                        <a:lnSpc>
                          <a:spcPct val="100000"/>
                        </a:lnSpc>
                        <a:spcBef>
                          <a:spcPts val="900"/>
                        </a:spcBef>
                      </a:pPr>
                      <a:r>
                        <a:rPr sz="1200" b="1" spc="-10" dirty="0">
                          <a:latin typeface="Calibri" panose="020F0502020204030204"/>
                          <a:cs typeface="Calibri" panose="020F0502020204030204"/>
                        </a:rPr>
                        <a:t>Description</a:t>
                      </a:r>
                      <a:endParaRPr sz="1200">
                        <a:latin typeface="Calibri" panose="020F0502020204030204"/>
                        <a:cs typeface="Calibri" panose="020F0502020204030204"/>
                      </a:endParaRPr>
                    </a:p>
                  </a:txBody>
                  <a:tcPr marL="0" marR="0" marT="11430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gridSpan="3">
                  <a:txBody>
                    <a:bodyPr/>
                    <a:lstStyle/>
                    <a:p>
                      <a:pPr marL="379095">
                        <a:lnSpc>
                          <a:spcPct val="100000"/>
                        </a:lnSpc>
                        <a:spcBef>
                          <a:spcPts val="25"/>
                        </a:spcBef>
                      </a:pPr>
                      <a:r>
                        <a:rPr sz="1200" b="1" dirty="0">
                          <a:latin typeface="Calibri" panose="020F0502020204030204"/>
                          <a:cs typeface="Calibri" panose="020F0502020204030204"/>
                        </a:rPr>
                        <a:t>Input</a:t>
                      </a:r>
                      <a:r>
                        <a:rPr sz="1200" b="1" spc="-35" dirty="0">
                          <a:latin typeface="Calibri" panose="020F0502020204030204"/>
                          <a:cs typeface="Calibri" panose="020F0502020204030204"/>
                        </a:rPr>
                        <a:t> </a:t>
                      </a:r>
                      <a:r>
                        <a:rPr sz="1200" b="1" spc="-20" dirty="0">
                          <a:latin typeface="Calibri" panose="020F0502020204030204"/>
                          <a:cs typeface="Calibri" panose="020F0502020204030204"/>
                        </a:rPr>
                        <a:t>Data</a:t>
                      </a:r>
                      <a:endParaRPr sz="1200">
                        <a:latin typeface="Calibri" panose="020F0502020204030204"/>
                        <a:cs typeface="Calibri" panose="020F0502020204030204"/>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cPr marL="0" marR="0" marT="0" marB="0"/>
                </a:tc>
                <a:tc hMerge="1">
                  <a:tcPr marL="0" marR="0" marT="0" marB="0"/>
                </a:tc>
                <a:tc rowSpan="2">
                  <a:txBody>
                    <a:bodyPr/>
                    <a:lstStyle/>
                    <a:p>
                      <a:pPr marL="841375">
                        <a:lnSpc>
                          <a:spcPct val="100000"/>
                        </a:lnSpc>
                        <a:spcBef>
                          <a:spcPts val="900"/>
                        </a:spcBef>
                      </a:pPr>
                      <a:r>
                        <a:rPr sz="1200" b="1" dirty="0">
                          <a:latin typeface="Calibri" panose="020F0502020204030204"/>
                          <a:cs typeface="Calibri" panose="020F0502020204030204"/>
                        </a:rPr>
                        <a:t>Expected</a:t>
                      </a:r>
                      <a:r>
                        <a:rPr sz="1200" b="1" spc="-20" dirty="0">
                          <a:latin typeface="Calibri" panose="020F0502020204030204"/>
                          <a:cs typeface="Calibri" panose="020F0502020204030204"/>
                        </a:rPr>
                        <a:t> </a:t>
                      </a:r>
                      <a:r>
                        <a:rPr sz="1200" b="1" spc="-10" dirty="0">
                          <a:latin typeface="Calibri" panose="020F0502020204030204"/>
                          <a:cs typeface="Calibri" panose="020F0502020204030204"/>
                        </a:rPr>
                        <a:t>Output</a:t>
                      </a:r>
                      <a:endParaRPr sz="1200">
                        <a:latin typeface="Calibri" panose="020F0502020204030204"/>
                        <a:cs typeface="Calibri" panose="020F0502020204030204"/>
                      </a:endParaRPr>
                    </a:p>
                  </a:txBody>
                  <a:tcPr marL="0" marR="0" marT="11430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rowSpan="2">
                  <a:txBody>
                    <a:bodyPr/>
                    <a:lstStyle/>
                    <a:p>
                      <a:pPr marL="123190">
                        <a:lnSpc>
                          <a:spcPct val="100000"/>
                        </a:lnSpc>
                        <a:spcBef>
                          <a:spcPts val="900"/>
                        </a:spcBef>
                      </a:pPr>
                      <a:r>
                        <a:rPr sz="1200" b="1" dirty="0">
                          <a:latin typeface="Calibri" panose="020F0502020204030204"/>
                          <a:cs typeface="Calibri" panose="020F0502020204030204"/>
                        </a:rPr>
                        <a:t>Actual</a:t>
                      </a:r>
                      <a:r>
                        <a:rPr sz="1200" b="1" spc="-15" dirty="0">
                          <a:latin typeface="Calibri" panose="020F0502020204030204"/>
                          <a:cs typeface="Calibri" panose="020F0502020204030204"/>
                        </a:rPr>
                        <a:t> </a:t>
                      </a:r>
                      <a:r>
                        <a:rPr sz="1200" b="1" spc="-10" dirty="0">
                          <a:latin typeface="Calibri" panose="020F0502020204030204"/>
                          <a:cs typeface="Calibri" panose="020F0502020204030204"/>
                        </a:rPr>
                        <a:t>Output</a:t>
                      </a:r>
                      <a:endParaRPr sz="1200">
                        <a:latin typeface="Calibri" panose="020F0502020204030204"/>
                        <a:cs typeface="Calibri" panose="020F0502020204030204"/>
                      </a:endParaRPr>
                    </a:p>
                  </a:txBody>
                  <a:tcPr marL="0" marR="0" marT="11430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rowSpan="2">
                  <a:txBody>
                    <a:bodyPr/>
                    <a:lstStyle/>
                    <a:p>
                      <a:pPr marL="85090">
                        <a:lnSpc>
                          <a:spcPct val="100000"/>
                        </a:lnSpc>
                        <a:spcBef>
                          <a:spcPts val="900"/>
                        </a:spcBef>
                      </a:pPr>
                      <a:r>
                        <a:rPr sz="1200" b="1" spc="-10" dirty="0">
                          <a:latin typeface="Calibri" panose="020F0502020204030204"/>
                          <a:cs typeface="Calibri" panose="020F0502020204030204"/>
                        </a:rPr>
                        <a:t>Status</a:t>
                      </a:r>
                      <a:endParaRPr sz="1200">
                        <a:latin typeface="Calibri" panose="020F0502020204030204"/>
                        <a:cs typeface="Calibri" panose="020F0502020204030204"/>
                      </a:endParaRPr>
                    </a:p>
                  </a:txBody>
                  <a:tcPr marL="0" marR="0" marT="11430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rowSpan="2">
                  <a:txBody>
                    <a:bodyPr/>
                    <a:lstStyle/>
                    <a:p>
                      <a:pPr marL="91440">
                        <a:lnSpc>
                          <a:spcPct val="100000"/>
                        </a:lnSpc>
                        <a:spcBef>
                          <a:spcPts val="900"/>
                        </a:spcBef>
                      </a:pPr>
                      <a:r>
                        <a:rPr sz="1200" b="1" spc="-10" dirty="0">
                          <a:latin typeface="Calibri" panose="020F0502020204030204"/>
                          <a:cs typeface="Calibri" panose="020F0502020204030204"/>
                        </a:rPr>
                        <a:t>Comment</a:t>
                      </a:r>
                      <a:endParaRPr sz="1200">
                        <a:latin typeface="Calibri" panose="020F0502020204030204"/>
                        <a:cs typeface="Calibri" panose="020F0502020204030204"/>
                      </a:endParaRPr>
                    </a:p>
                  </a:txBody>
                  <a:tcPr marL="0" marR="0" marT="11430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222250">
                <a:tc vMerge="1">
                  <a:tcPr marL="0" marR="0" marT="177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cPr marL="0" marR="0" marT="11430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R="6985" algn="ctr">
                        <a:lnSpc>
                          <a:spcPts val="1405"/>
                        </a:lnSpc>
                      </a:pPr>
                      <a:r>
                        <a:rPr sz="1200" b="1" spc="-10" dirty="0">
                          <a:latin typeface="Calibri" panose="020F0502020204030204"/>
                          <a:cs typeface="Calibri" panose="020F0502020204030204"/>
                        </a:rPr>
                        <a:t>month</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R="25400" algn="ctr">
                        <a:lnSpc>
                          <a:spcPts val="1405"/>
                        </a:lnSpc>
                      </a:pPr>
                      <a:r>
                        <a:rPr sz="1200" b="1" spc="-25" dirty="0">
                          <a:latin typeface="Calibri" panose="020F0502020204030204"/>
                          <a:cs typeface="Calibri" panose="020F0502020204030204"/>
                        </a:rPr>
                        <a:t>day</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R="35560" algn="ctr">
                        <a:lnSpc>
                          <a:spcPts val="1405"/>
                        </a:lnSpc>
                      </a:pPr>
                      <a:r>
                        <a:rPr sz="1200" b="1" spc="-20" dirty="0">
                          <a:latin typeface="Calibri" panose="020F0502020204030204"/>
                          <a:cs typeface="Calibri" panose="020F0502020204030204"/>
                        </a:rPr>
                        <a:t>year</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cPr marL="0" marR="0" marT="11430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cPr marL="0" marR="0" marT="11430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cPr marL="0" marR="0" marT="11430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cPr marL="0" marR="0" marT="11430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397510">
                <a:tc>
                  <a:txBody>
                    <a:bodyPr/>
                    <a:lstStyle/>
                    <a:p>
                      <a:pPr marL="635" algn="ctr">
                        <a:lnSpc>
                          <a:spcPct val="100000"/>
                        </a:lnSpc>
                        <a:spcBef>
                          <a:spcPts val="765"/>
                        </a:spcBef>
                      </a:pPr>
                      <a:r>
                        <a:rPr sz="1200" spc="-25" dirty="0">
                          <a:latin typeface="Calibri" panose="020F0502020204030204"/>
                          <a:cs typeface="Calibri" panose="020F0502020204030204"/>
                        </a:rPr>
                        <a:t>SR1</a:t>
                      </a:r>
                      <a:endParaRPr sz="1200">
                        <a:latin typeface="Calibri" panose="020F0502020204030204"/>
                        <a:cs typeface="Calibri" panose="020F0502020204030204"/>
                      </a:endParaRPr>
                    </a:p>
                  </a:txBody>
                  <a:tcPr marL="0" marR="0" marT="9715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765"/>
                        </a:spcBef>
                      </a:pPr>
                      <a:r>
                        <a:rPr sz="1200" dirty="0">
                          <a:latin typeface="Calibri" panose="020F0502020204030204"/>
                          <a:cs typeface="Calibri" panose="020F0502020204030204"/>
                        </a:rPr>
                        <a:t>Enter</a:t>
                      </a:r>
                      <a:r>
                        <a:rPr sz="1200" spc="-10" dirty="0">
                          <a:latin typeface="Calibri" panose="020F0502020204030204"/>
                          <a:cs typeface="Calibri" panose="020F0502020204030204"/>
                        </a:rPr>
                        <a:t> </a:t>
                      </a:r>
                      <a:r>
                        <a:rPr sz="1200" dirty="0">
                          <a:latin typeface="Calibri" panose="020F0502020204030204"/>
                          <a:cs typeface="Calibri" panose="020F0502020204030204"/>
                        </a:rPr>
                        <a:t>the</a:t>
                      </a:r>
                      <a:r>
                        <a:rPr sz="1200" spc="-15" dirty="0">
                          <a:latin typeface="Calibri" panose="020F0502020204030204"/>
                          <a:cs typeface="Calibri" panose="020F0502020204030204"/>
                        </a:rPr>
                        <a:t> </a:t>
                      </a:r>
                      <a:r>
                        <a:rPr sz="1200" dirty="0">
                          <a:latin typeface="Calibri" panose="020F0502020204030204"/>
                          <a:cs typeface="Calibri" panose="020F0502020204030204"/>
                        </a:rPr>
                        <a:t>M2</a:t>
                      </a:r>
                      <a:r>
                        <a:rPr sz="1200" spc="-15" dirty="0">
                          <a:latin typeface="Calibri" panose="020F0502020204030204"/>
                          <a:cs typeface="Calibri" panose="020F0502020204030204"/>
                        </a:rPr>
                        <a:t> </a:t>
                      </a:r>
                      <a:r>
                        <a:rPr sz="1200" dirty="0">
                          <a:latin typeface="Calibri" panose="020F0502020204030204"/>
                          <a:cs typeface="Calibri" panose="020F0502020204030204"/>
                        </a:rPr>
                        <a:t>,</a:t>
                      </a:r>
                      <a:r>
                        <a:rPr sz="1200" spc="-20" dirty="0">
                          <a:latin typeface="Calibri" panose="020F0502020204030204"/>
                          <a:cs typeface="Calibri" panose="020F0502020204030204"/>
                        </a:rPr>
                        <a:t> </a:t>
                      </a:r>
                      <a:r>
                        <a:rPr sz="1200" dirty="0">
                          <a:latin typeface="Calibri" panose="020F0502020204030204"/>
                          <a:cs typeface="Calibri" panose="020F0502020204030204"/>
                        </a:rPr>
                        <a:t>D1</a:t>
                      </a:r>
                      <a:r>
                        <a:rPr sz="1200" spc="-5" dirty="0">
                          <a:latin typeface="Calibri" panose="020F0502020204030204"/>
                          <a:cs typeface="Calibri" panose="020F0502020204030204"/>
                        </a:rPr>
                        <a:t> </a:t>
                      </a:r>
                      <a:r>
                        <a:rPr sz="1200" dirty="0">
                          <a:latin typeface="Calibri" panose="020F0502020204030204"/>
                          <a:cs typeface="Calibri" panose="020F0502020204030204"/>
                        </a:rPr>
                        <a:t>and</a:t>
                      </a:r>
                      <a:r>
                        <a:rPr sz="1200" spc="-20" dirty="0">
                          <a:latin typeface="Calibri" panose="020F0502020204030204"/>
                          <a:cs typeface="Calibri" panose="020F0502020204030204"/>
                        </a:rPr>
                        <a:t> </a:t>
                      </a:r>
                      <a:r>
                        <a:rPr sz="1200" dirty="0">
                          <a:latin typeface="Calibri" panose="020F0502020204030204"/>
                          <a:cs typeface="Calibri" panose="020F0502020204030204"/>
                        </a:rPr>
                        <a:t>Y1</a:t>
                      </a:r>
                      <a:r>
                        <a:rPr sz="1200" spc="-15" dirty="0">
                          <a:latin typeface="Calibri" panose="020F0502020204030204"/>
                          <a:cs typeface="Calibri" panose="020F0502020204030204"/>
                        </a:rPr>
                        <a:t> </a:t>
                      </a:r>
                      <a:r>
                        <a:rPr sz="1200" spc="-10" dirty="0">
                          <a:latin typeface="Calibri" panose="020F0502020204030204"/>
                          <a:cs typeface="Calibri" panose="020F0502020204030204"/>
                        </a:rPr>
                        <a:t>cases</a:t>
                      </a:r>
                      <a:endParaRPr sz="1200">
                        <a:latin typeface="Calibri" panose="020F0502020204030204"/>
                        <a:cs typeface="Calibri" panose="020F0502020204030204"/>
                      </a:endParaRPr>
                    </a:p>
                  </a:txBody>
                  <a:tcPr marL="0" marR="0" marT="9715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35" algn="ctr">
                        <a:lnSpc>
                          <a:spcPct val="100000"/>
                        </a:lnSpc>
                        <a:spcBef>
                          <a:spcPts val="765"/>
                        </a:spcBef>
                      </a:pPr>
                      <a:r>
                        <a:rPr sz="1200" dirty="0">
                          <a:latin typeface="Calibri" panose="020F0502020204030204"/>
                          <a:cs typeface="Calibri" panose="020F0502020204030204"/>
                        </a:rPr>
                        <a:t>-</a:t>
                      </a: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9715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765"/>
                        </a:spcBef>
                      </a:pPr>
                      <a:r>
                        <a:rPr sz="1200" spc="-25" dirty="0">
                          <a:latin typeface="Calibri" panose="020F0502020204030204"/>
                          <a:cs typeface="Calibri" panose="020F0502020204030204"/>
                        </a:rPr>
                        <a:t>15</a:t>
                      </a:r>
                      <a:endParaRPr sz="1200">
                        <a:latin typeface="Calibri" panose="020F0502020204030204"/>
                        <a:cs typeface="Calibri" panose="020F0502020204030204"/>
                      </a:endParaRPr>
                    </a:p>
                  </a:txBody>
                  <a:tcPr marL="0" marR="0" marT="9715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765"/>
                        </a:spcBef>
                      </a:pPr>
                      <a:r>
                        <a:rPr sz="1200" spc="-20" dirty="0">
                          <a:latin typeface="Calibri" panose="020F0502020204030204"/>
                          <a:cs typeface="Calibri" panose="020F0502020204030204"/>
                        </a:rPr>
                        <a:t>1912</a:t>
                      </a:r>
                      <a:endParaRPr sz="1200">
                        <a:latin typeface="Calibri" panose="020F0502020204030204"/>
                        <a:cs typeface="Calibri" panose="020F0502020204030204"/>
                      </a:endParaRPr>
                    </a:p>
                  </a:txBody>
                  <a:tcPr marL="0" marR="0" marT="9715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483235" marR="132715" indent="-347980">
                        <a:lnSpc>
                          <a:spcPct val="102000"/>
                        </a:lnSpc>
                        <a:spcBef>
                          <a:spcPts val="10"/>
                        </a:spcBef>
                      </a:pPr>
                      <a:r>
                        <a:rPr sz="1200" dirty="0">
                          <a:latin typeface="Calibri" panose="020F0502020204030204"/>
                          <a:cs typeface="Calibri" panose="020F0502020204030204"/>
                        </a:rPr>
                        <a:t>Should</a:t>
                      </a:r>
                      <a:r>
                        <a:rPr sz="1200" spc="-25" dirty="0">
                          <a:latin typeface="Calibri" panose="020F0502020204030204"/>
                          <a:cs typeface="Calibri" panose="020F0502020204030204"/>
                        </a:rPr>
                        <a:t> </a:t>
                      </a:r>
                      <a:r>
                        <a:rPr sz="1200" dirty="0">
                          <a:latin typeface="Calibri" panose="020F0502020204030204"/>
                          <a:cs typeface="Calibri" panose="020F0502020204030204"/>
                        </a:rPr>
                        <a:t>display</a:t>
                      </a:r>
                      <a:r>
                        <a:rPr sz="1200" spc="-30" dirty="0">
                          <a:latin typeface="Calibri" panose="020F0502020204030204"/>
                          <a:cs typeface="Calibri" panose="020F0502020204030204"/>
                        </a:rPr>
                        <a:t> </a:t>
                      </a:r>
                      <a:r>
                        <a:rPr sz="1200" dirty="0">
                          <a:latin typeface="Calibri" panose="020F0502020204030204"/>
                          <a:cs typeface="Calibri" panose="020F0502020204030204"/>
                        </a:rPr>
                        <a:t>the</a:t>
                      </a:r>
                      <a:r>
                        <a:rPr sz="1200" spc="-30" dirty="0">
                          <a:latin typeface="Calibri" panose="020F0502020204030204"/>
                          <a:cs typeface="Calibri" panose="020F0502020204030204"/>
                        </a:rPr>
                        <a:t> </a:t>
                      </a:r>
                      <a:r>
                        <a:rPr sz="1200" dirty="0">
                          <a:latin typeface="Calibri" panose="020F0502020204030204"/>
                          <a:cs typeface="Calibri" panose="020F0502020204030204"/>
                        </a:rPr>
                        <a:t>message</a:t>
                      </a:r>
                      <a:r>
                        <a:rPr sz="1200" spc="-15" dirty="0">
                          <a:latin typeface="Calibri" panose="020F0502020204030204"/>
                          <a:cs typeface="Calibri" panose="020F0502020204030204"/>
                        </a:rPr>
                        <a:t> </a:t>
                      </a:r>
                      <a:r>
                        <a:rPr sz="1200" dirty="0">
                          <a:latin typeface="Calibri" panose="020F0502020204030204"/>
                          <a:cs typeface="Calibri" panose="020F0502020204030204"/>
                        </a:rPr>
                        <a:t>value</a:t>
                      </a:r>
                      <a:r>
                        <a:rPr sz="1200" spc="-25" dirty="0">
                          <a:latin typeface="Calibri" panose="020F0502020204030204"/>
                          <a:cs typeface="Calibri" panose="020F0502020204030204"/>
                        </a:rPr>
                        <a:t> </a:t>
                      </a:r>
                      <a:r>
                        <a:rPr sz="1200" dirty="0">
                          <a:latin typeface="Calibri" panose="020F0502020204030204"/>
                          <a:cs typeface="Calibri" panose="020F0502020204030204"/>
                        </a:rPr>
                        <a:t>of</a:t>
                      </a:r>
                      <a:r>
                        <a:rPr sz="1200" spc="-25" dirty="0">
                          <a:latin typeface="Calibri" panose="020F0502020204030204"/>
                          <a:cs typeface="Calibri" panose="020F0502020204030204"/>
                        </a:rPr>
                        <a:t> the </a:t>
                      </a:r>
                      <a:r>
                        <a:rPr sz="1200" dirty="0">
                          <a:latin typeface="Calibri" panose="020F0502020204030204"/>
                          <a:cs typeface="Calibri" panose="020F0502020204030204"/>
                        </a:rPr>
                        <a:t>month</a:t>
                      </a:r>
                      <a:r>
                        <a:rPr sz="1200" spc="-25" dirty="0">
                          <a:latin typeface="Calibri" panose="020F0502020204030204"/>
                          <a:cs typeface="Calibri" panose="020F0502020204030204"/>
                        </a:rPr>
                        <a:t> </a:t>
                      </a:r>
                      <a:r>
                        <a:rPr sz="1200" dirty="0">
                          <a:latin typeface="Calibri" panose="020F0502020204030204"/>
                          <a:cs typeface="Calibri" panose="020F0502020204030204"/>
                        </a:rPr>
                        <a:t>not</a:t>
                      </a:r>
                      <a:r>
                        <a:rPr sz="1200" spc="-20" dirty="0">
                          <a:latin typeface="Calibri" panose="020F0502020204030204"/>
                          <a:cs typeface="Calibri" panose="020F0502020204030204"/>
                        </a:rPr>
                        <a:t> </a:t>
                      </a:r>
                      <a:r>
                        <a:rPr sz="1200" dirty="0">
                          <a:latin typeface="Calibri" panose="020F0502020204030204"/>
                          <a:cs typeface="Calibri" panose="020F0502020204030204"/>
                        </a:rPr>
                        <a:t>in</a:t>
                      </a:r>
                      <a:r>
                        <a:rPr sz="1200" spc="-10" dirty="0">
                          <a:latin typeface="Calibri" panose="020F0502020204030204"/>
                          <a:cs typeface="Calibri" panose="020F0502020204030204"/>
                        </a:rPr>
                        <a:t> </a:t>
                      </a:r>
                      <a:r>
                        <a:rPr sz="1200" dirty="0">
                          <a:latin typeface="Calibri" panose="020F0502020204030204"/>
                          <a:cs typeface="Calibri" panose="020F0502020204030204"/>
                        </a:rPr>
                        <a:t>the</a:t>
                      </a:r>
                      <a:r>
                        <a:rPr sz="1200" spc="-15" dirty="0">
                          <a:latin typeface="Calibri" panose="020F0502020204030204"/>
                          <a:cs typeface="Calibri" panose="020F0502020204030204"/>
                        </a:rPr>
                        <a:t> </a:t>
                      </a:r>
                      <a:r>
                        <a:rPr sz="1200" dirty="0">
                          <a:latin typeface="Calibri" panose="020F0502020204030204"/>
                          <a:cs typeface="Calibri" panose="020F0502020204030204"/>
                        </a:rPr>
                        <a:t>range</a:t>
                      </a:r>
                      <a:r>
                        <a:rPr sz="1200" spc="-25" dirty="0">
                          <a:latin typeface="Calibri" panose="020F0502020204030204"/>
                          <a:cs typeface="Calibri" panose="020F0502020204030204"/>
                        </a:rPr>
                        <a:t> </a:t>
                      </a:r>
                      <a:r>
                        <a:rPr sz="1200" spc="-20" dirty="0">
                          <a:latin typeface="Calibri" panose="020F0502020204030204"/>
                          <a:cs typeface="Calibri" panose="020F0502020204030204"/>
                        </a:rPr>
                        <a:t>1..12</a:t>
                      </a:r>
                      <a:endParaRPr sz="1200">
                        <a:latin typeface="Calibri" panose="020F0502020204030204"/>
                        <a:cs typeface="Calibri" panose="020F0502020204030204"/>
                      </a:endParaRPr>
                    </a:p>
                  </a:txBody>
                  <a:tcPr marL="0" marR="0" marT="127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395605">
                <a:tc>
                  <a:txBody>
                    <a:bodyPr/>
                    <a:lstStyle/>
                    <a:p>
                      <a:pPr marL="635" algn="ctr">
                        <a:lnSpc>
                          <a:spcPct val="100000"/>
                        </a:lnSpc>
                        <a:spcBef>
                          <a:spcPts val="765"/>
                        </a:spcBef>
                      </a:pPr>
                      <a:r>
                        <a:rPr sz="1200" spc="-25" dirty="0">
                          <a:latin typeface="Calibri" panose="020F0502020204030204"/>
                          <a:cs typeface="Calibri" panose="020F0502020204030204"/>
                        </a:rPr>
                        <a:t>SR2</a:t>
                      </a:r>
                      <a:endParaRPr sz="1200">
                        <a:latin typeface="Calibri" panose="020F0502020204030204"/>
                        <a:cs typeface="Calibri" panose="020F0502020204030204"/>
                      </a:endParaRPr>
                    </a:p>
                  </a:txBody>
                  <a:tcPr marL="0" marR="0" marT="9715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765"/>
                        </a:spcBef>
                      </a:pPr>
                      <a:r>
                        <a:rPr sz="1200" dirty="0">
                          <a:latin typeface="Calibri" panose="020F0502020204030204"/>
                          <a:cs typeface="Calibri" panose="020F0502020204030204"/>
                        </a:rPr>
                        <a:t>Enter</a:t>
                      </a:r>
                      <a:r>
                        <a:rPr sz="1200" spc="-10" dirty="0">
                          <a:latin typeface="Calibri" panose="020F0502020204030204"/>
                          <a:cs typeface="Calibri" panose="020F0502020204030204"/>
                        </a:rPr>
                        <a:t> </a:t>
                      </a:r>
                      <a:r>
                        <a:rPr sz="1200" dirty="0">
                          <a:latin typeface="Calibri" panose="020F0502020204030204"/>
                          <a:cs typeface="Calibri" panose="020F0502020204030204"/>
                        </a:rPr>
                        <a:t>the</a:t>
                      </a:r>
                      <a:r>
                        <a:rPr sz="1200" spc="-20" dirty="0">
                          <a:latin typeface="Calibri" panose="020F0502020204030204"/>
                          <a:cs typeface="Calibri" panose="020F0502020204030204"/>
                        </a:rPr>
                        <a:t> </a:t>
                      </a:r>
                      <a:r>
                        <a:rPr sz="1200" dirty="0">
                          <a:latin typeface="Calibri" panose="020F0502020204030204"/>
                          <a:cs typeface="Calibri" panose="020F0502020204030204"/>
                        </a:rPr>
                        <a:t>M1,</a:t>
                      </a:r>
                      <a:r>
                        <a:rPr sz="1200" spc="-20" dirty="0">
                          <a:latin typeface="Calibri" panose="020F0502020204030204"/>
                          <a:cs typeface="Calibri" panose="020F0502020204030204"/>
                        </a:rPr>
                        <a:t> </a:t>
                      </a:r>
                      <a:r>
                        <a:rPr sz="1200" dirty="0">
                          <a:latin typeface="Calibri" panose="020F0502020204030204"/>
                          <a:cs typeface="Calibri" panose="020F0502020204030204"/>
                        </a:rPr>
                        <a:t>D2</a:t>
                      </a:r>
                      <a:r>
                        <a:rPr sz="1200" spc="-5" dirty="0">
                          <a:latin typeface="Calibri" panose="020F0502020204030204"/>
                          <a:cs typeface="Calibri" panose="020F0502020204030204"/>
                        </a:rPr>
                        <a:t> </a:t>
                      </a:r>
                      <a:r>
                        <a:rPr sz="1200" dirty="0">
                          <a:latin typeface="Calibri" panose="020F0502020204030204"/>
                          <a:cs typeface="Calibri" panose="020F0502020204030204"/>
                        </a:rPr>
                        <a:t>and</a:t>
                      </a:r>
                      <a:r>
                        <a:rPr sz="1200" spc="-20" dirty="0">
                          <a:latin typeface="Calibri" panose="020F0502020204030204"/>
                          <a:cs typeface="Calibri" panose="020F0502020204030204"/>
                        </a:rPr>
                        <a:t> </a:t>
                      </a:r>
                      <a:r>
                        <a:rPr sz="1200" dirty="0">
                          <a:latin typeface="Calibri" panose="020F0502020204030204"/>
                          <a:cs typeface="Calibri" panose="020F0502020204030204"/>
                        </a:rPr>
                        <a:t>Y1</a:t>
                      </a:r>
                      <a:r>
                        <a:rPr sz="1200" spc="-20" dirty="0">
                          <a:latin typeface="Calibri" panose="020F0502020204030204"/>
                          <a:cs typeface="Calibri" panose="020F0502020204030204"/>
                        </a:rPr>
                        <a:t> </a:t>
                      </a:r>
                      <a:r>
                        <a:rPr sz="1200" spc="-10" dirty="0">
                          <a:latin typeface="Calibri" panose="020F0502020204030204"/>
                          <a:cs typeface="Calibri" panose="020F0502020204030204"/>
                        </a:rPr>
                        <a:t>cases</a:t>
                      </a:r>
                      <a:endParaRPr sz="1200">
                        <a:latin typeface="Calibri" panose="020F0502020204030204"/>
                        <a:cs typeface="Calibri" panose="020F0502020204030204"/>
                      </a:endParaRPr>
                    </a:p>
                  </a:txBody>
                  <a:tcPr marL="0" marR="0" marT="9715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765"/>
                        </a:spcBef>
                      </a:pPr>
                      <a:r>
                        <a:rPr sz="1200" spc="-50" dirty="0">
                          <a:latin typeface="Calibri" panose="020F0502020204030204"/>
                          <a:cs typeface="Calibri" panose="020F0502020204030204"/>
                        </a:rPr>
                        <a:t>6</a:t>
                      </a:r>
                      <a:endParaRPr sz="1200">
                        <a:latin typeface="Calibri" panose="020F0502020204030204"/>
                        <a:cs typeface="Calibri" panose="020F0502020204030204"/>
                      </a:endParaRPr>
                    </a:p>
                  </a:txBody>
                  <a:tcPr marL="0" marR="0" marT="9715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765"/>
                        </a:spcBef>
                      </a:pPr>
                      <a:r>
                        <a:rPr sz="1200" dirty="0">
                          <a:latin typeface="Calibri" panose="020F0502020204030204"/>
                          <a:cs typeface="Calibri" panose="020F0502020204030204"/>
                        </a:rPr>
                        <a:t>-</a:t>
                      </a: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9715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765"/>
                        </a:spcBef>
                      </a:pPr>
                      <a:r>
                        <a:rPr sz="1200" spc="-20" dirty="0">
                          <a:latin typeface="Calibri" panose="020F0502020204030204"/>
                          <a:cs typeface="Calibri" panose="020F0502020204030204"/>
                        </a:rPr>
                        <a:t>1912</a:t>
                      </a:r>
                      <a:endParaRPr sz="1200">
                        <a:latin typeface="Calibri" panose="020F0502020204030204"/>
                        <a:cs typeface="Calibri" panose="020F0502020204030204"/>
                      </a:endParaRPr>
                    </a:p>
                  </a:txBody>
                  <a:tcPr marL="0" marR="0" marT="9715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561975" marR="132715" indent="-427355">
                        <a:lnSpc>
                          <a:spcPct val="102000"/>
                        </a:lnSpc>
                        <a:spcBef>
                          <a:spcPts val="10"/>
                        </a:spcBef>
                      </a:pPr>
                      <a:r>
                        <a:rPr sz="1200" dirty="0">
                          <a:latin typeface="Calibri" panose="020F0502020204030204"/>
                          <a:cs typeface="Calibri" panose="020F0502020204030204"/>
                        </a:rPr>
                        <a:t>Should</a:t>
                      </a:r>
                      <a:r>
                        <a:rPr sz="1200" spc="-25" dirty="0">
                          <a:latin typeface="Calibri" panose="020F0502020204030204"/>
                          <a:cs typeface="Calibri" panose="020F0502020204030204"/>
                        </a:rPr>
                        <a:t> </a:t>
                      </a:r>
                      <a:r>
                        <a:rPr sz="1200" dirty="0">
                          <a:latin typeface="Calibri" panose="020F0502020204030204"/>
                          <a:cs typeface="Calibri" panose="020F0502020204030204"/>
                        </a:rPr>
                        <a:t>display</a:t>
                      </a:r>
                      <a:r>
                        <a:rPr sz="1200" spc="-30" dirty="0">
                          <a:latin typeface="Calibri" panose="020F0502020204030204"/>
                          <a:cs typeface="Calibri" panose="020F0502020204030204"/>
                        </a:rPr>
                        <a:t> </a:t>
                      </a:r>
                      <a:r>
                        <a:rPr sz="1200" dirty="0">
                          <a:latin typeface="Calibri" panose="020F0502020204030204"/>
                          <a:cs typeface="Calibri" panose="020F0502020204030204"/>
                        </a:rPr>
                        <a:t>the</a:t>
                      </a:r>
                      <a:r>
                        <a:rPr sz="1200" spc="-30" dirty="0">
                          <a:latin typeface="Calibri" panose="020F0502020204030204"/>
                          <a:cs typeface="Calibri" panose="020F0502020204030204"/>
                        </a:rPr>
                        <a:t> </a:t>
                      </a:r>
                      <a:r>
                        <a:rPr sz="1200" dirty="0">
                          <a:latin typeface="Calibri" panose="020F0502020204030204"/>
                          <a:cs typeface="Calibri" panose="020F0502020204030204"/>
                        </a:rPr>
                        <a:t>message</a:t>
                      </a:r>
                      <a:r>
                        <a:rPr sz="1200" spc="-15" dirty="0">
                          <a:latin typeface="Calibri" panose="020F0502020204030204"/>
                          <a:cs typeface="Calibri" panose="020F0502020204030204"/>
                        </a:rPr>
                        <a:t> </a:t>
                      </a:r>
                      <a:r>
                        <a:rPr sz="1200" dirty="0">
                          <a:latin typeface="Calibri" panose="020F0502020204030204"/>
                          <a:cs typeface="Calibri" panose="020F0502020204030204"/>
                        </a:rPr>
                        <a:t>value</a:t>
                      </a:r>
                      <a:r>
                        <a:rPr sz="1200" spc="-25" dirty="0">
                          <a:latin typeface="Calibri" panose="020F0502020204030204"/>
                          <a:cs typeface="Calibri" panose="020F0502020204030204"/>
                        </a:rPr>
                        <a:t> </a:t>
                      </a:r>
                      <a:r>
                        <a:rPr sz="1200" dirty="0">
                          <a:latin typeface="Calibri" panose="020F0502020204030204"/>
                          <a:cs typeface="Calibri" panose="020F0502020204030204"/>
                        </a:rPr>
                        <a:t>of</a:t>
                      </a:r>
                      <a:r>
                        <a:rPr sz="1200" spc="-25" dirty="0">
                          <a:latin typeface="Calibri" panose="020F0502020204030204"/>
                          <a:cs typeface="Calibri" panose="020F0502020204030204"/>
                        </a:rPr>
                        <a:t> the </a:t>
                      </a:r>
                      <a:r>
                        <a:rPr sz="1200" dirty="0">
                          <a:latin typeface="Calibri" panose="020F0502020204030204"/>
                          <a:cs typeface="Calibri" panose="020F0502020204030204"/>
                        </a:rPr>
                        <a:t>day</a:t>
                      </a:r>
                      <a:r>
                        <a:rPr sz="1200" spc="-10" dirty="0">
                          <a:latin typeface="Calibri" panose="020F0502020204030204"/>
                          <a:cs typeface="Calibri" panose="020F0502020204030204"/>
                        </a:rPr>
                        <a:t> </a:t>
                      </a:r>
                      <a:r>
                        <a:rPr sz="1200" dirty="0">
                          <a:latin typeface="Calibri" panose="020F0502020204030204"/>
                          <a:cs typeface="Calibri" panose="020F0502020204030204"/>
                        </a:rPr>
                        <a:t>not</a:t>
                      </a:r>
                      <a:r>
                        <a:rPr sz="1200" spc="-5" dirty="0">
                          <a:latin typeface="Calibri" panose="020F0502020204030204"/>
                          <a:cs typeface="Calibri" panose="020F0502020204030204"/>
                        </a:rPr>
                        <a:t> </a:t>
                      </a:r>
                      <a:r>
                        <a:rPr sz="1200" dirty="0">
                          <a:latin typeface="Calibri" panose="020F0502020204030204"/>
                          <a:cs typeface="Calibri" panose="020F0502020204030204"/>
                        </a:rPr>
                        <a:t>in</a:t>
                      </a:r>
                      <a:r>
                        <a:rPr sz="1200" spc="-15" dirty="0">
                          <a:latin typeface="Calibri" panose="020F0502020204030204"/>
                          <a:cs typeface="Calibri" panose="020F0502020204030204"/>
                        </a:rPr>
                        <a:t> </a:t>
                      </a:r>
                      <a:r>
                        <a:rPr sz="1200" dirty="0">
                          <a:latin typeface="Calibri" panose="020F0502020204030204"/>
                          <a:cs typeface="Calibri" panose="020F0502020204030204"/>
                        </a:rPr>
                        <a:t>the</a:t>
                      </a:r>
                      <a:r>
                        <a:rPr sz="1200" spc="250" dirty="0">
                          <a:latin typeface="Calibri" panose="020F0502020204030204"/>
                          <a:cs typeface="Calibri" panose="020F0502020204030204"/>
                        </a:rPr>
                        <a:t> </a:t>
                      </a:r>
                      <a:r>
                        <a:rPr sz="1200" dirty="0">
                          <a:latin typeface="Calibri" panose="020F0502020204030204"/>
                          <a:cs typeface="Calibri" panose="020F0502020204030204"/>
                        </a:rPr>
                        <a:t>range</a:t>
                      </a:r>
                      <a:r>
                        <a:rPr sz="1200" spc="-15" dirty="0">
                          <a:latin typeface="Calibri" panose="020F0502020204030204"/>
                          <a:cs typeface="Calibri" panose="020F0502020204030204"/>
                        </a:rPr>
                        <a:t> </a:t>
                      </a:r>
                      <a:r>
                        <a:rPr sz="1200" spc="-10" dirty="0">
                          <a:latin typeface="Calibri" panose="020F0502020204030204"/>
                          <a:cs typeface="Calibri" panose="020F0502020204030204"/>
                        </a:rPr>
                        <a:t>1..31</a:t>
                      </a:r>
                      <a:endParaRPr sz="1200">
                        <a:latin typeface="Calibri" panose="020F0502020204030204"/>
                        <a:cs typeface="Calibri" panose="020F0502020204030204"/>
                      </a:endParaRPr>
                    </a:p>
                  </a:txBody>
                  <a:tcPr marL="0" marR="0" marT="127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396240">
                <a:tc>
                  <a:txBody>
                    <a:bodyPr/>
                    <a:lstStyle/>
                    <a:p>
                      <a:pPr marL="635" algn="ctr">
                        <a:lnSpc>
                          <a:spcPct val="100000"/>
                        </a:lnSpc>
                        <a:spcBef>
                          <a:spcPts val="765"/>
                        </a:spcBef>
                      </a:pPr>
                      <a:r>
                        <a:rPr sz="1200" spc="-25" dirty="0">
                          <a:latin typeface="Calibri" panose="020F0502020204030204"/>
                          <a:cs typeface="Calibri" panose="020F0502020204030204"/>
                        </a:rPr>
                        <a:t>SR3</a:t>
                      </a:r>
                      <a:endParaRPr sz="1200">
                        <a:latin typeface="Calibri" panose="020F0502020204030204"/>
                        <a:cs typeface="Calibri" panose="020F0502020204030204"/>
                      </a:endParaRPr>
                    </a:p>
                  </a:txBody>
                  <a:tcPr marL="0" marR="0" marT="9715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765"/>
                        </a:spcBef>
                      </a:pPr>
                      <a:r>
                        <a:rPr sz="1200" dirty="0">
                          <a:latin typeface="Calibri" panose="020F0502020204030204"/>
                          <a:cs typeface="Calibri" panose="020F0502020204030204"/>
                        </a:rPr>
                        <a:t>Enter</a:t>
                      </a:r>
                      <a:r>
                        <a:rPr sz="1200" spc="-10" dirty="0">
                          <a:latin typeface="Calibri" panose="020F0502020204030204"/>
                          <a:cs typeface="Calibri" panose="020F0502020204030204"/>
                        </a:rPr>
                        <a:t> </a:t>
                      </a:r>
                      <a:r>
                        <a:rPr sz="1200" dirty="0">
                          <a:latin typeface="Calibri" panose="020F0502020204030204"/>
                          <a:cs typeface="Calibri" panose="020F0502020204030204"/>
                        </a:rPr>
                        <a:t>the</a:t>
                      </a:r>
                      <a:r>
                        <a:rPr sz="1200" spc="-15" dirty="0">
                          <a:latin typeface="Calibri" panose="020F0502020204030204"/>
                          <a:cs typeface="Calibri" panose="020F0502020204030204"/>
                        </a:rPr>
                        <a:t> </a:t>
                      </a:r>
                      <a:r>
                        <a:rPr sz="1200" dirty="0">
                          <a:latin typeface="Calibri" panose="020F0502020204030204"/>
                          <a:cs typeface="Calibri" panose="020F0502020204030204"/>
                        </a:rPr>
                        <a:t>M1,</a:t>
                      </a:r>
                      <a:r>
                        <a:rPr sz="1200" spc="-15" dirty="0">
                          <a:latin typeface="Calibri" panose="020F0502020204030204"/>
                          <a:cs typeface="Calibri" panose="020F0502020204030204"/>
                        </a:rPr>
                        <a:t> </a:t>
                      </a:r>
                      <a:r>
                        <a:rPr sz="1200" dirty="0">
                          <a:latin typeface="Calibri" panose="020F0502020204030204"/>
                          <a:cs typeface="Calibri" panose="020F0502020204030204"/>
                        </a:rPr>
                        <a:t>D1</a:t>
                      </a:r>
                      <a:r>
                        <a:rPr sz="1200" spc="-10" dirty="0">
                          <a:latin typeface="Calibri" panose="020F0502020204030204"/>
                          <a:cs typeface="Calibri" panose="020F0502020204030204"/>
                        </a:rPr>
                        <a:t> </a:t>
                      </a:r>
                      <a:r>
                        <a:rPr sz="1200" dirty="0">
                          <a:latin typeface="Calibri" panose="020F0502020204030204"/>
                          <a:cs typeface="Calibri" panose="020F0502020204030204"/>
                        </a:rPr>
                        <a:t>and</a:t>
                      </a:r>
                      <a:r>
                        <a:rPr sz="1200" spc="-15" dirty="0">
                          <a:latin typeface="Calibri" panose="020F0502020204030204"/>
                          <a:cs typeface="Calibri" panose="020F0502020204030204"/>
                        </a:rPr>
                        <a:t> </a:t>
                      </a:r>
                      <a:r>
                        <a:rPr sz="1200" dirty="0">
                          <a:latin typeface="Calibri" panose="020F0502020204030204"/>
                          <a:cs typeface="Calibri" panose="020F0502020204030204"/>
                        </a:rPr>
                        <a:t>Y2</a:t>
                      </a:r>
                      <a:r>
                        <a:rPr sz="1200" spc="250" dirty="0">
                          <a:latin typeface="Calibri" panose="020F0502020204030204"/>
                          <a:cs typeface="Calibri" panose="020F0502020204030204"/>
                        </a:rPr>
                        <a:t> </a:t>
                      </a:r>
                      <a:r>
                        <a:rPr sz="1200" spc="-10" dirty="0">
                          <a:latin typeface="Calibri" panose="020F0502020204030204"/>
                          <a:cs typeface="Calibri" panose="020F0502020204030204"/>
                        </a:rPr>
                        <a:t>cases</a:t>
                      </a:r>
                      <a:endParaRPr sz="1200">
                        <a:latin typeface="Calibri" panose="020F0502020204030204"/>
                        <a:cs typeface="Calibri" panose="020F0502020204030204"/>
                      </a:endParaRPr>
                    </a:p>
                  </a:txBody>
                  <a:tcPr marL="0" marR="0" marT="9715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765"/>
                        </a:spcBef>
                      </a:pPr>
                      <a:r>
                        <a:rPr sz="1200" spc="-50" dirty="0">
                          <a:latin typeface="Calibri" panose="020F0502020204030204"/>
                          <a:cs typeface="Calibri" panose="020F0502020204030204"/>
                        </a:rPr>
                        <a:t>6</a:t>
                      </a:r>
                      <a:endParaRPr sz="1200">
                        <a:latin typeface="Calibri" panose="020F0502020204030204"/>
                        <a:cs typeface="Calibri" panose="020F0502020204030204"/>
                      </a:endParaRPr>
                    </a:p>
                  </a:txBody>
                  <a:tcPr marL="0" marR="0" marT="9715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765"/>
                        </a:spcBef>
                      </a:pPr>
                      <a:r>
                        <a:rPr sz="1200" spc="-25" dirty="0">
                          <a:latin typeface="Calibri" panose="020F0502020204030204"/>
                          <a:cs typeface="Calibri" panose="020F0502020204030204"/>
                        </a:rPr>
                        <a:t>15</a:t>
                      </a:r>
                      <a:endParaRPr sz="1200">
                        <a:latin typeface="Calibri" panose="020F0502020204030204"/>
                        <a:cs typeface="Calibri" panose="020F0502020204030204"/>
                      </a:endParaRPr>
                    </a:p>
                  </a:txBody>
                  <a:tcPr marL="0" marR="0" marT="9715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765"/>
                        </a:spcBef>
                      </a:pPr>
                      <a:r>
                        <a:rPr sz="1200" spc="-20" dirty="0">
                          <a:latin typeface="Calibri" panose="020F0502020204030204"/>
                          <a:cs typeface="Calibri" panose="020F0502020204030204"/>
                        </a:rPr>
                        <a:t>1811</a:t>
                      </a:r>
                      <a:endParaRPr sz="1200">
                        <a:latin typeface="Calibri" panose="020F0502020204030204"/>
                        <a:cs typeface="Calibri" panose="020F0502020204030204"/>
                      </a:endParaRPr>
                    </a:p>
                  </a:txBody>
                  <a:tcPr marL="0" marR="0" marT="9715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344170" marR="132715" indent="-209550">
                        <a:lnSpc>
                          <a:spcPct val="102000"/>
                        </a:lnSpc>
                        <a:spcBef>
                          <a:spcPts val="10"/>
                        </a:spcBef>
                      </a:pPr>
                      <a:r>
                        <a:rPr sz="1200" dirty="0">
                          <a:latin typeface="Calibri" panose="020F0502020204030204"/>
                          <a:cs typeface="Calibri" panose="020F0502020204030204"/>
                        </a:rPr>
                        <a:t>Should</a:t>
                      </a:r>
                      <a:r>
                        <a:rPr sz="1200" spc="-25" dirty="0">
                          <a:latin typeface="Calibri" panose="020F0502020204030204"/>
                          <a:cs typeface="Calibri" panose="020F0502020204030204"/>
                        </a:rPr>
                        <a:t> </a:t>
                      </a:r>
                      <a:r>
                        <a:rPr sz="1200" dirty="0">
                          <a:latin typeface="Calibri" panose="020F0502020204030204"/>
                          <a:cs typeface="Calibri" panose="020F0502020204030204"/>
                        </a:rPr>
                        <a:t>display</a:t>
                      </a:r>
                      <a:r>
                        <a:rPr sz="1200" spc="-30" dirty="0">
                          <a:latin typeface="Calibri" panose="020F0502020204030204"/>
                          <a:cs typeface="Calibri" panose="020F0502020204030204"/>
                        </a:rPr>
                        <a:t> </a:t>
                      </a:r>
                      <a:r>
                        <a:rPr sz="1200" dirty="0">
                          <a:latin typeface="Calibri" panose="020F0502020204030204"/>
                          <a:cs typeface="Calibri" panose="020F0502020204030204"/>
                        </a:rPr>
                        <a:t>the</a:t>
                      </a:r>
                      <a:r>
                        <a:rPr sz="1200" spc="-30" dirty="0">
                          <a:latin typeface="Calibri" panose="020F0502020204030204"/>
                          <a:cs typeface="Calibri" panose="020F0502020204030204"/>
                        </a:rPr>
                        <a:t> </a:t>
                      </a:r>
                      <a:r>
                        <a:rPr sz="1200" dirty="0">
                          <a:latin typeface="Calibri" panose="020F0502020204030204"/>
                          <a:cs typeface="Calibri" panose="020F0502020204030204"/>
                        </a:rPr>
                        <a:t>message</a:t>
                      </a:r>
                      <a:r>
                        <a:rPr sz="1200" spc="-15" dirty="0">
                          <a:latin typeface="Calibri" panose="020F0502020204030204"/>
                          <a:cs typeface="Calibri" panose="020F0502020204030204"/>
                        </a:rPr>
                        <a:t> </a:t>
                      </a:r>
                      <a:r>
                        <a:rPr sz="1200" dirty="0">
                          <a:latin typeface="Calibri" panose="020F0502020204030204"/>
                          <a:cs typeface="Calibri" panose="020F0502020204030204"/>
                        </a:rPr>
                        <a:t>value</a:t>
                      </a:r>
                      <a:r>
                        <a:rPr sz="1200" spc="-25" dirty="0">
                          <a:latin typeface="Calibri" panose="020F0502020204030204"/>
                          <a:cs typeface="Calibri" panose="020F0502020204030204"/>
                        </a:rPr>
                        <a:t> </a:t>
                      </a:r>
                      <a:r>
                        <a:rPr sz="1200" dirty="0">
                          <a:latin typeface="Calibri" panose="020F0502020204030204"/>
                          <a:cs typeface="Calibri" panose="020F0502020204030204"/>
                        </a:rPr>
                        <a:t>of</a:t>
                      </a:r>
                      <a:r>
                        <a:rPr sz="1200" spc="-25" dirty="0">
                          <a:latin typeface="Calibri" panose="020F0502020204030204"/>
                          <a:cs typeface="Calibri" panose="020F0502020204030204"/>
                        </a:rPr>
                        <a:t> the </a:t>
                      </a:r>
                      <a:r>
                        <a:rPr sz="1200" dirty="0">
                          <a:latin typeface="Calibri" panose="020F0502020204030204"/>
                          <a:cs typeface="Calibri" panose="020F0502020204030204"/>
                        </a:rPr>
                        <a:t>year</a:t>
                      </a:r>
                      <a:r>
                        <a:rPr sz="1200" spc="-10" dirty="0">
                          <a:latin typeface="Calibri" panose="020F0502020204030204"/>
                          <a:cs typeface="Calibri" panose="020F0502020204030204"/>
                        </a:rPr>
                        <a:t> </a:t>
                      </a:r>
                      <a:r>
                        <a:rPr sz="1200" dirty="0">
                          <a:latin typeface="Calibri" panose="020F0502020204030204"/>
                          <a:cs typeface="Calibri" panose="020F0502020204030204"/>
                        </a:rPr>
                        <a:t>not</a:t>
                      </a:r>
                      <a:r>
                        <a:rPr sz="1200" spc="-5" dirty="0">
                          <a:latin typeface="Calibri" panose="020F0502020204030204"/>
                          <a:cs typeface="Calibri" panose="020F0502020204030204"/>
                        </a:rPr>
                        <a:t> </a:t>
                      </a:r>
                      <a:r>
                        <a:rPr sz="1200" dirty="0">
                          <a:latin typeface="Calibri" panose="020F0502020204030204"/>
                          <a:cs typeface="Calibri" panose="020F0502020204030204"/>
                        </a:rPr>
                        <a:t>in</a:t>
                      </a:r>
                      <a:r>
                        <a:rPr sz="1200" spc="-10" dirty="0">
                          <a:latin typeface="Calibri" panose="020F0502020204030204"/>
                          <a:cs typeface="Calibri" panose="020F0502020204030204"/>
                        </a:rPr>
                        <a:t> </a:t>
                      </a:r>
                      <a:r>
                        <a:rPr sz="1200" dirty="0">
                          <a:latin typeface="Calibri" panose="020F0502020204030204"/>
                          <a:cs typeface="Calibri" panose="020F0502020204030204"/>
                        </a:rPr>
                        <a:t>the</a:t>
                      </a:r>
                      <a:r>
                        <a:rPr sz="1200" spc="250" dirty="0">
                          <a:latin typeface="Calibri" panose="020F0502020204030204"/>
                          <a:cs typeface="Calibri" panose="020F0502020204030204"/>
                        </a:rPr>
                        <a:t> </a:t>
                      </a:r>
                      <a:r>
                        <a:rPr sz="1200" dirty="0">
                          <a:latin typeface="Calibri" panose="020F0502020204030204"/>
                          <a:cs typeface="Calibri" panose="020F0502020204030204"/>
                        </a:rPr>
                        <a:t>range</a:t>
                      </a:r>
                      <a:r>
                        <a:rPr sz="1200" spc="-20" dirty="0">
                          <a:latin typeface="Calibri" panose="020F0502020204030204"/>
                          <a:cs typeface="Calibri" panose="020F0502020204030204"/>
                        </a:rPr>
                        <a:t> </a:t>
                      </a:r>
                      <a:r>
                        <a:rPr sz="1200" spc="-10" dirty="0">
                          <a:latin typeface="Calibri" panose="020F0502020204030204"/>
                          <a:cs typeface="Calibri" panose="020F0502020204030204"/>
                        </a:rPr>
                        <a:t>1812..2013</a:t>
                      </a:r>
                      <a:endParaRPr sz="1200">
                        <a:latin typeface="Calibri" panose="020F0502020204030204"/>
                        <a:cs typeface="Calibri" panose="020F0502020204030204"/>
                      </a:endParaRPr>
                    </a:p>
                  </a:txBody>
                  <a:tcPr marL="0" marR="0" marT="127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397510">
                <a:tc rowSpan="2">
                  <a:txBody>
                    <a:bodyPr/>
                    <a:lstStyle/>
                    <a:p>
                      <a:pPr>
                        <a:lnSpc>
                          <a:spcPct val="100000"/>
                        </a:lnSpc>
                        <a:spcBef>
                          <a:spcPts val="885"/>
                        </a:spcBef>
                      </a:pPr>
                      <a:endParaRPr sz="1200">
                        <a:latin typeface="Times New Roman" panose="02020603050405020304"/>
                        <a:cs typeface="Times New Roman" panose="02020603050405020304"/>
                      </a:endParaRPr>
                    </a:p>
                    <a:p>
                      <a:pPr marL="146050">
                        <a:lnSpc>
                          <a:spcPct val="100000"/>
                        </a:lnSpc>
                      </a:pPr>
                      <a:r>
                        <a:rPr sz="1200" spc="-25" dirty="0">
                          <a:latin typeface="Calibri" panose="020F0502020204030204"/>
                          <a:cs typeface="Calibri" panose="020F0502020204030204"/>
                        </a:rPr>
                        <a:t>SR4</a:t>
                      </a:r>
                      <a:endParaRPr sz="1200">
                        <a:latin typeface="Calibri" panose="020F0502020204030204"/>
                        <a:cs typeface="Calibri" panose="020F0502020204030204"/>
                      </a:endParaRPr>
                    </a:p>
                  </a:txBody>
                  <a:tcPr marL="0" marR="0" marT="11239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rowSpan="2">
                  <a:txBody>
                    <a:bodyPr/>
                    <a:lstStyle/>
                    <a:p>
                      <a:pPr>
                        <a:lnSpc>
                          <a:spcPct val="100000"/>
                        </a:lnSpc>
                        <a:spcBef>
                          <a:spcPts val="885"/>
                        </a:spcBef>
                      </a:pPr>
                      <a:endParaRPr sz="1200">
                        <a:latin typeface="Times New Roman" panose="02020603050405020304"/>
                        <a:cs typeface="Times New Roman" panose="02020603050405020304"/>
                      </a:endParaRPr>
                    </a:p>
                    <a:p>
                      <a:pPr marL="97155">
                        <a:lnSpc>
                          <a:spcPct val="100000"/>
                        </a:lnSpc>
                      </a:pPr>
                      <a:r>
                        <a:rPr sz="1200" dirty="0">
                          <a:latin typeface="Calibri" panose="020F0502020204030204"/>
                          <a:cs typeface="Calibri" panose="020F0502020204030204"/>
                        </a:rPr>
                        <a:t>Enter</a:t>
                      </a:r>
                      <a:r>
                        <a:rPr sz="1200" spc="-10" dirty="0">
                          <a:latin typeface="Calibri" panose="020F0502020204030204"/>
                          <a:cs typeface="Calibri" panose="020F0502020204030204"/>
                        </a:rPr>
                        <a:t> </a:t>
                      </a:r>
                      <a:r>
                        <a:rPr sz="1200" dirty="0">
                          <a:latin typeface="Calibri" panose="020F0502020204030204"/>
                          <a:cs typeface="Calibri" panose="020F0502020204030204"/>
                        </a:rPr>
                        <a:t>the</a:t>
                      </a:r>
                      <a:r>
                        <a:rPr sz="1200" spc="-15" dirty="0">
                          <a:latin typeface="Calibri" panose="020F0502020204030204"/>
                          <a:cs typeface="Calibri" panose="020F0502020204030204"/>
                        </a:rPr>
                        <a:t> </a:t>
                      </a:r>
                      <a:r>
                        <a:rPr sz="1200" dirty="0">
                          <a:latin typeface="Calibri" panose="020F0502020204030204"/>
                          <a:cs typeface="Calibri" panose="020F0502020204030204"/>
                        </a:rPr>
                        <a:t>M2</a:t>
                      </a:r>
                      <a:r>
                        <a:rPr sz="1200" spc="-15" dirty="0">
                          <a:latin typeface="Calibri" panose="020F0502020204030204"/>
                          <a:cs typeface="Calibri" panose="020F0502020204030204"/>
                        </a:rPr>
                        <a:t> </a:t>
                      </a:r>
                      <a:r>
                        <a:rPr sz="1200" dirty="0">
                          <a:latin typeface="Calibri" panose="020F0502020204030204"/>
                          <a:cs typeface="Calibri" panose="020F0502020204030204"/>
                        </a:rPr>
                        <a:t>,</a:t>
                      </a:r>
                      <a:r>
                        <a:rPr sz="1200" spc="-20" dirty="0">
                          <a:latin typeface="Calibri" panose="020F0502020204030204"/>
                          <a:cs typeface="Calibri" panose="020F0502020204030204"/>
                        </a:rPr>
                        <a:t> </a:t>
                      </a:r>
                      <a:r>
                        <a:rPr sz="1200" dirty="0">
                          <a:latin typeface="Calibri" panose="020F0502020204030204"/>
                          <a:cs typeface="Calibri" panose="020F0502020204030204"/>
                        </a:rPr>
                        <a:t>D2</a:t>
                      </a:r>
                      <a:r>
                        <a:rPr sz="1200" spc="-5" dirty="0">
                          <a:latin typeface="Calibri" panose="020F0502020204030204"/>
                          <a:cs typeface="Calibri" panose="020F0502020204030204"/>
                        </a:rPr>
                        <a:t> </a:t>
                      </a:r>
                      <a:r>
                        <a:rPr sz="1200" dirty="0">
                          <a:latin typeface="Calibri" panose="020F0502020204030204"/>
                          <a:cs typeface="Calibri" panose="020F0502020204030204"/>
                        </a:rPr>
                        <a:t>and</a:t>
                      </a:r>
                      <a:r>
                        <a:rPr sz="1200" spc="-20" dirty="0">
                          <a:latin typeface="Calibri" panose="020F0502020204030204"/>
                          <a:cs typeface="Calibri" panose="020F0502020204030204"/>
                        </a:rPr>
                        <a:t> </a:t>
                      </a:r>
                      <a:r>
                        <a:rPr sz="1200" dirty="0">
                          <a:latin typeface="Calibri" panose="020F0502020204030204"/>
                          <a:cs typeface="Calibri" panose="020F0502020204030204"/>
                        </a:rPr>
                        <a:t>Y1</a:t>
                      </a:r>
                      <a:r>
                        <a:rPr sz="1200" spc="-15" dirty="0">
                          <a:latin typeface="Calibri" panose="020F0502020204030204"/>
                          <a:cs typeface="Calibri" panose="020F0502020204030204"/>
                        </a:rPr>
                        <a:t> </a:t>
                      </a:r>
                      <a:r>
                        <a:rPr sz="1200" spc="-10" dirty="0">
                          <a:latin typeface="Calibri" panose="020F0502020204030204"/>
                          <a:cs typeface="Calibri" panose="020F0502020204030204"/>
                        </a:rPr>
                        <a:t>cases</a:t>
                      </a:r>
                      <a:endParaRPr sz="1200">
                        <a:latin typeface="Calibri" panose="020F0502020204030204"/>
                        <a:cs typeface="Calibri" panose="020F0502020204030204"/>
                      </a:endParaRPr>
                    </a:p>
                  </a:txBody>
                  <a:tcPr marL="0" marR="0" marT="11239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rowSpan="2">
                  <a:txBody>
                    <a:bodyPr/>
                    <a:lstStyle/>
                    <a:p>
                      <a:pPr>
                        <a:lnSpc>
                          <a:spcPct val="100000"/>
                        </a:lnSpc>
                        <a:spcBef>
                          <a:spcPts val="885"/>
                        </a:spcBef>
                      </a:pPr>
                      <a:endParaRPr sz="1200">
                        <a:latin typeface="Times New Roman" panose="02020603050405020304"/>
                        <a:cs typeface="Times New Roman" panose="02020603050405020304"/>
                      </a:endParaRPr>
                    </a:p>
                    <a:p>
                      <a:pPr marL="635" algn="ctr">
                        <a:lnSpc>
                          <a:spcPct val="100000"/>
                        </a:lnSpc>
                      </a:pPr>
                      <a:r>
                        <a:rPr sz="1200" dirty="0">
                          <a:latin typeface="Calibri" panose="020F0502020204030204"/>
                          <a:cs typeface="Calibri" panose="020F0502020204030204"/>
                        </a:rPr>
                        <a:t>-</a:t>
                      </a: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11239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rowSpan="2">
                  <a:txBody>
                    <a:bodyPr/>
                    <a:lstStyle/>
                    <a:p>
                      <a:pPr>
                        <a:lnSpc>
                          <a:spcPct val="100000"/>
                        </a:lnSpc>
                        <a:spcBef>
                          <a:spcPts val="885"/>
                        </a:spcBef>
                      </a:pPr>
                      <a:endParaRPr sz="1200">
                        <a:latin typeface="Times New Roman" panose="02020603050405020304"/>
                        <a:cs typeface="Times New Roman" panose="02020603050405020304"/>
                      </a:endParaRPr>
                    </a:p>
                    <a:p>
                      <a:pPr algn="ctr">
                        <a:lnSpc>
                          <a:spcPct val="100000"/>
                        </a:lnSpc>
                      </a:pPr>
                      <a:r>
                        <a:rPr sz="1200" dirty="0">
                          <a:latin typeface="Calibri" panose="020F0502020204030204"/>
                          <a:cs typeface="Calibri" panose="020F0502020204030204"/>
                        </a:rPr>
                        <a:t>-</a:t>
                      </a: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11239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rowSpan="2">
                  <a:txBody>
                    <a:bodyPr/>
                    <a:lstStyle/>
                    <a:p>
                      <a:pPr>
                        <a:lnSpc>
                          <a:spcPct val="100000"/>
                        </a:lnSpc>
                        <a:spcBef>
                          <a:spcPts val="885"/>
                        </a:spcBef>
                      </a:pPr>
                      <a:endParaRPr sz="1200">
                        <a:latin typeface="Times New Roman" panose="02020603050405020304"/>
                        <a:cs typeface="Times New Roman" panose="02020603050405020304"/>
                      </a:endParaRPr>
                    </a:p>
                    <a:p>
                      <a:pPr marL="73025">
                        <a:lnSpc>
                          <a:spcPct val="100000"/>
                        </a:lnSpc>
                      </a:pPr>
                      <a:r>
                        <a:rPr sz="1200" spc="-20" dirty="0">
                          <a:latin typeface="Calibri" panose="020F0502020204030204"/>
                          <a:cs typeface="Calibri" panose="020F0502020204030204"/>
                        </a:rPr>
                        <a:t>1912</a:t>
                      </a:r>
                      <a:endParaRPr sz="1200">
                        <a:latin typeface="Calibri" panose="020F0502020204030204"/>
                        <a:cs typeface="Calibri" panose="020F0502020204030204"/>
                      </a:endParaRPr>
                    </a:p>
                  </a:txBody>
                  <a:tcPr marL="0" marR="0" marT="11239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27075" marR="67310" indent="-655955">
                        <a:lnSpc>
                          <a:spcPct val="102000"/>
                        </a:lnSpc>
                        <a:spcBef>
                          <a:spcPts val="20"/>
                        </a:spcBef>
                      </a:pPr>
                      <a:r>
                        <a:rPr sz="1200" dirty="0">
                          <a:latin typeface="Calibri" panose="020F0502020204030204"/>
                          <a:cs typeface="Calibri" panose="020F0502020204030204"/>
                        </a:rPr>
                        <a:t>(</a:t>
                      </a:r>
                      <a:r>
                        <a:rPr sz="1200" b="1" dirty="0">
                          <a:latin typeface="Calibri" panose="020F0502020204030204"/>
                          <a:cs typeface="Calibri" panose="020F0502020204030204"/>
                        </a:rPr>
                        <a:t>i</a:t>
                      </a:r>
                      <a:r>
                        <a:rPr sz="1200" dirty="0">
                          <a:latin typeface="Calibri" panose="020F0502020204030204"/>
                          <a:cs typeface="Calibri" panose="020F0502020204030204"/>
                        </a:rPr>
                        <a:t>)Should</a:t>
                      </a:r>
                      <a:r>
                        <a:rPr sz="1200" spc="-25" dirty="0">
                          <a:latin typeface="Calibri" panose="020F0502020204030204"/>
                          <a:cs typeface="Calibri" panose="020F0502020204030204"/>
                        </a:rPr>
                        <a:t> </a:t>
                      </a:r>
                      <a:r>
                        <a:rPr sz="1200" dirty="0">
                          <a:latin typeface="Calibri" panose="020F0502020204030204"/>
                          <a:cs typeface="Calibri" panose="020F0502020204030204"/>
                        </a:rPr>
                        <a:t>display</a:t>
                      </a:r>
                      <a:r>
                        <a:rPr sz="1200" spc="-35" dirty="0">
                          <a:latin typeface="Calibri" panose="020F0502020204030204"/>
                          <a:cs typeface="Calibri" panose="020F0502020204030204"/>
                        </a:rPr>
                        <a:t> </a:t>
                      </a:r>
                      <a:r>
                        <a:rPr sz="1200" dirty="0">
                          <a:latin typeface="Calibri" panose="020F0502020204030204"/>
                          <a:cs typeface="Calibri" panose="020F0502020204030204"/>
                        </a:rPr>
                        <a:t>the</a:t>
                      </a:r>
                      <a:r>
                        <a:rPr sz="1200" spc="-35" dirty="0">
                          <a:latin typeface="Calibri" panose="020F0502020204030204"/>
                          <a:cs typeface="Calibri" panose="020F0502020204030204"/>
                        </a:rPr>
                        <a:t> </a:t>
                      </a:r>
                      <a:r>
                        <a:rPr sz="1200" dirty="0">
                          <a:latin typeface="Calibri" panose="020F0502020204030204"/>
                          <a:cs typeface="Calibri" panose="020F0502020204030204"/>
                        </a:rPr>
                        <a:t>message</a:t>
                      </a:r>
                      <a:r>
                        <a:rPr sz="1200" spc="-20" dirty="0">
                          <a:latin typeface="Calibri" panose="020F0502020204030204"/>
                          <a:cs typeface="Calibri" panose="020F0502020204030204"/>
                        </a:rPr>
                        <a:t> </a:t>
                      </a:r>
                      <a:r>
                        <a:rPr sz="1200" dirty="0">
                          <a:latin typeface="Calibri" panose="020F0502020204030204"/>
                          <a:cs typeface="Calibri" panose="020F0502020204030204"/>
                        </a:rPr>
                        <a:t>value</a:t>
                      </a:r>
                      <a:r>
                        <a:rPr sz="1200" spc="-35" dirty="0">
                          <a:latin typeface="Calibri" panose="020F0502020204030204"/>
                          <a:cs typeface="Calibri" panose="020F0502020204030204"/>
                        </a:rPr>
                        <a:t> </a:t>
                      </a:r>
                      <a:r>
                        <a:rPr sz="1200" dirty="0">
                          <a:latin typeface="Calibri" panose="020F0502020204030204"/>
                          <a:cs typeface="Calibri" panose="020F0502020204030204"/>
                        </a:rPr>
                        <a:t>of</a:t>
                      </a:r>
                      <a:r>
                        <a:rPr sz="1200" spc="-30" dirty="0">
                          <a:latin typeface="Calibri" panose="020F0502020204030204"/>
                          <a:cs typeface="Calibri" panose="020F0502020204030204"/>
                        </a:rPr>
                        <a:t> </a:t>
                      </a:r>
                      <a:r>
                        <a:rPr sz="1200" spc="-25" dirty="0">
                          <a:latin typeface="Calibri" panose="020F0502020204030204"/>
                          <a:cs typeface="Calibri" panose="020F0502020204030204"/>
                        </a:rPr>
                        <a:t>the </a:t>
                      </a:r>
                      <a:r>
                        <a:rPr sz="1200" dirty="0">
                          <a:latin typeface="Calibri" panose="020F0502020204030204"/>
                          <a:cs typeface="Calibri" panose="020F0502020204030204"/>
                        </a:rPr>
                        <a:t>month</a:t>
                      </a:r>
                      <a:r>
                        <a:rPr sz="1200" spc="-20" dirty="0">
                          <a:latin typeface="Calibri" panose="020F0502020204030204"/>
                          <a:cs typeface="Calibri" panose="020F0502020204030204"/>
                        </a:rPr>
                        <a:t> </a:t>
                      </a:r>
                      <a:r>
                        <a:rPr sz="1200" dirty="0">
                          <a:latin typeface="Calibri" panose="020F0502020204030204"/>
                          <a:cs typeface="Calibri" panose="020F0502020204030204"/>
                        </a:rPr>
                        <a:t>in</a:t>
                      </a:r>
                      <a:r>
                        <a:rPr sz="1200" spc="-20" dirty="0">
                          <a:latin typeface="Calibri" panose="020F0502020204030204"/>
                          <a:cs typeface="Calibri" panose="020F0502020204030204"/>
                        </a:rPr>
                        <a:t> </a:t>
                      </a:r>
                      <a:r>
                        <a:rPr sz="1200" dirty="0">
                          <a:latin typeface="Calibri" panose="020F0502020204030204"/>
                          <a:cs typeface="Calibri" panose="020F0502020204030204"/>
                        </a:rPr>
                        <a:t>range</a:t>
                      </a:r>
                      <a:r>
                        <a:rPr sz="1200" spc="-30" dirty="0">
                          <a:latin typeface="Calibri" panose="020F0502020204030204"/>
                          <a:cs typeface="Calibri" panose="020F0502020204030204"/>
                        </a:rPr>
                        <a:t> </a:t>
                      </a:r>
                      <a:r>
                        <a:rPr sz="1200" spc="-10" dirty="0">
                          <a:latin typeface="Calibri" panose="020F0502020204030204"/>
                          <a:cs typeface="Calibri" panose="020F0502020204030204"/>
                        </a:rPr>
                        <a:t>1..12</a:t>
                      </a:r>
                      <a:endParaRPr sz="1200">
                        <a:latin typeface="Calibri" panose="020F0502020204030204"/>
                        <a:cs typeface="Calibri" panose="020F0502020204030204"/>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377825">
                <a:tc vMerge="1">
                  <a:tcPr marL="0" marR="0" marT="11239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cPr marL="0" marR="0" marT="11239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cPr marL="0" marR="0" marT="11239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cPr marL="0" marR="0" marT="11239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cPr marL="0" marR="0" marT="11239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54940">
                        <a:lnSpc>
                          <a:spcPts val="1405"/>
                        </a:lnSpc>
                      </a:pPr>
                      <a:r>
                        <a:rPr sz="1200" b="1" dirty="0">
                          <a:latin typeface="Calibri" panose="020F0502020204030204"/>
                          <a:cs typeface="Calibri" panose="020F0502020204030204"/>
                        </a:rPr>
                        <a:t>(ii)</a:t>
                      </a:r>
                      <a:r>
                        <a:rPr sz="1200" b="1" spc="-25" dirty="0">
                          <a:latin typeface="Calibri" panose="020F0502020204030204"/>
                          <a:cs typeface="Calibri" panose="020F0502020204030204"/>
                        </a:rPr>
                        <a:t> </a:t>
                      </a:r>
                      <a:r>
                        <a:rPr sz="1200" dirty="0">
                          <a:latin typeface="Calibri" panose="020F0502020204030204"/>
                          <a:cs typeface="Calibri" panose="020F0502020204030204"/>
                        </a:rPr>
                        <a:t>Should</a:t>
                      </a:r>
                      <a:r>
                        <a:rPr sz="1200" spc="-30" dirty="0">
                          <a:latin typeface="Calibri" panose="020F0502020204030204"/>
                          <a:cs typeface="Calibri" panose="020F0502020204030204"/>
                        </a:rPr>
                        <a:t> </a:t>
                      </a:r>
                      <a:r>
                        <a:rPr sz="1200" dirty="0">
                          <a:latin typeface="Calibri" panose="020F0502020204030204"/>
                          <a:cs typeface="Calibri" panose="020F0502020204030204"/>
                        </a:rPr>
                        <a:t>display</a:t>
                      </a:r>
                      <a:r>
                        <a:rPr sz="1200" spc="-30" dirty="0">
                          <a:latin typeface="Calibri" panose="020F0502020204030204"/>
                          <a:cs typeface="Calibri" panose="020F0502020204030204"/>
                        </a:rPr>
                        <a:t> </a:t>
                      </a:r>
                      <a:r>
                        <a:rPr sz="1200" dirty="0">
                          <a:latin typeface="Calibri" panose="020F0502020204030204"/>
                          <a:cs typeface="Calibri" panose="020F0502020204030204"/>
                        </a:rPr>
                        <a:t>the</a:t>
                      </a:r>
                      <a:r>
                        <a:rPr sz="1200" spc="-35" dirty="0">
                          <a:latin typeface="Calibri" panose="020F0502020204030204"/>
                          <a:cs typeface="Calibri" panose="020F0502020204030204"/>
                        </a:rPr>
                        <a:t> </a:t>
                      </a:r>
                      <a:r>
                        <a:rPr sz="1200" dirty="0">
                          <a:latin typeface="Calibri" panose="020F0502020204030204"/>
                          <a:cs typeface="Calibri" panose="020F0502020204030204"/>
                        </a:rPr>
                        <a:t>message</a:t>
                      </a:r>
                      <a:r>
                        <a:rPr sz="1200" spc="-20" dirty="0">
                          <a:latin typeface="Calibri" panose="020F0502020204030204"/>
                          <a:cs typeface="Calibri" panose="020F0502020204030204"/>
                        </a:rPr>
                        <a:t> </a:t>
                      </a:r>
                      <a:r>
                        <a:rPr sz="1200" dirty="0">
                          <a:latin typeface="Calibri" panose="020F0502020204030204"/>
                          <a:cs typeface="Calibri" panose="020F0502020204030204"/>
                        </a:rPr>
                        <a:t>value</a:t>
                      </a:r>
                      <a:r>
                        <a:rPr sz="1200" spc="-35" dirty="0">
                          <a:latin typeface="Calibri" panose="020F0502020204030204"/>
                          <a:cs typeface="Calibri" panose="020F0502020204030204"/>
                        </a:rPr>
                        <a:t> </a:t>
                      </a:r>
                      <a:r>
                        <a:rPr sz="1200" spc="-25" dirty="0">
                          <a:latin typeface="Calibri" panose="020F0502020204030204"/>
                          <a:cs typeface="Calibri" panose="020F0502020204030204"/>
                        </a:rPr>
                        <a:t>of</a:t>
                      </a:r>
                      <a:endParaRPr sz="1200">
                        <a:latin typeface="Calibri" panose="020F0502020204030204"/>
                        <a:cs typeface="Calibri" panose="020F0502020204030204"/>
                      </a:endParaRPr>
                    </a:p>
                    <a:p>
                      <a:pPr marL="702310">
                        <a:lnSpc>
                          <a:spcPct val="100000"/>
                        </a:lnSpc>
                        <a:spcBef>
                          <a:spcPts val="25"/>
                        </a:spcBef>
                      </a:pPr>
                      <a:r>
                        <a:rPr sz="1200" dirty="0">
                          <a:latin typeface="Calibri" panose="020F0502020204030204"/>
                          <a:cs typeface="Calibri" panose="020F0502020204030204"/>
                        </a:rPr>
                        <a:t>the</a:t>
                      </a:r>
                      <a:r>
                        <a:rPr sz="1200" spc="-20" dirty="0">
                          <a:latin typeface="Calibri" panose="020F0502020204030204"/>
                          <a:cs typeface="Calibri" panose="020F0502020204030204"/>
                        </a:rPr>
                        <a:t> </a:t>
                      </a:r>
                      <a:r>
                        <a:rPr sz="1200" dirty="0">
                          <a:latin typeface="Calibri" panose="020F0502020204030204"/>
                          <a:cs typeface="Calibri" panose="020F0502020204030204"/>
                        </a:rPr>
                        <a:t>day</a:t>
                      </a:r>
                      <a:r>
                        <a:rPr sz="1200" spc="-10" dirty="0">
                          <a:latin typeface="Calibri" panose="020F0502020204030204"/>
                          <a:cs typeface="Calibri" panose="020F0502020204030204"/>
                        </a:rPr>
                        <a:t> </a:t>
                      </a:r>
                      <a:r>
                        <a:rPr sz="1200" dirty="0">
                          <a:latin typeface="Calibri" panose="020F0502020204030204"/>
                          <a:cs typeface="Calibri" panose="020F0502020204030204"/>
                        </a:rPr>
                        <a:t>in</a:t>
                      </a:r>
                      <a:r>
                        <a:rPr sz="1200" spc="-5" dirty="0">
                          <a:latin typeface="Calibri" panose="020F0502020204030204"/>
                          <a:cs typeface="Calibri" panose="020F0502020204030204"/>
                        </a:rPr>
                        <a:t> </a:t>
                      </a:r>
                      <a:r>
                        <a:rPr sz="1200" dirty="0">
                          <a:latin typeface="Calibri" panose="020F0502020204030204"/>
                          <a:cs typeface="Calibri" panose="020F0502020204030204"/>
                        </a:rPr>
                        <a:t>range</a:t>
                      </a:r>
                      <a:r>
                        <a:rPr sz="1200" spc="-20" dirty="0">
                          <a:latin typeface="Calibri" panose="020F0502020204030204"/>
                          <a:cs typeface="Calibri" panose="020F0502020204030204"/>
                        </a:rPr>
                        <a:t> </a:t>
                      </a:r>
                      <a:r>
                        <a:rPr sz="1200" spc="-10" dirty="0">
                          <a:latin typeface="Calibri" panose="020F0502020204030204"/>
                          <a:cs typeface="Calibri" panose="020F0502020204030204"/>
                        </a:rPr>
                        <a:t>1..31</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377825">
                <a:tc rowSpan="2">
                  <a:txBody>
                    <a:bodyPr/>
                    <a:lstStyle/>
                    <a:p>
                      <a:pPr>
                        <a:lnSpc>
                          <a:spcPct val="100000"/>
                        </a:lnSpc>
                        <a:spcBef>
                          <a:spcPts val="900"/>
                        </a:spcBef>
                      </a:pPr>
                      <a:endParaRPr sz="1200">
                        <a:latin typeface="Times New Roman" panose="02020603050405020304"/>
                        <a:cs typeface="Times New Roman" panose="02020603050405020304"/>
                      </a:endParaRPr>
                    </a:p>
                    <a:p>
                      <a:pPr marL="146050">
                        <a:lnSpc>
                          <a:spcPct val="100000"/>
                        </a:lnSpc>
                      </a:pPr>
                      <a:r>
                        <a:rPr sz="1200" spc="-25" dirty="0">
                          <a:latin typeface="Calibri" panose="020F0502020204030204"/>
                          <a:cs typeface="Calibri" panose="020F0502020204030204"/>
                        </a:rPr>
                        <a:t>SR5</a:t>
                      </a:r>
                      <a:endParaRPr sz="1200">
                        <a:latin typeface="Calibri" panose="020F0502020204030204"/>
                        <a:cs typeface="Calibri" panose="020F0502020204030204"/>
                      </a:endParaRPr>
                    </a:p>
                  </a:txBody>
                  <a:tcPr marL="0" marR="0" marT="11430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rowSpan="2">
                  <a:txBody>
                    <a:bodyPr/>
                    <a:lstStyle/>
                    <a:p>
                      <a:pPr>
                        <a:lnSpc>
                          <a:spcPct val="100000"/>
                        </a:lnSpc>
                        <a:spcBef>
                          <a:spcPts val="900"/>
                        </a:spcBef>
                      </a:pPr>
                      <a:endParaRPr sz="1200">
                        <a:latin typeface="Times New Roman" panose="02020603050405020304"/>
                        <a:cs typeface="Times New Roman" panose="02020603050405020304"/>
                      </a:endParaRPr>
                    </a:p>
                    <a:p>
                      <a:pPr marL="97155">
                        <a:lnSpc>
                          <a:spcPct val="100000"/>
                        </a:lnSpc>
                      </a:pPr>
                      <a:r>
                        <a:rPr sz="1200" dirty="0">
                          <a:latin typeface="Calibri" panose="020F0502020204030204"/>
                          <a:cs typeface="Calibri" panose="020F0502020204030204"/>
                        </a:rPr>
                        <a:t>Enter</a:t>
                      </a:r>
                      <a:r>
                        <a:rPr sz="1200" spc="-10" dirty="0">
                          <a:latin typeface="Calibri" panose="020F0502020204030204"/>
                          <a:cs typeface="Calibri" panose="020F0502020204030204"/>
                        </a:rPr>
                        <a:t> </a:t>
                      </a:r>
                      <a:r>
                        <a:rPr sz="1200" dirty="0">
                          <a:latin typeface="Calibri" panose="020F0502020204030204"/>
                          <a:cs typeface="Calibri" panose="020F0502020204030204"/>
                        </a:rPr>
                        <a:t>the</a:t>
                      </a:r>
                      <a:r>
                        <a:rPr sz="1200" spc="-15" dirty="0">
                          <a:latin typeface="Calibri" panose="020F0502020204030204"/>
                          <a:cs typeface="Calibri" panose="020F0502020204030204"/>
                        </a:rPr>
                        <a:t> </a:t>
                      </a:r>
                      <a:r>
                        <a:rPr sz="1200" dirty="0">
                          <a:latin typeface="Calibri" panose="020F0502020204030204"/>
                          <a:cs typeface="Calibri" panose="020F0502020204030204"/>
                        </a:rPr>
                        <a:t>M1,</a:t>
                      </a:r>
                      <a:r>
                        <a:rPr sz="1200" spc="-15" dirty="0">
                          <a:latin typeface="Calibri" panose="020F0502020204030204"/>
                          <a:cs typeface="Calibri" panose="020F0502020204030204"/>
                        </a:rPr>
                        <a:t> </a:t>
                      </a:r>
                      <a:r>
                        <a:rPr sz="1200" dirty="0">
                          <a:latin typeface="Calibri" panose="020F0502020204030204"/>
                          <a:cs typeface="Calibri" panose="020F0502020204030204"/>
                        </a:rPr>
                        <a:t>D2</a:t>
                      </a:r>
                      <a:r>
                        <a:rPr sz="1200" spc="-10" dirty="0">
                          <a:latin typeface="Calibri" panose="020F0502020204030204"/>
                          <a:cs typeface="Calibri" panose="020F0502020204030204"/>
                        </a:rPr>
                        <a:t> </a:t>
                      </a:r>
                      <a:r>
                        <a:rPr sz="1200" dirty="0">
                          <a:latin typeface="Calibri" panose="020F0502020204030204"/>
                          <a:cs typeface="Calibri" panose="020F0502020204030204"/>
                        </a:rPr>
                        <a:t>and</a:t>
                      </a:r>
                      <a:r>
                        <a:rPr sz="1200" spc="-15" dirty="0">
                          <a:latin typeface="Calibri" panose="020F0502020204030204"/>
                          <a:cs typeface="Calibri" panose="020F0502020204030204"/>
                        </a:rPr>
                        <a:t> </a:t>
                      </a:r>
                      <a:r>
                        <a:rPr sz="1200" dirty="0">
                          <a:latin typeface="Calibri" panose="020F0502020204030204"/>
                          <a:cs typeface="Calibri" panose="020F0502020204030204"/>
                        </a:rPr>
                        <a:t>Y2</a:t>
                      </a:r>
                      <a:r>
                        <a:rPr sz="1200" spc="250" dirty="0">
                          <a:latin typeface="Calibri" panose="020F0502020204030204"/>
                          <a:cs typeface="Calibri" panose="020F0502020204030204"/>
                        </a:rPr>
                        <a:t> </a:t>
                      </a:r>
                      <a:r>
                        <a:rPr sz="1200" spc="-10" dirty="0">
                          <a:latin typeface="Calibri" panose="020F0502020204030204"/>
                          <a:cs typeface="Calibri" panose="020F0502020204030204"/>
                        </a:rPr>
                        <a:t>cases</a:t>
                      </a:r>
                      <a:endParaRPr sz="1200">
                        <a:latin typeface="Calibri" panose="020F0502020204030204"/>
                        <a:cs typeface="Calibri" panose="020F0502020204030204"/>
                      </a:endParaRPr>
                    </a:p>
                  </a:txBody>
                  <a:tcPr marL="0" marR="0" marT="11430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rowSpan="2">
                  <a:txBody>
                    <a:bodyPr/>
                    <a:lstStyle/>
                    <a:p>
                      <a:pPr>
                        <a:lnSpc>
                          <a:spcPct val="100000"/>
                        </a:lnSpc>
                        <a:spcBef>
                          <a:spcPts val="900"/>
                        </a:spcBef>
                      </a:pPr>
                      <a:endParaRPr sz="1200">
                        <a:latin typeface="Times New Roman" panose="02020603050405020304"/>
                        <a:cs typeface="Times New Roman" panose="02020603050405020304"/>
                      </a:endParaRPr>
                    </a:p>
                    <a:p>
                      <a:pPr algn="ctr">
                        <a:lnSpc>
                          <a:spcPct val="100000"/>
                        </a:lnSpc>
                      </a:pPr>
                      <a:r>
                        <a:rPr sz="1200" spc="-50" dirty="0">
                          <a:latin typeface="Calibri" panose="020F0502020204030204"/>
                          <a:cs typeface="Calibri" panose="020F0502020204030204"/>
                        </a:rPr>
                        <a:t>6</a:t>
                      </a:r>
                      <a:endParaRPr sz="1200">
                        <a:latin typeface="Calibri" panose="020F0502020204030204"/>
                        <a:cs typeface="Calibri" panose="020F0502020204030204"/>
                      </a:endParaRPr>
                    </a:p>
                  </a:txBody>
                  <a:tcPr marL="0" marR="0" marT="11430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rowSpan="2">
                  <a:txBody>
                    <a:bodyPr/>
                    <a:lstStyle/>
                    <a:p>
                      <a:pPr>
                        <a:lnSpc>
                          <a:spcPct val="100000"/>
                        </a:lnSpc>
                        <a:spcBef>
                          <a:spcPts val="900"/>
                        </a:spcBef>
                      </a:pPr>
                      <a:endParaRPr sz="1200">
                        <a:latin typeface="Times New Roman" panose="02020603050405020304"/>
                        <a:cs typeface="Times New Roman" panose="02020603050405020304"/>
                      </a:endParaRPr>
                    </a:p>
                    <a:p>
                      <a:pPr algn="ctr">
                        <a:lnSpc>
                          <a:spcPct val="100000"/>
                        </a:lnSpc>
                      </a:pPr>
                      <a:r>
                        <a:rPr sz="1200" dirty="0">
                          <a:latin typeface="Calibri" panose="020F0502020204030204"/>
                          <a:cs typeface="Calibri" panose="020F0502020204030204"/>
                        </a:rPr>
                        <a:t>-</a:t>
                      </a: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11430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rowSpan="2">
                  <a:txBody>
                    <a:bodyPr/>
                    <a:lstStyle/>
                    <a:p>
                      <a:pPr>
                        <a:lnSpc>
                          <a:spcPct val="100000"/>
                        </a:lnSpc>
                        <a:spcBef>
                          <a:spcPts val="900"/>
                        </a:spcBef>
                      </a:pPr>
                      <a:endParaRPr sz="1200">
                        <a:latin typeface="Times New Roman" panose="02020603050405020304"/>
                        <a:cs typeface="Times New Roman" panose="02020603050405020304"/>
                      </a:endParaRPr>
                    </a:p>
                    <a:p>
                      <a:pPr marL="73025">
                        <a:lnSpc>
                          <a:spcPct val="100000"/>
                        </a:lnSpc>
                      </a:pPr>
                      <a:r>
                        <a:rPr sz="1200" spc="-20" dirty="0">
                          <a:latin typeface="Calibri" panose="020F0502020204030204"/>
                          <a:cs typeface="Calibri" panose="020F0502020204030204"/>
                        </a:rPr>
                        <a:t>1811</a:t>
                      </a:r>
                      <a:endParaRPr sz="1200">
                        <a:latin typeface="Calibri" panose="020F0502020204030204"/>
                        <a:cs typeface="Calibri" panose="020F0502020204030204"/>
                      </a:endParaRPr>
                    </a:p>
                  </a:txBody>
                  <a:tcPr marL="0" marR="0" marT="11430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73355">
                        <a:lnSpc>
                          <a:spcPts val="1405"/>
                        </a:lnSpc>
                      </a:pPr>
                      <a:r>
                        <a:rPr sz="1200" b="1" dirty="0">
                          <a:latin typeface="Calibri" panose="020F0502020204030204"/>
                          <a:cs typeface="Calibri" panose="020F0502020204030204"/>
                        </a:rPr>
                        <a:t>(i)</a:t>
                      </a:r>
                      <a:r>
                        <a:rPr sz="1200" b="1" spc="-20" dirty="0">
                          <a:latin typeface="Calibri" panose="020F0502020204030204"/>
                          <a:cs typeface="Calibri" panose="020F0502020204030204"/>
                        </a:rPr>
                        <a:t> </a:t>
                      </a:r>
                      <a:r>
                        <a:rPr sz="1200" dirty="0">
                          <a:latin typeface="Calibri" panose="020F0502020204030204"/>
                          <a:cs typeface="Calibri" panose="020F0502020204030204"/>
                        </a:rPr>
                        <a:t>Should</a:t>
                      </a:r>
                      <a:r>
                        <a:rPr sz="1200" spc="-30" dirty="0">
                          <a:latin typeface="Calibri" panose="020F0502020204030204"/>
                          <a:cs typeface="Calibri" panose="020F0502020204030204"/>
                        </a:rPr>
                        <a:t> </a:t>
                      </a:r>
                      <a:r>
                        <a:rPr sz="1200" dirty="0">
                          <a:latin typeface="Calibri" panose="020F0502020204030204"/>
                          <a:cs typeface="Calibri" panose="020F0502020204030204"/>
                        </a:rPr>
                        <a:t>display</a:t>
                      </a:r>
                      <a:r>
                        <a:rPr sz="1200" spc="-25" dirty="0">
                          <a:latin typeface="Calibri" panose="020F0502020204030204"/>
                          <a:cs typeface="Calibri" panose="020F0502020204030204"/>
                        </a:rPr>
                        <a:t> </a:t>
                      </a:r>
                      <a:r>
                        <a:rPr sz="1200" dirty="0">
                          <a:latin typeface="Calibri" panose="020F0502020204030204"/>
                          <a:cs typeface="Calibri" panose="020F0502020204030204"/>
                        </a:rPr>
                        <a:t>the</a:t>
                      </a:r>
                      <a:r>
                        <a:rPr sz="1200" spc="-20" dirty="0">
                          <a:latin typeface="Calibri" panose="020F0502020204030204"/>
                          <a:cs typeface="Calibri" panose="020F0502020204030204"/>
                        </a:rPr>
                        <a:t> </a:t>
                      </a:r>
                      <a:r>
                        <a:rPr sz="1200" dirty="0">
                          <a:latin typeface="Calibri" panose="020F0502020204030204"/>
                          <a:cs typeface="Calibri" panose="020F0502020204030204"/>
                        </a:rPr>
                        <a:t>message</a:t>
                      </a:r>
                      <a:r>
                        <a:rPr sz="1200" spc="-25" dirty="0">
                          <a:latin typeface="Calibri" panose="020F0502020204030204"/>
                          <a:cs typeface="Calibri" panose="020F0502020204030204"/>
                        </a:rPr>
                        <a:t> </a:t>
                      </a:r>
                      <a:r>
                        <a:rPr sz="1200" dirty="0">
                          <a:latin typeface="Calibri" panose="020F0502020204030204"/>
                          <a:cs typeface="Calibri" panose="020F0502020204030204"/>
                        </a:rPr>
                        <a:t>value</a:t>
                      </a:r>
                      <a:r>
                        <a:rPr sz="1200" spc="-30" dirty="0">
                          <a:latin typeface="Calibri" panose="020F0502020204030204"/>
                          <a:cs typeface="Calibri" panose="020F0502020204030204"/>
                        </a:rPr>
                        <a:t> </a:t>
                      </a:r>
                      <a:r>
                        <a:rPr sz="1200" spc="-25" dirty="0">
                          <a:latin typeface="Calibri" panose="020F0502020204030204"/>
                          <a:cs typeface="Calibri" panose="020F0502020204030204"/>
                        </a:rPr>
                        <a:t>of</a:t>
                      </a:r>
                      <a:endParaRPr sz="1200">
                        <a:latin typeface="Calibri" panose="020F0502020204030204"/>
                        <a:cs typeface="Calibri" panose="020F0502020204030204"/>
                      </a:endParaRPr>
                    </a:p>
                    <a:p>
                      <a:pPr marL="702310">
                        <a:lnSpc>
                          <a:spcPct val="100000"/>
                        </a:lnSpc>
                        <a:spcBef>
                          <a:spcPts val="20"/>
                        </a:spcBef>
                      </a:pPr>
                      <a:r>
                        <a:rPr sz="1200" dirty="0">
                          <a:latin typeface="Calibri" panose="020F0502020204030204"/>
                          <a:cs typeface="Calibri" panose="020F0502020204030204"/>
                        </a:rPr>
                        <a:t>the</a:t>
                      </a:r>
                      <a:r>
                        <a:rPr sz="1200" spc="-20" dirty="0">
                          <a:latin typeface="Calibri" panose="020F0502020204030204"/>
                          <a:cs typeface="Calibri" panose="020F0502020204030204"/>
                        </a:rPr>
                        <a:t> </a:t>
                      </a:r>
                      <a:r>
                        <a:rPr sz="1200" dirty="0">
                          <a:latin typeface="Calibri" panose="020F0502020204030204"/>
                          <a:cs typeface="Calibri" panose="020F0502020204030204"/>
                        </a:rPr>
                        <a:t>day</a:t>
                      </a:r>
                      <a:r>
                        <a:rPr sz="1200" spc="-10" dirty="0">
                          <a:latin typeface="Calibri" panose="020F0502020204030204"/>
                          <a:cs typeface="Calibri" panose="020F0502020204030204"/>
                        </a:rPr>
                        <a:t> </a:t>
                      </a:r>
                      <a:r>
                        <a:rPr sz="1200" dirty="0">
                          <a:latin typeface="Calibri" panose="020F0502020204030204"/>
                          <a:cs typeface="Calibri" panose="020F0502020204030204"/>
                        </a:rPr>
                        <a:t>in</a:t>
                      </a:r>
                      <a:r>
                        <a:rPr sz="1200" spc="-5" dirty="0">
                          <a:latin typeface="Calibri" panose="020F0502020204030204"/>
                          <a:cs typeface="Calibri" panose="020F0502020204030204"/>
                        </a:rPr>
                        <a:t> </a:t>
                      </a:r>
                      <a:r>
                        <a:rPr sz="1200" dirty="0">
                          <a:latin typeface="Calibri" panose="020F0502020204030204"/>
                          <a:cs typeface="Calibri" panose="020F0502020204030204"/>
                        </a:rPr>
                        <a:t>range</a:t>
                      </a:r>
                      <a:r>
                        <a:rPr sz="1200" spc="-20" dirty="0">
                          <a:latin typeface="Calibri" panose="020F0502020204030204"/>
                          <a:cs typeface="Calibri" panose="020F0502020204030204"/>
                        </a:rPr>
                        <a:t> </a:t>
                      </a:r>
                      <a:r>
                        <a:rPr sz="1200" spc="-10" dirty="0">
                          <a:latin typeface="Calibri" panose="020F0502020204030204"/>
                          <a:cs typeface="Calibri" panose="020F0502020204030204"/>
                        </a:rPr>
                        <a:t>1..31</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400685">
                <a:tc vMerge="1">
                  <a:tcPr marL="0" marR="0" marT="11430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cPr marL="0" marR="0" marT="11430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cPr marL="0" marR="0" marT="11430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cPr marL="0" marR="0" marT="11430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cPr marL="0" marR="0" marT="11430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484505" marR="149225" indent="-329565">
                        <a:lnSpc>
                          <a:spcPct val="102000"/>
                        </a:lnSpc>
                        <a:spcBef>
                          <a:spcPts val="35"/>
                        </a:spcBef>
                      </a:pPr>
                      <a:r>
                        <a:rPr sz="1200" b="1" dirty="0">
                          <a:latin typeface="Calibri" panose="020F0502020204030204"/>
                          <a:cs typeface="Calibri" panose="020F0502020204030204"/>
                        </a:rPr>
                        <a:t>(ii)</a:t>
                      </a:r>
                      <a:r>
                        <a:rPr sz="1200" b="1" spc="-25" dirty="0">
                          <a:latin typeface="Calibri" panose="020F0502020204030204"/>
                          <a:cs typeface="Calibri" panose="020F0502020204030204"/>
                        </a:rPr>
                        <a:t> </a:t>
                      </a:r>
                      <a:r>
                        <a:rPr sz="1200" dirty="0">
                          <a:latin typeface="Calibri" panose="020F0502020204030204"/>
                          <a:cs typeface="Calibri" panose="020F0502020204030204"/>
                        </a:rPr>
                        <a:t>Should</a:t>
                      </a:r>
                      <a:r>
                        <a:rPr sz="1200" spc="-30" dirty="0">
                          <a:latin typeface="Calibri" panose="020F0502020204030204"/>
                          <a:cs typeface="Calibri" panose="020F0502020204030204"/>
                        </a:rPr>
                        <a:t> </a:t>
                      </a:r>
                      <a:r>
                        <a:rPr sz="1200" dirty="0">
                          <a:latin typeface="Calibri" panose="020F0502020204030204"/>
                          <a:cs typeface="Calibri" panose="020F0502020204030204"/>
                        </a:rPr>
                        <a:t>display</a:t>
                      </a:r>
                      <a:r>
                        <a:rPr sz="1200" spc="-30" dirty="0">
                          <a:latin typeface="Calibri" panose="020F0502020204030204"/>
                          <a:cs typeface="Calibri" panose="020F0502020204030204"/>
                        </a:rPr>
                        <a:t> </a:t>
                      </a:r>
                      <a:r>
                        <a:rPr sz="1200" dirty="0">
                          <a:latin typeface="Calibri" panose="020F0502020204030204"/>
                          <a:cs typeface="Calibri" panose="020F0502020204030204"/>
                        </a:rPr>
                        <a:t>the</a:t>
                      </a:r>
                      <a:r>
                        <a:rPr sz="1200" spc="-35" dirty="0">
                          <a:latin typeface="Calibri" panose="020F0502020204030204"/>
                          <a:cs typeface="Calibri" panose="020F0502020204030204"/>
                        </a:rPr>
                        <a:t> </a:t>
                      </a:r>
                      <a:r>
                        <a:rPr sz="1200" dirty="0">
                          <a:latin typeface="Calibri" panose="020F0502020204030204"/>
                          <a:cs typeface="Calibri" panose="020F0502020204030204"/>
                        </a:rPr>
                        <a:t>message</a:t>
                      </a:r>
                      <a:r>
                        <a:rPr sz="1200" spc="-20" dirty="0">
                          <a:latin typeface="Calibri" panose="020F0502020204030204"/>
                          <a:cs typeface="Calibri" panose="020F0502020204030204"/>
                        </a:rPr>
                        <a:t> </a:t>
                      </a:r>
                      <a:r>
                        <a:rPr sz="1200" dirty="0">
                          <a:latin typeface="Calibri" panose="020F0502020204030204"/>
                          <a:cs typeface="Calibri" panose="020F0502020204030204"/>
                        </a:rPr>
                        <a:t>value</a:t>
                      </a:r>
                      <a:r>
                        <a:rPr sz="1200" spc="-35" dirty="0">
                          <a:latin typeface="Calibri" panose="020F0502020204030204"/>
                          <a:cs typeface="Calibri" panose="020F0502020204030204"/>
                        </a:rPr>
                        <a:t> </a:t>
                      </a:r>
                      <a:r>
                        <a:rPr sz="1200" spc="-25" dirty="0">
                          <a:latin typeface="Calibri" panose="020F0502020204030204"/>
                          <a:cs typeface="Calibri" panose="020F0502020204030204"/>
                        </a:rPr>
                        <a:t>of </a:t>
                      </a:r>
                      <a:r>
                        <a:rPr sz="1200" dirty="0">
                          <a:latin typeface="Calibri" panose="020F0502020204030204"/>
                          <a:cs typeface="Calibri" panose="020F0502020204030204"/>
                        </a:rPr>
                        <a:t>the</a:t>
                      </a:r>
                      <a:r>
                        <a:rPr sz="1200" spc="-25" dirty="0">
                          <a:latin typeface="Calibri" panose="020F0502020204030204"/>
                          <a:cs typeface="Calibri" panose="020F0502020204030204"/>
                        </a:rPr>
                        <a:t> </a:t>
                      </a:r>
                      <a:r>
                        <a:rPr sz="1200" dirty="0">
                          <a:latin typeface="Calibri" panose="020F0502020204030204"/>
                          <a:cs typeface="Calibri" panose="020F0502020204030204"/>
                        </a:rPr>
                        <a:t>year</a:t>
                      </a:r>
                      <a:r>
                        <a:rPr sz="1200" spc="-5" dirty="0">
                          <a:latin typeface="Calibri" panose="020F0502020204030204"/>
                          <a:cs typeface="Calibri" panose="020F0502020204030204"/>
                        </a:rPr>
                        <a:t> </a:t>
                      </a:r>
                      <a:r>
                        <a:rPr sz="1200" dirty="0">
                          <a:latin typeface="Calibri" panose="020F0502020204030204"/>
                          <a:cs typeface="Calibri" panose="020F0502020204030204"/>
                        </a:rPr>
                        <a:t>in</a:t>
                      </a:r>
                      <a:r>
                        <a:rPr sz="1200" spc="-5" dirty="0">
                          <a:latin typeface="Calibri" panose="020F0502020204030204"/>
                          <a:cs typeface="Calibri" panose="020F0502020204030204"/>
                        </a:rPr>
                        <a:t> </a:t>
                      </a:r>
                      <a:r>
                        <a:rPr sz="1200" dirty="0">
                          <a:latin typeface="Calibri" panose="020F0502020204030204"/>
                          <a:cs typeface="Calibri" panose="020F0502020204030204"/>
                        </a:rPr>
                        <a:t>range</a:t>
                      </a:r>
                      <a:r>
                        <a:rPr sz="1200" spc="-20" dirty="0">
                          <a:latin typeface="Calibri" panose="020F0502020204030204"/>
                          <a:cs typeface="Calibri" panose="020F0502020204030204"/>
                        </a:rPr>
                        <a:t> </a:t>
                      </a:r>
                      <a:r>
                        <a:rPr sz="1200" spc="-10" dirty="0">
                          <a:latin typeface="Calibri" panose="020F0502020204030204"/>
                          <a:cs typeface="Calibri" panose="020F0502020204030204"/>
                        </a:rPr>
                        <a:t>1812..2013</a:t>
                      </a:r>
                      <a:endParaRPr sz="1200">
                        <a:latin typeface="Calibri" panose="020F0502020204030204"/>
                        <a:cs typeface="Calibri" panose="020F0502020204030204"/>
                      </a:endParaRPr>
                    </a:p>
                  </a:txBody>
                  <a:tcPr marL="0" marR="0" marT="444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415925">
                <a:tc rowSpan="2">
                  <a:txBody>
                    <a:bodyPr/>
                    <a:lstStyle/>
                    <a:p>
                      <a:pPr>
                        <a:lnSpc>
                          <a:spcPct val="100000"/>
                        </a:lnSpc>
                        <a:spcBef>
                          <a:spcPts val="1030"/>
                        </a:spcBef>
                      </a:pPr>
                      <a:endParaRPr sz="1200">
                        <a:latin typeface="Times New Roman" panose="02020603050405020304"/>
                        <a:cs typeface="Times New Roman" panose="02020603050405020304"/>
                      </a:endParaRPr>
                    </a:p>
                    <a:p>
                      <a:pPr marL="146050">
                        <a:lnSpc>
                          <a:spcPct val="100000"/>
                        </a:lnSpc>
                      </a:pPr>
                      <a:r>
                        <a:rPr sz="1200" spc="-25" dirty="0">
                          <a:latin typeface="Calibri" panose="020F0502020204030204"/>
                          <a:cs typeface="Calibri" panose="020F0502020204030204"/>
                        </a:rPr>
                        <a:t>SR6</a:t>
                      </a:r>
                      <a:endParaRPr sz="1200">
                        <a:latin typeface="Calibri" panose="020F0502020204030204"/>
                        <a:cs typeface="Calibri" panose="020F0502020204030204"/>
                      </a:endParaRPr>
                    </a:p>
                  </a:txBody>
                  <a:tcPr marL="0" marR="0" marT="1308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rowSpan="2">
                  <a:txBody>
                    <a:bodyPr/>
                    <a:lstStyle/>
                    <a:p>
                      <a:pPr>
                        <a:lnSpc>
                          <a:spcPct val="100000"/>
                        </a:lnSpc>
                        <a:spcBef>
                          <a:spcPts val="1030"/>
                        </a:spcBef>
                      </a:pPr>
                      <a:endParaRPr sz="1200">
                        <a:latin typeface="Times New Roman" panose="02020603050405020304"/>
                        <a:cs typeface="Times New Roman" panose="02020603050405020304"/>
                      </a:endParaRPr>
                    </a:p>
                    <a:p>
                      <a:pPr marL="97155">
                        <a:lnSpc>
                          <a:spcPct val="100000"/>
                        </a:lnSpc>
                      </a:pPr>
                      <a:r>
                        <a:rPr sz="1200" dirty="0">
                          <a:latin typeface="Calibri" panose="020F0502020204030204"/>
                          <a:cs typeface="Calibri" panose="020F0502020204030204"/>
                        </a:rPr>
                        <a:t>Enter</a:t>
                      </a:r>
                      <a:r>
                        <a:rPr sz="1200" spc="-10" dirty="0">
                          <a:latin typeface="Calibri" panose="020F0502020204030204"/>
                          <a:cs typeface="Calibri" panose="020F0502020204030204"/>
                        </a:rPr>
                        <a:t> </a:t>
                      </a:r>
                      <a:r>
                        <a:rPr sz="1200" dirty="0">
                          <a:latin typeface="Calibri" panose="020F0502020204030204"/>
                          <a:cs typeface="Calibri" panose="020F0502020204030204"/>
                        </a:rPr>
                        <a:t>the</a:t>
                      </a:r>
                      <a:r>
                        <a:rPr sz="1200" spc="-15" dirty="0">
                          <a:latin typeface="Calibri" panose="020F0502020204030204"/>
                          <a:cs typeface="Calibri" panose="020F0502020204030204"/>
                        </a:rPr>
                        <a:t> </a:t>
                      </a:r>
                      <a:r>
                        <a:rPr sz="1200" dirty="0">
                          <a:latin typeface="Calibri" panose="020F0502020204030204"/>
                          <a:cs typeface="Calibri" panose="020F0502020204030204"/>
                        </a:rPr>
                        <a:t>M2,</a:t>
                      </a:r>
                      <a:r>
                        <a:rPr sz="1200" spc="-15" dirty="0">
                          <a:latin typeface="Calibri" panose="020F0502020204030204"/>
                          <a:cs typeface="Calibri" panose="020F0502020204030204"/>
                        </a:rPr>
                        <a:t> </a:t>
                      </a:r>
                      <a:r>
                        <a:rPr sz="1200" dirty="0">
                          <a:latin typeface="Calibri" panose="020F0502020204030204"/>
                          <a:cs typeface="Calibri" panose="020F0502020204030204"/>
                        </a:rPr>
                        <a:t>D1</a:t>
                      </a:r>
                      <a:r>
                        <a:rPr sz="1200" spc="-10" dirty="0">
                          <a:latin typeface="Calibri" panose="020F0502020204030204"/>
                          <a:cs typeface="Calibri" panose="020F0502020204030204"/>
                        </a:rPr>
                        <a:t> </a:t>
                      </a:r>
                      <a:r>
                        <a:rPr sz="1200" dirty="0">
                          <a:latin typeface="Calibri" panose="020F0502020204030204"/>
                          <a:cs typeface="Calibri" panose="020F0502020204030204"/>
                        </a:rPr>
                        <a:t>and</a:t>
                      </a:r>
                      <a:r>
                        <a:rPr sz="1200" spc="-15" dirty="0">
                          <a:latin typeface="Calibri" panose="020F0502020204030204"/>
                          <a:cs typeface="Calibri" panose="020F0502020204030204"/>
                        </a:rPr>
                        <a:t> </a:t>
                      </a:r>
                      <a:r>
                        <a:rPr sz="1200" dirty="0">
                          <a:latin typeface="Calibri" panose="020F0502020204030204"/>
                          <a:cs typeface="Calibri" panose="020F0502020204030204"/>
                        </a:rPr>
                        <a:t>Y2</a:t>
                      </a:r>
                      <a:r>
                        <a:rPr sz="1200" spc="250" dirty="0">
                          <a:latin typeface="Calibri" panose="020F0502020204030204"/>
                          <a:cs typeface="Calibri" panose="020F0502020204030204"/>
                        </a:rPr>
                        <a:t> </a:t>
                      </a:r>
                      <a:r>
                        <a:rPr sz="1200" spc="-10" dirty="0">
                          <a:latin typeface="Calibri" panose="020F0502020204030204"/>
                          <a:cs typeface="Calibri" panose="020F0502020204030204"/>
                        </a:rPr>
                        <a:t>cases</a:t>
                      </a:r>
                      <a:endParaRPr sz="1200">
                        <a:latin typeface="Calibri" panose="020F0502020204030204"/>
                        <a:cs typeface="Calibri" panose="020F0502020204030204"/>
                      </a:endParaRPr>
                    </a:p>
                  </a:txBody>
                  <a:tcPr marL="0" marR="0" marT="1308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rowSpan="2">
                  <a:txBody>
                    <a:bodyPr/>
                    <a:lstStyle/>
                    <a:p>
                      <a:pPr>
                        <a:lnSpc>
                          <a:spcPct val="100000"/>
                        </a:lnSpc>
                        <a:spcBef>
                          <a:spcPts val="1030"/>
                        </a:spcBef>
                      </a:pPr>
                      <a:endParaRPr sz="1200">
                        <a:latin typeface="Times New Roman" panose="02020603050405020304"/>
                        <a:cs typeface="Times New Roman" panose="02020603050405020304"/>
                      </a:endParaRPr>
                    </a:p>
                    <a:p>
                      <a:pPr marL="635" algn="ctr">
                        <a:lnSpc>
                          <a:spcPct val="100000"/>
                        </a:lnSpc>
                      </a:pPr>
                      <a:r>
                        <a:rPr sz="1200" dirty="0">
                          <a:latin typeface="Calibri" panose="020F0502020204030204"/>
                          <a:cs typeface="Calibri" panose="020F0502020204030204"/>
                        </a:rPr>
                        <a:t>-</a:t>
                      </a: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1308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rowSpan="2">
                  <a:txBody>
                    <a:bodyPr/>
                    <a:lstStyle/>
                    <a:p>
                      <a:pPr>
                        <a:lnSpc>
                          <a:spcPct val="100000"/>
                        </a:lnSpc>
                        <a:spcBef>
                          <a:spcPts val="1030"/>
                        </a:spcBef>
                      </a:pPr>
                      <a:endParaRPr sz="1200">
                        <a:latin typeface="Times New Roman" panose="02020603050405020304"/>
                        <a:cs typeface="Times New Roman" panose="02020603050405020304"/>
                      </a:endParaRPr>
                    </a:p>
                    <a:p>
                      <a:pPr marL="121285">
                        <a:lnSpc>
                          <a:spcPct val="100000"/>
                        </a:lnSpc>
                      </a:pPr>
                      <a:r>
                        <a:rPr sz="1200" spc="-25" dirty="0">
                          <a:latin typeface="Calibri" panose="020F0502020204030204"/>
                          <a:cs typeface="Calibri" panose="020F0502020204030204"/>
                        </a:rPr>
                        <a:t>15</a:t>
                      </a:r>
                      <a:endParaRPr sz="1200">
                        <a:latin typeface="Calibri" panose="020F0502020204030204"/>
                        <a:cs typeface="Calibri" panose="020F0502020204030204"/>
                      </a:endParaRPr>
                    </a:p>
                  </a:txBody>
                  <a:tcPr marL="0" marR="0" marT="1308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rowSpan="2">
                  <a:txBody>
                    <a:bodyPr/>
                    <a:lstStyle/>
                    <a:p>
                      <a:pPr>
                        <a:lnSpc>
                          <a:spcPct val="100000"/>
                        </a:lnSpc>
                        <a:spcBef>
                          <a:spcPts val="1030"/>
                        </a:spcBef>
                      </a:pPr>
                      <a:endParaRPr sz="1200">
                        <a:latin typeface="Times New Roman" panose="02020603050405020304"/>
                        <a:cs typeface="Times New Roman" panose="02020603050405020304"/>
                      </a:endParaRPr>
                    </a:p>
                    <a:p>
                      <a:pPr marL="73025">
                        <a:lnSpc>
                          <a:spcPct val="100000"/>
                        </a:lnSpc>
                      </a:pPr>
                      <a:r>
                        <a:rPr sz="1200" spc="-20" dirty="0">
                          <a:latin typeface="Calibri" panose="020F0502020204030204"/>
                          <a:cs typeface="Calibri" panose="020F0502020204030204"/>
                        </a:rPr>
                        <a:t>1811</a:t>
                      </a:r>
                      <a:endParaRPr sz="1200">
                        <a:latin typeface="Calibri" panose="020F0502020204030204"/>
                        <a:cs typeface="Calibri" panose="020F0502020204030204"/>
                      </a:endParaRPr>
                    </a:p>
                  </a:txBody>
                  <a:tcPr marL="0" marR="0" marT="1308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06425" marR="168910" indent="-431800">
                        <a:lnSpc>
                          <a:spcPct val="102000"/>
                        </a:lnSpc>
                        <a:spcBef>
                          <a:spcPts val="95"/>
                        </a:spcBef>
                      </a:pPr>
                      <a:r>
                        <a:rPr sz="1200" dirty="0">
                          <a:latin typeface="Calibri" panose="020F0502020204030204"/>
                          <a:cs typeface="Calibri" panose="020F0502020204030204"/>
                        </a:rPr>
                        <a:t>(</a:t>
                      </a:r>
                      <a:r>
                        <a:rPr sz="1200" b="1" dirty="0">
                          <a:latin typeface="Calibri" panose="020F0502020204030204"/>
                          <a:cs typeface="Calibri" panose="020F0502020204030204"/>
                        </a:rPr>
                        <a:t>i</a:t>
                      </a:r>
                      <a:r>
                        <a:rPr sz="1200" dirty="0">
                          <a:latin typeface="Calibri" panose="020F0502020204030204"/>
                          <a:cs typeface="Calibri" panose="020F0502020204030204"/>
                        </a:rPr>
                        <a:t>)</a:t>
                      </a:r>
                      <a:r>
                        <a:rPr sz="1200" spc="-25" dirty="0">
                          <a:latin typeface="Calibri" panose="020F0502020204030204"/>
                          <a:cs typeface="Calibri" panose="020F0502020204030204"/>
                        </a:rPr>
                        <a:t> </a:t>
                      </a:r>
                      <a:r>
                        <a:rPr sz="1200" dirty="0">
                          <a:latin typeface="Calibri" panose="020F0502020204030204"/>
                          <a:cs typeface="Calibri" panose="020F0502020204030204"/>
                        </a:rPr>
                        <a:t>Should</a:t>
                      </a:r>
                      <a:r>
                        <a:rPr sz="1200" spc="-25" dirty="0">
                          <a:latin typeface="Calibri" panose="020F0502020204030204"/>
                          <a:cs typeface="Calibri" panose="020F0502020204030204"/>
                        </a:rPr>
                        <a:t> </a:t>
                      </a:r>
                      <a:r>
                        <a:rPr sz="1200" dirty="0">
                          <a:latin typeface="Calibri" panose="020F0502020204030204"/>
                          <a:cs typeface="Calibri" panose="020F0502020204030204"/>
                        </a:rPr>
                        <a:t>display</a:t>
                      </a:r>
                      <a:r>
                        <a:rPr sz="1200" spc="-30" dirty="0">
                          <a:latin typeface="Calibri" panose="020F0502020204030204"/>
                          <a:cs typeface="Calibri" panose="020F0502020204030204"/>
                        </a:rPr>
                        <a:t> </a:t>
                      </a:r>
                      <a:r>
                        <a:rPr sz="1200" dirty="0">
                          <a:latin typeface="Calibri" panose="020F0502020204030204"/>
                          <a:cs typeface="Calibri" panose="020F0502020204030204"/>
                        </a:rPr>
                        <a:t>the</a:t>
                      </a:r>
                      <a:r>
                        <a:rPr sz="1200" spc="-15" dirty="0">
                          <a:latin typeface="Calibri" panose="020F0502020204030204"/>
                          <a:cs typeface="Calibri" panose="020F0502020204030204"/>
                        </a:rPr>
                        <a:t> </a:t>
                      </a:r>
                      <a:r>
                        <a:rPr sz="1200" dirty="0">
                          <a:latin typeface="Calibri" panose="020F0502020204030204"/>
                          <a:cs typeface="Calibri" panose="020F0502020204030204"/>
                        </a:rPr>
                        <a:t>message</a:t>
                      </a:r>
                      <a:r>
                        <a:rPr sz="1200" spc="-25" dirty="0">
                          <a:latin typeface="Calibri" panose="020F0502020204030204"/>
                          <a:cs typeface="Calibri" panose="020F0502020204030204"/>
                        </a:rPr>
                        <a:t> </a:t>
                      </a:r>
                      <a:r>
                        <a:rPr sz="1200" dirty="0">
                          <a:latin typeface="Calibri" panose="020F0502020204030204"/>
                          <a:cs typeface="Calibri" panose="020F0502020204030204"/>
                        </a:rPr>
                        <a:t>value</a:t>
                      </a:r>
                      <a:r>
                        <a:rPr sz="1200" spc="-25" dirty="0">
                          <a:latin typeface="Calibri" panose="020F0502020204030204"/>
                          <a:cs typeface="Calibri" panose="020F0502020204030204"/>
                        </a:rPr>
                        <a:t> of </a:t>
                      </a:r>
                      <a:r>
                        <a:rPr sz="1200" dirty="0">
                          <a:latin typeface="Calibri" panose="020F0502020204030204"/>
                          <a:cs typeface="Calibri" panose="020F0502020204030204"/>
                        </a:rPr>
                        <a:t>the</a:t>
                      </a:r>
                      <a:r>
                        <a:rPr sz="1200" spc="-30" dirty="0">
                          <a:latin typeface="Calibri" panose="020F0502020204030204"/>
                          <a:cs typeface="Calibri" panose="020F0502020204030204"/>
                        </a:rPr>
                        <a:t> </a:t>
                      </a:r>
                      <a:r>
                        <a:rPr sz="1200" dirty="0">
                          <a:latin typeface="Calibri" panose="020F0502020204030204"/>
                          <a:cs typeface="Calibri" panose="020F0502020204030204"/>
                        </a:rPr>
                        <a:t>month</a:t>
                      </a:r>
                      <a:r>
                        <a:rPr sz="1200" spc="-20" dirty="0">
                          <a:latin typeface="Calibri" panose="020F0502020204030204"/>
                          <a:cs typeface="Calibri" panose="020F0502020204030204"/>
                        </a:rPr>
                        <a:t> </a:t>
                      </a:r>
                      <a:r>
                        <a:rPr sz="1200" dirty="0">
                          <a:latin typeface="Calibri" panose="020F0502020204030204"/>
                          <a:cs typeface="Calibri" panose="020F0502020204030204"/>
                        </a:rPr>
                        <a:t>in</a:t>
                      </a:r>
                      <a:r>
                        <a:rPr sz="1200" spc="-25" dirty="0">
                          <a:latin typeface="Calibri" panose="020F0502020204030204"/>
                          <a:cs typeface="Calibri" panose="020F0502020204030204"/>
                        </a:rPr>
                        <a:t> </a:t>
                      </a:r>
                      <a:r>
                        <a:rPr sz="1200" dirty="0">
                          <a:latin typeface="Calibri" panose="020F0502020204030204"/>
                          <a:cs typeface="Calibri" panose="020F0502020204030204"/>
                        </a:rPr>
                        <a:t>range</a:t>
                      </a:r>
                      <a:r>
                        <a:rPr sz="1200" spc="-10" dirty="0">
                          <a:latin typeface="Calibri" panose="020F0502020204030204"/>
                          <a:cs typeface="Calibri" panose="020F0502020204030204"/>
                        </a:rPr>
                        <a:t> 1..12</a:t>
                      </a:r>
                      <a:endParaRPr sz="1200">
                        <a:latin typeface="Calibri" panose="020F0502020204030204"/>
                        <a:cs typeface="Calibri" panose="020F0502020204030204"/>
                      </a:endParaRPr>
                    </a:p>
                  </a:txBody>
                  <a:tcPr marL="0" marR="0" marT="1206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397510">
                <a:tc vMerge="1">
                  <a:tcPr marL="0" marR="0" marT="1308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cPr marL="0" marR="0" marT="1308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cPr marL="0" marR="0" marT="1308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cPr marL="0" marR="0" marT="1308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cPr marL="0" marR="0" marT="1308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484505" marR="149225" indent="-329565">
                        <a:lnSpc>
                          <a:spcPct val="102000"/>
                        </a:lnSpc>
                        <a:spcBef>
                          <a:spcPts val="20"/>
                        </a:spcBef>
                      </a:pPr>
                      <a:r>
                        <a:rPr sz="1200" b="1" dirty="0">
                          <a:latin typeface="Calibri" panose="020F0502020204030204"/>
                          <a:cs typeface="Calibri" panose="020F0502020204030204"/>
                        </a:rPr>
                        <a:t>(ii)</a:t>
                      </a:r>
                      <a:r>
                        <a:rPr sz="1200" b="1" spc="-20" dirty="0">
                          <a:latin typeface="Calibri" panose="020F0502020204030204"/>
                          <a:cs typeface="Calibri" panose="020F0502020204030204"/>
                        </a:rPr>
                        <a:t> </a:t>
                      </a:r>
                      <a:r>
                        <a:rPr sz="1200" dirty="0">
                          <a:latin typeface="Calibri" panose="020F0502020204030204"/>
                          <a:cs typeface="Calibri" panose="020F0502020204030204"/>
                        </a:rPr>
                        <a:t>Should</a:t>
                      </a:r>
                      <a:r>
                        <a:rPr sz="1200" spc="-30" dirty="0">
                          <a:latin typeface="Calibri" panose="020F0502020204030204"/>
                          <a:cs typeface="Calibri" panose="020F0502020204030204"/>
                        </a:rPr>
                        <a:t> </a:t>
                      </a:r>
                      <a:r>
                        <a:rPr sz="1200" dirty="0">
                          <a:latin typeface="Calibri" panose="020F0502020204030204"/>
                          <a:cs typeface="Calibri" panose="020F0502020204030204"/>
                        </a:rPr>
                        <a:t>display</a:t>
                      </a:r>
                      <a:r>
                        <a:rPr sz="1200" spc="-35" dirty="0">
                          <a:latin typeface="Calibri" panose="020F0502020204030204"/>
                          <a:cs typeface="Calibri" panose="020F0502020204030204"/>
                        </a:rPr>
                        <a:t> </a:t>
                      </a:r>
                      <a:r>
                        <a:rPr sz="1200" dirty="0">
                          <a:latin typeface="Calibri" panose="020F0502020204030204"/>
                          <a:cs typeface="Calibri" panose="020F0502020204030204"/>
                        </a:rPr>
                        <a:t>the</a:t>
                      </a:r>
                      <a:r>
                        <a:rPr sz="1200" spc="-35" dirty="0">
                          <a:latin typeface="Calibri" panose="020F0502020204030204"/>
                          <a:cs typeface="Calibri" panose="020F0502020204030204"/>
                        </a:rPr>
                        <a:t> </a:t>
                      </a:r>
                      <a:r>
                        <a:rPr sz="1200" dirty="0">
                          <a:latin typeface="Calibri" panose="020F0502020204030204"/>
                          <a:cs typeface="Calibri" panose="020F0502020204030204"/>
                        </a:rPr>
                        <a:t>message</a:t>
                      </a:r>
                      <a:r>
                        <a:rPr sz="1200" spc="-20" dirty="0">
                          <a:latin typeface="Calibri" panose="020F0502020204030204"/>
                          <a:cs typeface="Calibri" panose="020F0502020204030204"/>
                        </a:rPr>
                        <a:t> </a:t>
                      </a:r>
                      <a:r>
                        <a:rPr sz="1200" dirty="0">
                          <a:latin typeface="Calibri" panose="020F0502020204030204"/>
                          <a:cs typeface="Calibri" panose="020F0502020204030204"/>
                        </a:rPr>
                        <a:t>value</a:t>
                      </a:r>
                      <a:r>
                        <a:rPr sz="1200" spc="-30" dirty="0">
                          <a:latin typeface="Calibri" panose="020F0502020204030204"/>
                          <a:cs typeface="Calibri" panose="020F0502020204030204"/>
                        </a:rPr>
                        <a:t> </a:t>
                      </a:r>
                      <a:r>
                        <a:rPr sz="1200" spc="-25" dirty="0">
                          <a:latin typeface="Calibri" panose="020F0502020204030204"/>
                          <a:cs typeface="Calibri" panose="020F0502020204030204"/>
                        </a:rPr>
                        <a:t>of </a:t>
                      </a:r>
                      <a:r>
                        <a:rPr sz="1200" dirty="0">
                          <a:latin typeface="Calibri" panose="020F0502020204030204"/>
                          <a:cs typeface="Calibri" panose="020F0502020204030204"/>
                        </a:rPr>
                        <a:t>the</a:t>
                      </a:r>
                      <a:r>
                        <a:rPr sz="1200" spc="-25" dirty="0">
                          <a:latin typeface="Calibri" panose="020F0502020204030204"/>
                          <a:cs typeface="Calibri" panose="020F0502020204030204"/>
                        </a:rPr>
                        <a:t> </a:t>
                      </a:r>
                      <a:r>
                        <a:rPr sz="1200" dirty="0">
                          <a:latin typeface="Calibri" panose="020F0502020204030204"/>
                          <a:cs typeface="Calibri" panose="020F0502020204030204"/>
                        </a:rPr>
                        <a:t>year</a:t>
                      </a:r>
                      <a:r>
                        <a:rPr sz="1200" spc="-5" dirty="0">
                          <a:latin typeface="Calibri" panose="020F0502020204030204"/>
                          <a:cs typeface="Calibri" panose="020F0502020204030204"/>
                        </a:rPr>
                        <a:t> </a:t>
                      </a:r>
                      <a:r>
                        <a:rPr sz="1200" dirty="0">
                          <a:latin typeface="Calibri" panose="020F0502020204030204"/>
                          <a:cs typeface="Calibri" panose="020F0502020204030204"/>
                        </a:rPr>
                        <a:t>in</a:t>
                      </a:r>
                      <a:r>
                        <a:rPr sz="1200" spc="-5" dirty="0">
                          <a:latin typeface="Calibri" panose="020F0502020204030204"/>
                          <a:cs typeface="Calibri" panose="020F0502020204030204"/>
                        </a:rPr>
                        <a:t> </a:t>
                      </a:r>
                      <a:r>
                        <a:rPr sz="1200" dirty="0">
                          <a:latin typeface="Calibri" panose="020F0502020204030204"/>
                          <a:cs typeface="Calibri" panose="020F0502020204030204"/>
                        </a:rPr>
                        <a:t>range</a:t>
                      </a:r>
                      <a:r>
                        <a:rPr sz="1200" spc="-20" dirty="0">
                          <a:latin typeface="Calibri" panose="020F0502020204030204"/>
                          <a:cs typeface="Calibri" panose="020F0502020204030204"/>
                        </a:rPr>
                        <a:t> </a:t>
                      </a:r>
                      <a:r>
                        <a:rPr sz="1200" spc="-10" dirty="0">
                          <a:latin typeface="Calibri" panose="020F0502020204030204"/>
                          <a:cs typeface="Calibri" panose="020F0502020204030204"/>
                        </a:rPr>
                        <a:t>1812..2013</a:t>
                      </a:r>
                      <a:endParaRPr sz="1200">
                        <a:latin typeface="Calibri" panose="020F0502020204030204"/>
                        <a:cs typeface="Calibri" panose="020F0502020204030204"/>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395605">
                <a:tc rowSpan="3">
                  <a:txBody>
                    <a:bodyPr/>
                    <a:lstStyle/>
                    <a:p>
                      <a:pPr>
                        <a:lnSpc>
                          <a:spcPct val="100000"/>
                        </a:lnSpc>
                      </a:pPr>
                      <a:endParaRPr sz="1200">
                        <a:latin typeface="Times New Roman" panose="02020603050405020304"/>
                        <a:cs typeface="Times New Roman" panose="02020603050405020304"/>
                      </a:endParaRPr>
                    </a:p>
                    <a:p>
                      <a:pPr>
                        <a:lnSpc>
                          <a:spcPct val="100000"/>
                        </a:lnSpc>
                        <a:spcBef>
                          <a:spcPts val="1125"/>
                        </a:spcBef>
                      </a:pPr>
                      <a:endParaRPr sz="1200">
                        <a:latin typeface="Times New Roman" panose="02020603050405020304"/>
                        <a:cs typeface="Times New Roman" panose="02020603050405020304"/>
                      </a:endParaRPr>
                    </a:p>
                    <a:p>
                      <a:pPr marL="146050">
                        <a:lnSpc>
                          <a:spcPct val="100000"/>
                        </a:lnSpc>
                      </a:pPr>
                      <a:r>
                        <a:rPr sz="1200" spc="-25" dirty="0">
                          <a:latin typeface="Calibri" panose="020F0502020204030204"/>
                          <a:cs typeface="Calibri" panose="020F0502020204030204"/>
                        </a:rPr>
                        <a:t>SR7</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rowSpan="3">
                  <a:txBody>
                    <a:bodyPr/>
                    <a:lstStyle/>
                    <a:p>
                      <a:pPr>
                        <a:lnSpc>
                          <a:spcPct val="100000"/>
                        </a:lnSpc>
                      </a:pPr>
                      <a:endParaRPr sz="1200">
                        <a:latin typeface="Times New Roman" panose="02020603050405020304"/>
                        <a:cs typeface="Times New Roman" panose="02020603050405020304"/>
                      </a:endParaRPr>
                    </a:p>
                    <a:p>
                      <a:pPr>
                        <a:lnSpc>
                          <a:spcPct val="100000"/>
                        </a:lnSpc>
                        <a:spcBef>
                          <a:spcPts val="1125"/>
                        </a:spcBef>
                      </a:pPr>
                      <a:endParaRPr sz="1200">
                        <a:latin typeface="Times New Roman" panose="02020603050405020304"/>
                        <a:cs typeface="Times New Roman" panose="02020603050405020304"/>
                      </a:endParaRPr>
                    </a:p>
                    <a:p>
                      <a:pPr marL="97155">
                        <a:lnSpc>
                          <a:spcPct val="100000"/>
                        </a:lnSpc>
                      </a:pPr>
                      <a:r>
                        <a:rPr sz="1200" dirty="0">
                          <a:latin typeface="Calibri" panose="020F0502020204030204"/>
                          <a:cs typeface="Calibri" panose="020F0502020204030204"/>
                        </a:rPr>
                        <a:t>Enter</a:t>
                      </a:r>
                      <a:r>
                        <a:rPr sz="1200" spc="-10" dirty="0">
                          <a:latin typeface="Calibri" panose="020F0502020204030204"/>
                          <a:cs typeface="Calibri" panose="020F0502020204030204"/>
                        </a:rPr>
                        <a:t> </a:t>
                      </a:r>
                      <a:r>
                        <a:rPr sz="1200" dirty="0">
                          <a:latin typeface="Calibri" panose="020F0502020204030204"/>
                          <a:cs typeface="Calibri" panose="020F0502020204030204"/>
                        </a:rPr>
                        <a:t>the</a:t>
                      </a:r>
                      <a:r>
                        <a:rPr sz="1200" spc="-15" dirty="0">
                          <a:latin typeface="Calibri" panose="020F0502020204030204"/>
                          <a:cs typeface="Calibri" panose="020F0502020204030204"/>
                        </a:rPr>
                        <a:t> </a:t>
                      </a:r>
                      <a:r>
                        <a:rPr sz="1200" dirty="0">
                          <a:latin typeface="Calibri" panose="020F0502020204030204"/>
                          <a:cs typeface="Calibri" panose="020F0502020204030204"/>
                        </a:rPr>
                        <a:t>M2,</a:t>
                      </a:r>
                      <a:r>
                        <a:rPr sz="1200" spc="-15" dirty="0">
                          <a:latin typeface="Calibri" panose="020F0502020204030204"/>
                          <a:cs typeface="Calibri" panose="020F0502020204030204"/>
                        </a:rPr>
                        <a:t> </a:t>
                      </a:r>
                      <a:r>
                        <a:rPr sz="1200" dirty="0">
                          <a:latin typeface="Calibri" panose="020F0502020204030204"/>
                          <a:cs typeface="Calibri" panose="020F0502020204030204"/>
                        </a:rPr>
                        <a:t>D2</a:t>
                      </a:r>
                      <a:r>
                        <a:rPr sz="1200" spc="-10" dirty="0">
                          <a:latin typeface="Calibri" panose="020F0502020204030204"/>
                          <a:cs typeface="Calibri" panose="020F0502020204030204"/>
                        </a:rPr>
                        <a:t> </a:t>
                      </a:r>
                      <a:r>
                        <a:rPr sz="1200" dirty="0">
                          <a:latin typeface="Calibri" panose="020F0502020204030204"/>
                          <a:cs typeface="Calibri" panose="020F0502020204030204"/>
                        </a:rPr>
                        <a:t>and</a:t>
                      </a:r>
                      <a:r>
                        <a:rPr sz="1200" spc="-15" dirty="0">
                          <a:latin typeface="Calibri" panose="020F0502020204030204"/>
                          <a:cs typeface="Calibri" panose="020F0502020204030204"/>
                        </a:rPr>
                        <a:t> </a:t>
                      </a:r>
                      <a:r>
                        <a:rPr sz="1200" dirty="0">
                          <a:latin typeface="Calibri" panose="020F0502020204030204"/>
                          <a:cs typeface="Calibri" panose="020F0502020204030204"/>
                        </a:rPr>
                        <a:t>Y2</a:t>
                      </a:r>
                      <a:r>
                        <a:rPr sz="1200" spc="250" dirty="0">
                          <a:latin typeface="Calibri" panose="020F0502020204030204"/>
                          <a:cs typeface="Calibri" panose="020F0502020204030204"/>
                        </a:rPr>
                        <a:t> </a:t>
                      </a:r>
                      <a:r>
                        <a:rPr sz="1200" spc="-10" dirty="0">
                          <a:latin typeface="Calibri" panose="020F0502020204030204"/>
                          <a:cs typeface="Calibri" panose="020F0502020204030204"/>
                        </a:rPr>
                        <a:t>cases</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rowSpan="3">
                  <a:txBody>
                    <a:bodyPr/>
                    <a:lstStyle/>
                    <a:p>
                      <a:pPr>
                        <a:lnSpc>
                          <a:spcPct val="100000"/>
                        </a:lnSpc>
                      </a:pPr>
                      <a:endParaRPr sz="1200">
                        <a:latin typeface="Times New Roman" panose="02020603050405020304"/>
                        <a:cs typeface="Times New Roman" panose="02020603050405020304"/>
                      </a:endParaRPr>
                    </a:p>
                    <a:p>
                      <a:pPr>
                        <a:lnSpc>
                          <a:spcPct val="100000"/>
                        </a:lnSpc>
                        <a:spcBef>
                          <a:spcPts val="1125"/>
                        </a:spcBef>
                      </a:pPr>
                      <a:endParaRPr sz="1200">
                        <a:latin typeface="Times New Roman" panose="02020603050405020304"/>
                        <a:cs typeface="Times New Roman" panose="02020603050405020304"/>
                      </a:endParaRPr>
                    </a:p>
                    <a:p>
                      <a:pPr marL="635" algn="ctr">
                        <a:lnSpc>
                          <a:spcPct val="100000"/>
                        </a:lnSpc>
                      </a:pPr>
                      <a:r>
                        <a:rPr sz="1200" dirty="0">
                          <a:latin typeface="Calibri" panose="020F0502020204030204"/>
                          <a:cs typeface="Calibri" panose="020F0502020204030204"/>
                        </a:rPr>
                        <a:t>-</a:t>
                      </a: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rowSpan="3">
                  <a:txBody>
                    <a:bodyPr/>
                    <a:lstStyle/>
                    <a:p>
                      <a:pPr>
                        <a:lnSpc>
                          <a:spcPct val="100000"/>
                        </a:lnSpc>
                      </a:pPr>
                      <a:endParaRPr sz="1200">
                        <a:latin typeface="Times New Roman" panose="02020603050405020304"/>
                        <a:cs typeface="Times New Roman" panose="02020603050405020304"/>
                      </a:endParaRPr>
                    </a:p>
                    <a:p>
                      <a:pPr>
                        <a:lnSpc>
                          <a:spcPct val="100000"/>
                        </a:lnSpc>
                        <a:spcBef>
                          <a:spcPts val="1125"/>
                        </a:spcBef>
                      </a:pPr>
                      <a:endParaRPr sz="1200">
                        <a:latin typeface="Times New Roman" panose="02020603050405020304"/>
                        <a:cs typeface="Times New Roman" panose="02020603050405020304"/>
                      </a:endParaRPr>
                    </a:p>
                    <a:p>
                      <a:pPr algn="ctr">
                        <a:lnSpc>
                          <a:spcPct val="100000"/>
                        </a:lnSpc>
                      </a:pPr>
                      <a:r>
                        <a:rPr sz="1200" dirty="0">
                          <a:latin typeface="Calibri" panose="020F0502020204030204"/>
                          <a:cs typeface="Calibri" panose="020F0502020204030204"/>
                        </a:rPr>
                        <a:t>-</a:t>
                      </a: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rowSpan="3">
                  <a:txBody>
                    <a:bodyPr/>
                    <a:lstStyle/>
                    <a:p>
                      <a:pPr>
                        <a:lnSpc>
                          <a:spcPct val="100000"/>
                        </a:lnSpc>
                      </a:pPr>
                      <a:endParaRPr sz="1200">
                        <a:latin typeface="Times New Roman" panose="02020603050405020304"/>
                        <a:cs typeface="Times New Roman" panose="02020603050405020304"/>
                      </a:endParaRPr>
                    </a:p>
                    <a:p>
                      <a:pPr>
                        <a:lnSpc>
                          <a:spcPct val="100000"/>
                        </a:lnSpc>
                        <a:spcBef>
                          <a:spcPts val="1125"/>
                        </a:spcBef>
                      </a:pPr>
                      <a:endParaRPr sz="1200">
                        <a:latin typeface="Times New Roman" panose="02020603050405020304"/>
                        <a:cs typeface="Times New Roman" panose="02020603050405020304"/>
                      </a:endParaRPr>
                    </a:p>
                    <a:p>
                      <a:pPr marL="73025">
                        <a:lnSpc>
                          <a:spcPct val="100000"/>
                        </a:lnSpc>
                      </a:pPr>
                      <a:r>
                        <a:rPr sz="1200" spc="-20" dirty="0">
                          <a:latin typeface="Calibri" panose="020F0502020204030204"/>
                          <a:cs typeface="Calibri" panose="020F0502020204030204"/>
                        </a:rPr>
                        <a:t>1811</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27075" marR="67310" indent="-655955">
                        <a:lnSpc>
                          <a:spcPct val="102000"/>
                        </a:lnSpc>
                        <a:spcBef>
                          <a:spcPts val="10"/>
                        </a:spcBef>
                      </a:pPr>
                      <a:r>
                        <a:rPr sz="1200" dirty="0">
                          <a:latin typeface="Calibri" panose="020F0502020204030204"/>
                          <a:cs typeface="Calibri" panose="020F0502020204030204"/>
                        </a:rPr>
                        <a:t>(</a:t>
                      </a:r>
                      <a:r>
                        <a:rPr sz="1200" b="1" dirty="0">
                          <a:latin typeface="Calibri" panose="020F0502020204030204"/>
                          <a:cs typeface="Calibri" panose="020F0502020204030204"/>
                        </a:rPr>
                        <a:t>i</a:t>
                      </a:r>
                      <a:r>
                        <a:rPr sz="1200" dirty="0">
                          <a:latin typeface="Calibri" panose="020F0502020204030204"/>
                          <a:cs typeface="Calibri" panose="020F0502020204030204"/>
                        </a:rPr>
                        <a:t>)Should</a:t>
                      </a:r>
                      <a:r>
                        <a:rPr sz="1200" spc="-25" dirty="0">
                          <a:latin typeface="Calibri" panose="020F0502020204030204"/>
                          <a:cs typeface="Calibri" panose="020F0502020204030204"/>
                        </a:rPr>
                        <a:t> </a:t>
                      </a:r>
                      <a:r>
                        <a:rPr sz="1200" dirty="0">
                          <a:latin typeface="Calibri" panose="020F0502020204030204"/>
                          <a:cs typeface="Calibri" panose="020F0502020204030204"/>
                        </a:rPr>
                        <a:t>display</a:t>
                      </a:r>
                      <a:r>
                        <a:rPr sz="1200" spc="-35" dirty="0">
                          <a:latin typeface="Calibri" panose="020F0502020204030204"/>
                          <a:cs typeface="Calibri" panose="020F0502020204030204"/>
                        </a:rPr>
                        <a:t> </a:t>
                      </a:r>
                      <a:r>
                        <a:rPr sz="1200" dirty="0">
                          <a:latin typeface="Calibri" panose="020F0502020204030204"/>
                          <a:cs typeface="Calibri" panose="020F0502020204030204"/>
                        </a:rPr>
                        <a:t>the</a:t>
                      </a:r>
                      <a:r>
                        <a:rPr sz="1200" spc="-35" dirty="0">
                          <a:latin typeface="Calibri" panose="020F0502020204030204"/>
                          <a:cs typeface="Calibri" panose="020F0502020204030204"/>
                        </a:rPr>
                        <a:t> </a:t>
                      </a:r>
                      <a:r>
                        <a:rPr sz="1200" dirty="0">
                          <a:latin typeface="Calibri" panose="020F0502020204030204"/>
                          <a:cs typeface="Calibri" panose="020F0502020204030204"/>
                        </a:rPr>
                        <a:t>message</a:t>
                      </a:r>
                      <a:r>
                        <a:rPr sz="1200" spc="-20" dirty="0">
                          <a:latin typeface="Calibri" panose="020F0502020204030204"/>
                          <a:cs typeface="Calibri" panose="020F0502020204030204"/>
                        </a:rPr>
                        <a:t> </a:t>
                      </a:r>
                      <a:r>
                        <a:rPr sz="1200" dirty="0">
                          <a:latin typeface="Calibri" panose="020F0502020204030204"/>
                          <a:cs typeface="Calibri" panose="020F0502020204030204"/>
                        </a:rPr>
                        <a:t>value</a:t>
                      </a:r>
                      <a:r>
                        <a:rPr sz="1200" spc="-35" dirty="0">
                          <a:latin typeface="Calibri" panose="020F0502020204030204"/>
                          <a:cs typeface="Calibri" panose="020F0502020204030204"/>
                        </a:rPr>
                        <a:t> </a:t>
                      </a:r>
                      <a:r>
                        <a:rPr sz="1200" dirty="0">
                          <a:latin typeface="Calibri" panose="020F0502020204030204"/>
                          <a:cs typeface="Calibri" panose="020F0502020204030204"/>
                        </a:rPr>
                        <a:t>of</a:t>
                      </a:r>
                      <a:r>
                        <a:rPr sz="1200" spc="-30" dirty="0">
                          <a:latin typeface="Calibri" panose="020F0502020204030204"/>
                          <a:cs typeface="Calibri" panose="020F0502020204030204"/>
                        </a:rPr>
                        <a:t> </a:t>
                      </a:r>
                      <a:r>
                        <a:rPr sz="1200" spc="-25" dirty="0">
                          <a:latin typeface="Calibri" panose="020F0502020204030204"/>
                          <a:cs typeface="Calibri" panose="020F0502020204030204"/>
                        </a:rPr>
                        <a:t>the </a:t>
                      </a:r>
                      <a:r>
                        <a:rPr sz="1200" dirty="0">
                          <a:latin typeface="Calibri" panose="020F0502020204030204"/>
                          <a:cs typeface="Calibri" panose="020F0502020204030204"/>
                        </a:rPr>
                        <a:t>month</a:t>
                      </a:r>
                      <a:r>
                        <a:rPr sz="1200" spc="-20" dirty="0">
                          <a:latin typeface="Calibri" panose="020F0502020204030204"/>
                          <a:cs typeface="Calibri" panose="020F0502020204030204"/>
                        </a:rPr>
                        <a:t> </a:t>
                      </a:r>
                      <a:r>
                        <a:rPr sz="1200" dirty="0">
                          <a:latin typeface="Calibri" panose="020F0502020204030204"/>
                          <a:cs typeface="Calibri" panose="020F0502020204030204"/>
                        </a:rPr>
                        <a:t>in</a:t>
                      </a:r>
                      <a:r>
                        <a:rPr sz="1200" spc="-20" dirty="0">
                          <a:latin typeface="Calibri" panose="020F0502020204030204"/>
                          <a:cs typeface="Calibri" panose="020F0502020204030204"/>
                        </a:rPr>
                        <a:t> </a:t>
                      </a:r>
                      <a:r>
                        <a:rPr sz="1200" dirty="0">
                          <a:latin typeface="Calibri" panose="020F0502020204030204"/>
                          <a:cs typeface="Calibri" panose="020F0502020204030204"/>
                        </a:rPr>
                        <a:t>range</a:t>
                      </a:r>
                      <a:r>
                        <a:rPr sz="1200" spc="-30" dirty="0">
                          <a:latin typeface="Calibri" panose="020F0502020204030204"/>
                          <a:cs typeface="Calibri" panose="020F0502020204030204"/>
                        </a:rPr>
                        <a:t> </a:t>
                      </a:r>
                      <a:r>
                        <a:rPr sz="1200" spc="-10" dirty="0">
                          <a:latin typeface="Calibri" panose="020F0502020204030204"/>
                          <a:cs typeface="Calibri" panose="020F0502020204030204"/>
                        </a:rPr>
                        <a:t>1..12</a:t>
                      </a:r>
                      <a:endParaRPr sz="1200">
                        <a:latin typeface="Calibri" panose="020F0502020204030204"/>
                        <a:cs typeface="Calibri" panose="020F0502020204030204"/>
                      </a:endParaRPr>
                    </a:p>
                  </a:txBody>
                  <a:tcPr marL="0" marR="0" marT="127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397510">
                <a:tc vMerge="1">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02310" marR="149225" indent="-547370">
                        <a:lnSpc>
                          <a:spcPct val="102000"/>
                        </a:lnSpc>
                        <a:spcBef>
                          <a:spcPts val="10"/>
                        </a:spcBef>
                      </a:pPr>
                      <a:r>
                        <a:rPr sz="1200" b="1" dirty="0">
                          <a:latin typeface="Calibri" panose="020F0502020204030204"/>
                          <a:cs typeface="Calibri" panose="020F0502020204030204"/>
                        </a:rPr>
                        <a:t>(ii)</a:t>
                      </a:r>
                      <a:r>
                        <a:rPr sz="1200" b="1" spc="-25" dirty="0">
                          <a:latin typeface="Calibri" panose="020F0502020204030204"/>
                          <a:cs typeface="Calibri" panose="020F0502020204030204"/>
                        </a:rPr>
                        <a:t> </a:t>
                      </a:r>
                      <a:r>
                        <a:rPr sz="1200" dirty="0">
                          <a:latin typeface="Calibri" panose="020F0502020204030204"/>
                          <a:cs typeface="Calibri" panose="020F0502020204030204"/>
                        </a:rPr>
                        <a:t>Should</a:t>
                      </a:r>
                      <a:r>
                        <a:rPr sz="1200" spc="-30" dirty="0">
                          <a:latin typeface="Calibri" panose="020F0502020204030204"/>
                          <a:cs typeface="Calibri" panose="020F0502020204030204"/>
                        </a:rPr>
                        <a:t> </a:t>
                      </a:r>
                      <a:r>
                        <a:rPr sz="1200" dirty="0">
                          <a:latin typeface="Calibri" panose="020F0502020204030204"/>
                          <a:cs typeface="Calibri" panose="020F0502020204030204"/>
                        </a:rPr>
                        <a:t>display</a:t>
                      </a:r>
                      <a:r>
                        <a:rPr sz="1200" spc="-30" dirty="0">
                          <a:latin typeface="Calibri" panose="020F0502020204030204"/>
                          <a:cs typeface="Calibri" panose="020F0502020204030204"/>
                        </a:rPr>
                        <a:t> </a:t>
                      </a:r>
                      <a:r>
                        <a:rPr sz="1200" dirty="0">
                          <a:latin typeface="Calibri" panose="020F0502020204030204"/>
                          <a:cs typeface="Calibri" panose="020F0502020204030204"/>
                        </a:rPr>
                        <a:t>the</a:t>
                      </a:r>
                      <a:r>
                        <a:rPr sz="1200" spc="-35" dirty="0">
                          <a:latin typeface="Calibri" panose="020F0502020204030204"/>
                          <a:cs typeface="Calibri" panose="020F0502020204030204"/>
                        </a:rPr>
                        <a:t> </a:t>
                      </a:r>
                      <a:r>
                        <a:rPr sz="1200" dirty="0">
                          <a:latin typeface="Calibri" panose="020F0502020204030204"/>
                          <a:cs typeface="Calibri" panose="020F0502020204030204"/>
                        </a:rPr>
                        <a:t>message</a:t>
                      </a:r>
                      <a:r>
                        <a:rPr sz="1200" spc="-20" dirty="0">
                          <a:latin typeface="Calibri" panose="020F0502020204030204"/>
                          <a:cs typeface="Calibri" panose="020F0502020204030204"/>
                        </a:rPr>
                        <a:t> </a:t>
                      </a:r>
                      <a:r>
                        <a:rPr sz="1200" dirty="0">
                          <a:latin typeface="Calibri" panose="020F0502020204030204"/>
                          <a:cs typeface="Calibri" panose="020F0502020204030204"/>
                        </a:rPr>
                        <a:t>value</a:t>
                      </a:r>
                      <a:r>
                        <a:rPr sz="1200" spc="-35" dirty="0">
                          <a:latin typeface="Calibri" panose="020F0502020204030204"/>
                          <a:cs typeface="Calibri" panose="020F0502020204030204"/>
                        </a:rPr>
                        <a:t> </a:t>
                      </a:r>
                      <a:r>
                        <a:rPr sz="1200" spc="-25" dirty="0">
                          <a:latin typeface="Calibri" panose="020F0502020204030204"/>
                          <a:cs typeface="Calibri" panose="020F0502020204030204"/>
                        </a:rPr>
                        <a:t>of </a:t>
                      </a:r>
                      <a:r>
                        <a:rPr sz="1200" dirty="0">
                          <a:latin typeface="Calibri" panose="020F0502020204030204"/>
                          <a:cs typeface="Calibri" panose="020F0502020204030204"/>
                        </a:rPr>
                        <a:t>the</a:t>
                      </a:r>
                      <a:r>
                        <a:rPr sz="1200" spc="-20" dirty="0">
                          <a:latin typeface="Calibri" panose="020F0502020204030204"/>
                          <a:cs typeface="Calibri" panose="020F0502020204030204"/>
                        </a:rPr>
                        <a:t> </a:t>
                      </a:r>
                      <a:r>
                        <a:rPr sz="1200" dirty="0">
                          <a:latin typeface="Calibri" panose="020F0502020204030204"/>
                          <a:cs typeface="Calibri" panose="020F0502020204030204"/>
                        </a:rPr>
                        <a:t>day</a:t>
                      </a:r>
                      <a:r>
                        <a:rPr sz="1200" spc="-10" dirty="0">
                          <a:latin typeface="Calibri" panose="020F0502020204030204"/>
                          <a:cs typeface="Calibri" panose="020F0502020204030204"/>
                        </a:rPr>
                        <a:t> </a:t>
                      </a:r>
                      <a:r>
                        <a:rPr sz="1200" dirty="0">
                          <a:latin typeface="Calibri" panose="020F0502020204030204"/>
                          <a:cs typeface="Calibri" panose="020F0502020204030204"/>
                        </a:rPr>
                        <a:t>in</a:t>
                      </a:r>
                      <a:r>
                        <a:rPr sz="1200" spc="-5" dirty="0">
                          <a:latin typeface="Calibri" panose="020F0502020204030204"/>
                          <a:cs typeface="Calibri" panose="020F0502020204030204"/>
                        </a:rPr>
                        <a:t> </a:t>
                      </a:r>
                      <a:r>
                        <a:rPr sz="1200" dirty="0">
                          <a:latin typeface="Calibri" panose="020F0502020204030204"/>
                          <a:cs typeface="Calibri" panose="020F0502020204030204"/>
                        </a:rPr>
                        <a:t>range</a:t>
                      </a:r>
                      <a:r>
                        <a:rPr sz="1200" spc="-20" dirty="0">
                          <a:latin typeface="Calibri" panose="020F0502020204030204"/>
                          <a:cs typeface="Calibri" panose="020F0502020204030204"/>
                        </a:rPr>
                        <a:t> </a:t>
                      </a:r>
                      <a:r>
                        <a:rPr sz="1200" spc="-10" dirty="0">
                          <a:latin typeface="Calibri" panose="020F0502020204030204"/>
                          <a:cs typeface="Calibri" panose="020F0502020204030204"/>
                        </a:rPr>
                        <a:t>1..31</a:t>
                      </a:r>
                      <a:endParaRPr sz="1200">
                        <a:latin typeface="Calibri" panose="020F0502020204030204"/>
                        <a:cs typeface="Calibri" panose="020F0502020204030204"/>
                      </a:endParaRPr>
                    </a:p>
                  </a:txBody>
                  <a:tcPr marL="0" marR="0" marT="127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395605">
                <a:tc vMerge="1">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484505" marR="130810" indent="-349250">
                        <a:lnSpc>
                          <a:spcPct val="102000"/>
                        </a:lnSpc>
                        <a:spcBef>
                          <a:spcPts val="10"/>
                        </a:spcBef>
                      </a:pPr>
                      <a:r>
                        <a:rPr sz="1200" b="1" dirty="0">
                          <a:latin typeface="Calibri" panose="020F0502020204030204"/>
                          <a:cs typeface="Calibri" panose="020F0502020204030204"/>
                        </a:rPr>
                        <a:t>(iii)</a:t>
                      </a:r>
                      <a:r>
                        <a:rPr sz="1200" b="1" spc="-25" dirty="0">
                          <a:latin typeface="Calibri" panose="020F0502020204030204"/>
                          <a:cs typeface="Calibri" panose="020F0502020204030204"/>
                        </a:rPr>
                        <a:t> </a:t>
                      </a:r>
                      <a:r>
                        <a:rPr sz="1200" dirty="0">
                          <a:latin typeface="Calibri" panose="020F0502020204030204"/>
                          <a:cs typeface="Calibri" panose="020F0502020204030204"/>
                        </a:rPr>
                        <a:t>Should</a:t>
                      </a:r>
                      <a:r>
                        <a:rPr sz="1200" spc="-35" dirty="0">
                          <a:latin typeface="Calibri" panose="020F0502020204030204"/>
                          <a:cs typeface="Calibri" panose="020F0502020204030204"/>
                        </a:rPr>
                        <a:t> </a:t>
                      </a:r>
                      <a:r>
                        <a:rPr sz="1200" dirty="0">
                          <a:latin typeface="Calibri" panose="020F0502020204030204"/>
                          <a:cs typeface="Calibri" panose="020F0502020204030204"/>
                        </a:rPr>
                        <a:t>display</a:t>
                      </a:r>
                      <a:r>
                        <a:rPr sz="1200" spc="-30" dirty="0">
                          <a:latin typeface="Calibri" panose="020F0502020204030204"/>
                          <a:cs typeface="Calibri" panose="020F0502020204030204"/>
                        </a:rPr>
                        <a:t> </a:t>
                      </a:r>
                      <a:r>
                        <a:rPr sz="1200" dirty="0">
                          <a:latin typeface="Calibri" panose="020F0502020204030204"/>
                          <a:cs typeface="Calibri" panose="020F0502020204030204"/>
                        </a:rPr>
                        <a:t>the</a:t>
                      </a:r>
                      <a:r>
                        <a:rPr sz="1200" spc="-25" dirty="0">
                          <a:latin typeface="Calibri" panose="020F0502020204030204"/>
                          <a:cs typeface="Calibri" panose="020F0502020204030204"/>
                        </a:rPr>
                        <a:t> </a:t>
                      </a:r>
                      <a:r>
                        <a:rPr sz="1200" dirty="0">
                          <a:latin typeface="Calibri" panose="020F0502020204030204"/>
                          <a:cs typeface="Calibri" panose="020F0502020204030204"/>
                        </a:rPr>
                        <a:t>message</a:t>
                      </a:r>
                      <a:r>
                        <a:rPr sz="1200" spc="-25" dirty="0">
                          <a:latin typeface="Calibri" panose="020F0502020204030204"/>
                          <a:cs typeface="Calibri" panose="020F0502020204030204"/>
                        </a:rPr>
                        <a:t> </a:t>
                      </a:r>
                      <a:r>
                        <a:rPr sz="1200" dirty="0">
                          <a:latin typeface="Calibri" panose="020F0502020204030204"/>
                          <a:cs typeface="Calibri" panose="020F0502020204030204"/>
                        </a:rPr>
                        <a:t>value</a:t>
                      </a:r>
                      <a:r>
                        <a:rPr sz="1200" spc="-40" dirty="0">
                          <a:latin typeface="Calibri" panose="020F0502020204030204"/>
                          <a:cs typeface="Calibri" panose="020F0502020204030204"/>
                        </a:rPr>
                        <a:t> </a:t>
                      </a:r>
                      <a:r>
                        <a:rPr sz="1200" spc="-25" dirty="0">
                          <a:latin typeface="Calibri" panose="020F0502020204030204"/>
                          <a:cs typeface="Calibri" panose="020F0502020204030204"/>
                        </a:rPr>
                        <a:t>of </a:t>
                      </a:r>
                      <a:r>
                        <a:rPr sz="1200" dirty="0">
                          <a:latin typeface="Calibri" panose="020F0502020204030204"/>
                          <a:cs typeface="Calibri" panose="020F0502020204030204"/>
                        </a:rPr>
                        <a:t>the</a:t>
                      </a:r>
                      <a:r>
                        <a:rPr sz="1200" spc="-25" dirty="0">
                          <a:latin typeface="Calibri" panose="020F0502020204030204"/>
                          <a:cs typeface="Calibri" panose="020F0502020204030204"/>
                        </a:rPr>
                        <a:t> </a:t>
                      </a:r>
                      <a:r>
                        <a:rPr sz="1200" dirty="0">
                          <a:latin typeface="Calibri" panose="020F0502020204030204"/>
                          <a:cs typeface="Calibri" panose="020F0502020204030204"/>
                        </a:rPr>
                        <a:t>year</a:t>
                      </a:r>
                      <a:r>
                        <a:rPr sz="1200" spc="-5" dirty="0">
                          <a:latin typeface="Calibri" panose="020F0502020204030204"/>
                          <a:cs typeface="Calibri" panose="020F0502020204030204"/>
                        </a:rPr>
                        <a:t> </a:t>
                      </a:r>
                      <a:r>
                        <a:rPr sz="1200" dirty="0">
                          <a:latin typeface="Calibri" panose="020F0502020204030204"/>
                          <a:cs typeface="Calibri" panose="020F0502020204030204"/>
                        </a:rPr>
                        <a:t>in</a:t>
                      </a:r>
                      <a:r>
                        <a:rPr sz="1200" spc="-5" dirty="0">
                          <a:latin typeface="Calibri" panose="020F0502020204030204"/>
                          <a:cs typeface="Calibri" panose="020F0502020204030204"/>
                        </a:rPr>
                        <a:t> </a:t>
                      </a:r>
                      <a:r>
                        <a:rPr sz="1200" dirty="0">
                          <a:latin typeface="Calibri" panose="020F0502020204030204"/>
                          <a:cs typeface="Calibri" panose="020F0502020204030204"/>
                        </a:rPr>
                        <a:t>range</a:t>
                      </a:r>
                      <a:r>
                        <a:rPr sz="1200" spc="-20" dirty="0">
                          <a:latin typeface="Calibri" panose="020F0502020204030204"/>
                          <a:cs typeface="Calibri" panose="020F0502020204030204"/>
                        </a:rPr>
                        <a:t> </a:t>
                      </a:r>
                      <a:r>
                        <a:rPr sz="1200" spc="-10" dirty="0">
                          <a:latin typeface="Calibri" panose="020F0502020204030204"/>
                          <a:cs typeface="Calibri" panose="020F0502020204030204"/>
                        </a:rPr>
                        <a:t>1812..2013</a:t>
                      </a:r>
                      <a:endParaRPr sz="1200">
                        <a:latin typeface="Calibri" panose="020F0502020204030204"/>
                        <a:cs typeface="Calibri" panose="020F0502020204030204"/>
                      </a:endParaRPr>
                    </a:p>
                  </a:txBody>
                  <a:tcPr marL="0" marR="0" marT="127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73100" y="964438"/>
            <a:ext cx="140081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Cambria" panose="02040503050406030204"/>
                <a:cs typeface="Cambria" panose="02040503050406030204"/>
              </a:rPr>
              <a:t>Software</a:t>
            </a:r>
            <a:r>
              <a:rPr sz="1200" spc="-40" dirty="0">
                <a:latin typeface="Cambria" panose="02040503050406030204"/>
                <a:cs typeface="Cambria" panose="02040503050406030204"/>
              </a:rPr>
              <a:t> </a:t>
            </a:r>
            <a:r>
              <a:rPr sz="1200" dirty="0">
                <a:latin typeface="Cambria" panose="02040503050406030204"/>
                <a:cs typeface="Cambria" panose="02040503050406030204"/>
              </a:rPr>
              <a:t>Testing</a:t>
            </a:r>
            <a:r>
              <a:rPr sz="1200" spc="-40" dirty="0">
                <a:latin typeface="Cambria" panose="02040503050406030204"/>
                <a:cs typeface="Cambria" panose="02040503050406030204"/>
              </a:rPr>
              <a:t> </a:t>
            </a:r>
            <a:r>
              <a:rPr sz="1200" spc="-25" dirty="0">
                <a:latin typeface="Cambria" panose="02040503050406030204"/>
                <a:cs typeface="Cambria" panose="02040503050406030204"/>
              </a:rPr>
              <a:t>Lab</a:t>
            </a:r>
            <a:endParaRPr sz="1200">
              <a:latin typeface="Cambria" panose="02040503050406030204"/>
              <a:cs typeface="Cambria" panose="02040503050406030204"/>
            </a:endParaRPr>
          </a:p>
        </p:txBody>
      </p:sp>
      <p:sp>
        <p:nvSpPr>
          <p:cNvPr id="3" name="object 3"/>
          <p:cNvSpPr txBox="1"/>
          <p:nvPr/>
        </p:nvSpPr>
        <p:spPr>
          <a:xfrm>
            <a:off x="9529064" y="964438"/>
            <a:ext cx="289560"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Cambria" panose="02040503050406030204"/>
                <a:cs typeface="Cambria" panose="02040503050406030204"/>
              </a:rPr>
              <a:t>MIT</a:t>
            </a:r>
            <a:endParaRPr sz="1200">
              <a:latin typeface="Cambria" panose="02040503050406030204"/>
              <a:cs typeface="Cambria" panose="02040503050406030204"/>
            </a:endParaRPr>
          </a:p>
        </p:txBody>
      </p:sp>
      <p:sp>
        <p:nvSpPr>
          <p:cNvPr id="4" name="object 4"/>
          <p:cNvSpPr/>
          <p:nvPr/>
        </p:nvSpPr>
        <p:spPr>
          <a:xfrm>
            <a:off x="667512" y="1204213"/>
            <a:ext cx="9359265" cy="56515"/>
          </a:xfrm>
          <a:custGeom>
            <a:avLst/>
            <a:gdLst/>
            <a:ahLst/>
            <a:cxnLst/>
            <a:rect l="l" t="t" r="r" b="b"/>
            <a:pathLst>
              <a:path w="9359265" h="56515">
                <a:moveTo>
                  <a:pt x="9358884" y="18288"/>
                </a:moveTo>
                <a:lnTo>
                  <a:pt x="0" y="18288"/>
                </a:lnTo>
                <a:lnTo>
                  <a:pt x="0" y="56388"/>
                </a:lnTo>
                <a:lnTo>
                  <a:pt x="9358884" y="56388"/>
                </a:lnTo>
                <a:lnTo>
                  <a:pt x="9358884" y="18288"/>
                </a:lnTo>
                <a:close/>
              </a:path>
              <a:path w="9359265" h="56515">
                <a:moveTo>
                  <a:pt x="9358884" y="0"/>
                </a:moveTo>
                <a:lnTo>
                  <a:pt x="0" y="0"/>
                </a:lnTo>
                <a:lnTo>
                  <a:pt x="0" y="9144"/>
                </a:lnTo>
                <a:lnTo>
                  <a:pt x="9358884" y="9144"/>
                </a:lnTo>
                <a:lnTo>
                  <a:pt x="9358884" y="0"/>
                </a:lnTo>
                <a:close/>
              </a:path>
            </a:pathLst>
          </a:custGeom>
          <a:solidFill>
            <a:srgbClr val="612322"/>
          </a:solidFill>
        </p:spPr>
        <p:txBody>
          <a:bodyPr wrap="square" lIns="0" tIns="0" rIns="0" bIns="0" rtlCol="0"/>
          <a:lstStyle/>
          <a:p/>
        </p:txBody>
      </p:sp>
      <p:sp>
        <p:nvSpPr>
          <p:cNvPr id="5" name="object 5"/>
          <p:cNvSpPr/>
          <p:nvPr/>
        </p:nvSpPr>
        <p:spPr>
          <a:xfrm>
            <a:off x="667512" y="6832092"/>
            <a:ext cx="9359265" cy="56515"/>
          </a:xfrm>
          <a:custGeom>
            <a:avLst/>
            <a:gdLst/>
            <a:ahLst/>
            <a:cxnLst/>
            <a:rect l="l" t="t" r="r" b="b"/>
            <a:pathLst>
              <a:path w="9359265" h="56515">
                <a:moveTo>
                  <a:pt x="9358884" y="47244"/>
                </a:moveTo>
                <a:lnTo>
                  <a:pt x="0" y="47244"/>
                </a:lnTo>
                <a:lnTo>
                  <a:pt x="0" y="56388"/>
                </a:lnTo>
                <a:lnTo>
                  <a:pt x="9358884" y="56388"/>
                </a:lnTo>
                <a:lnTo>
                  <a:pt x="9358884" y="47244"/>
                </a:lnTo>
                <a:close/>
              </a:path>
              <a:path w="9359265" h="56515">
                <a:moveTo>
                  <a:pt x="9358884" y="0"/>
                </a:moveTo>
                <a:lnTo>
                  <a:pt x="0" y="0"/>
                </a:lnTo>
                <a:lnTo>
                  <a:pt x="0" y="38100"/>
                </a:lnTo>
                <a:lnTo>
                  <a:pt x="9358884" y="38100"/>
                </a:lnTo>
                <a:lnTo>
                  <a:pt x="9358884" y="0"/>
                </a:lnTo>
                <a:close/>
              </a:path>
            </a:pathLst>
          </a:custGeom>
          <a:solidFill>
            <a:srgbClr val="612322"/>
          </a:solidFill>
        </p:spPr>
        <p:txBody>
          <a:bodyPr wrap="square" lIns="0" tIns="0" rIns="0" bIns="0" rtlCol="0"/>
          <a:lstStyle/>
          <a:p/>
        </p:txBody>
      </p:sp>
      <p:sp>
        <p:nvSpPr>
          <p:cNvPr id="6" name="object 6"/>
          <p:cNvSpPr txBox="1"/>
          <p:nvPr/>
        </p:nvSpPr>
        <p:spPr>
          <a:xfrm>
            <a:off x="3624198" y="1444498"/>
            <a:ext cx="3065145"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Times New Roman" panose="02020603050405020304"/>
                <a:cs typeface="Times New Roman" panose="02020603050405020304"/>
              </a:rPr>
              <a:t>Some</a:t>
            </a:r>
            <a:r>
              <a:rPr sz="1200" b="1" spc="-40"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addition</a:t>
            </a:r>
            <a:r>
              <a:rPr sz="1200" b="1" spc="-35"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equivalence</a:t>
            </a:r>
            <a:r>
              <a:rPr sz="1200" b="1" spc="-40"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Boundary</a:t>
            </a:r>
            <a:r>
              <a:rPr sz="1200" b="1" spc="-35" dirty="0">
                <a:latin typeface="Times New Roman" panose="02020603050405020304"/>
                <a:cs typeface="Times New Roman" panose="02020603050405020304"/>
              </a:rPr>
              <a:t> </a:t>
            </a:r>
            <a:r>
              <a:rPr sz="1200" b="1" spc="-10" dirty="0">
                <a:latin typeface="Times New Roman" panose="02020603050405020304"/>
                <a:cs typeface="Times New Roman" panose="02020603050405020304"/>
              </a:rPr>
              <a:t>checking</a:t>
            </a:r>
            <a:endParaRPr sz="1200">
              <a:latin typeface="Times New Roman" panose="02020603050405020304"/>
              <a:cs typeface="Times New Roman" panose="02020603050405020304"/>
            </a:endParaRPr>
          </a:p>
        </p:txBody>
      </p:sp>
      <p:sp>
        <p:nvSpPr>
          <p:cNvPr id="8" name="object 8"/>
          <p:cNvSpPr txBox="1"/>
          <p:nvPr/>
        </p:nvSpPr>
        <p:spPr>
          <a:xfrm>
            <a:off x="673100" y="6887942"/>
            <a:ext cx="775970" cy="204470"/>
          </a:xfrm>
          <a:prstGeom prst="rect">
            <a:avLst/>
          </a:prstGeom>
        </p:spPr>
        <p:txBody>
          <a:bodyPr vert="horz" wrap="square" lIns="0" tIns="5080" rIns="0" bIns="0" rtlCol="0">
            <a:spAutoFit/>
          </a:bodyPr>
          <a:lstStyle/>
          <a:p>
            <a:pPr marL="12700">
              <a:lnSpc>
                <a:spcPct val="100000"/>
              </a:lnSpc>
              <a:spcBef>
                <a:spcPts val="40"/>
              </a:spcBef>
            </a:pPr>
            <a:r>
              <a:rPr sz="1200" dirty="0">
                <a:latin typeface="Cambria" panose="02040503050406030204"/>
                <a:cs typeface="Cambria" panose="02040503050406030204"/>
              </a:rPr>
              <a:t>Dept.</a:t>
            </a:r>
            <a:r>
              <a:rPr sz="1200" spc="-15" dirty="0">
                <a:latin typeface="Cambria" panose="02040503050406030204"/>
                <a:cs typeface="Cambria" panose="02040503050406030204"/>
              </a:rPr>
              <a:t> </a:t>
            </a:r>
            <a:r>
              <a:rPr sz="1200" dirty="0">
                <a:latin typeface="Cambria" panose="02040503050406030204"/>
                <a:cs typeface="Cambria" panose="02040503050406030204"/>
              </a:rPr>
              <a:t>of</a:t>
            </a:r>
            <a:r>
              <a:rPr sz="1200" spc="-25" dirty="0">
                <a:latin typeface="Cambria" panose="02040503050406030204"/>
                <a:cs typeface="Cambria" panose="02040503050406030204"/>
              </a:rPr>
              <a:t> ISE</a:t>
            </a:r>
            <a:endParaRPr sz="1200">
              <a:latin typeface="Cambria" panose="02040503050406030204"/>
              <a:cs typeface="Cambria" panose="02040503050406030204"/>
            </a:endParaRPr>
          </a:p>
        </p:txBody>
      </p:sp>
      <p:sp>
        <p:nvSpPr>
          <p:cNvPr id="9" name="object 9"/>
          <p:cNvSpPr txBox="1"/>
          <p:nvPr/>
        </p:nvSpPr>
        <p:spPr>
          <a:xfrm>
            <a:off x="9462007" y="6887942"/>
            <a:ext cx="575945" cy="204470"/>
          </a:xfrm>
          <a:prstGeom prst="rect">
            <a:avLst/>
          </a:prstGeom>
        </p:spPr>
        <p:txBody>
          <a:bodyPr vert="horz" wrap="square" lIns="0" tIns="5080" rIns="0" bIns="0" rtlCol="0">
            <a:spAutoFit/>
          </a:bodyPr>
          <a:lstStyle/>
          <a:p>
            <a:pPr marL="12700">
              <a:lnSpc>
                <a:spcPct val="100000"/>
              </a:lnSpc>
              <a:spcBef>
                <a:spcPts val="40"/>
              </a:spcBef>
            </a:pPr>
            <a:r>
              <a:rPr sz="1200" dirty="0">
                <a:latin typeface="Cambria" panose="02040503050406030204"/>
                <a:cs typeface="Cambria" panose="02040503050406030204"/>
              </a:rPr>
              <a:t>Page</a:t>
            </a:r>
            <a:r>
              <a:rPr sz="1200" spc="-30" dirty="0">
                <a:latin typeface="Cambria" panose="02040503050406030204"/>
                <a:cs typeface="Cambria" panose="02040503050406030204"/>
              </a:rPr>
              <a:t> </a:t>
            </a:r>
            <a:r>
              <a:rPr sz="1200" spc="-25" dirty="0">
                <a:latin typeface="Cambria" panose="02040503050406030204"/>
                <a:cs typeface="Cambria" panose="02040503050406030204"/>
              </a:rPr>
              <a:t>47</a:t>
            </a:r>
            <a:endParaRPr sz="1200">
              <a:latin typeface="Cambria" panose="02040503050406030204"/>
              <a:cs typeface="Cambria" panose="02040503050406030204"/>
            </a:endParaRPr>
          </a:p>
        </p:txBody>
      </p:sp>
      <p:graphicFrame>
        <p:nvGraphicFramePr>
          <p:cNvPr id="7" name="object 7"/>
          <p:cNvGraphicFramePr>
            <a:graphicFrameLocks noGrp="1"/>
          </p:cNvGraphicFramePr>
          <p:nvPr/>
        </p:nvGraphicFramePr>
        <p:xfrm>
          <a:off x="673608" y="1774189"/>
          <a:ext cx="9044940" cy="2210435"/>
        </p:xfrm>
        <a:graphic>
          <a:graphicData uri="http://schemas.openxmlformats.org/drawingml/2006/table">
            <a:tbl>
              <a:tblPr firstRow="1" bandRow="1">
                <a:tableStyleId>{2D5ABB26-0587-4C30-8999-92F81FD0307C}</a:tableStyleId>
              </a:tblPr>
              <a:tblGrid>
                <a:gridCol w="780415"/>
                <a:gridCol w="2212975"/>
                <a:gridCol w="385445"/>
                <a:gridCol w="569595"/>
                <a:gridCol w="522604"/>
                <a:gridCol w="563245"/>
                <a:gridCol w="570864"/>
                <a:gridCol w="456564"/>
                <a:gridCol w="400685"/>
                <a:gridCol w="569595"/>
                <a:gridCol w="514984"/>
                <a:gridCol w="531495"/>
                <a:gridCol w="879475"/>
              </a:tblGrid>
              <a:tr h="263525">
                <a:tc rowSpan="2">
                  <a:txBody>
                    <a:bodyPr/>
                    <a:lstStyle/>
                    <a:p>
                      <a:pPr marL="164465">
                        <a:lnSpc>
                          <a:spcPts val="1415"/>
                        </a:lnSpc>
                      </a:pPr>
                      <a:r>
                        <a:rPr sz="1200" b="1" dirty="0">
                          <a:latin typeface="Calibri" panose="020F0502020204030204"/>
                          <a:cs typeface="Calibri" panose="020F0502020204030204"/>
                        </a:rPr>
                        <a:t>Case</a:t>
                      </a:r>
                      <a:r>
                        <a:rPr sz="1200" b="1" spc="-25" dirty="0">
                          <a:latin typeface="Calibri" panose="020F0502020204030204"/>
                          <a:cs typeface="Calibri" panose="020F0502020204030204"/>
                        </a:rPr>
                        <a:t> Id</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rowSpan="2">
                  <a:txBody>
                    <a:bodyPr/>
                    <a:lstStyle/>
                    <a:p>
                      <a:pPr algn="ctr">
                        <a:lnSpc>
                          <a:spcPts val="1415"/>
                        </a:lnSpc>
                      </a:pPr>
                      <a:r>
                        <a:rPr sz="1200" b="1" spc="-10" dirty="0">
                          <a:latin typeface="Calibri" panose="020F0502020204030204"/>
                          <a:cs typeface="Calibri" panose="020F0502020204030204"/>
                        </a:rPr>
                        <a:t>Description</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gridSpan="3">
                  <a:txBody>
                    <a:bodyPr/>
                    <a:lstStyle/>
                    <a:p>
                      <a:pPr marL="401955">
                        <a:lnSpc>
                          <a:spcPts val="1415"/>
                        </a:lnSpc>
                      </a:pPr>
                      <a:r>
                        <a:rPr sz="1200" b="1" dirty="0">
                          <a:latin typeface="Calibri" panose="020F0502020204030204"/>
                          <a:cs typeface="Calibri" panose="020F0502020204030204"/>
                        </a:rPr>
                        <a:t>Input</a:t>
                      </a:r>
                      <a:r>
                        <a:rPr sz="1200" b="1" spc="-35" dirty="0">
                          <a:latin typeface="Calibri" panose="020F0502020204030204"/>
                          <a:cs typeface="Calibri" panose="020F0502020204030204"/>
                        </a:rPr>
                        <a:t> </a:t>
                      </a:r>
                      <a:r>
                        <a:rPr sz="1200" b="1" spc="-20" dirty="0">
                          <a:latin typeface="Calibri" panose="020F0502020204030204"/>
                          <a:cs typeface="Calibri" panose="020F0502020204030204"/>
                        </a:rPr>
                        <a:t>Data</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cPr marL="0" marR="0" marT="0" marB="0"/>
                </a:tc>
                <a:tc hMerge="1">
                  <a:tcPr marL="0" marR="0" marT="0" marB="0"/>
                </a:tc>
                <a:tc gridSpan="3">
                  <a:txBody>
                    <a:bodyPr/>
                    <a:lstStyle/>
                    <a:p>
                      <a:pPr marL="261620">
                        <a:lnSpc>
                          <a:spcPts val="1415"/>
                        </a:lnSpc>
                      </a:pPr>
                      <a:r>
                        <a:rPr sz="1200" b="1" dirty="0">
                          <a:latin typeface="Calibri" panose="020F0502020204030204"/>
                          <a:cs typeface="Calibri" panose="020F0502020204030204"/>
                        </a:rPr>
                        <a:t>Expected</a:t>
                      </a:r>
                      <a:r>
                        <a:rPr sz="1200" b="1" spc="-20" dirty="0">
                          <a:latin typeface="Calibri" panose="020F0502020204030204"/>
                          <a:cs typeface="Calibri" panose="020F0502020204030204"/>
                        </a:rPr>
                        <a:t> </a:t>
                      </a:r>
                      <a:r>
                        <a:rPr sz="1200" b="1" spc="-10" dirty="0">
                          <a:latin typeface="Calibri" panose="020F0502020204030204"/>
                          <a:cs typeface="Calibri" panose="020F0502020204030204"/>
                        </a:rPr>
                        <a:t>Output</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cPr marL="0" marR="0" marT="0" marB="0"/>
                </a:tc>
                <a:tc hMerge="1">
                  <a:tcPr marL="0" marR="0" marT="0" marB="0"/>
                </a:tc>
                <a:tc gridSpan="3">
                  <a:txBody>
                    <a:bodyPr/>
                    <a:lstStyle/>
                    <a:p>
                      <a:pPr marL="295910">
                        <a:lnSpc>
                          <a:spcPts val="1415"/>
                        </a:lnSpc>
                      </a:pPr>
                      <a:r>
                        <a:rPr sz="1200" b="1" dirty="0">
                          <a:latin typeface="Calibri" panose="020F0502020204030204"/>
                          <a:cs typeface="Calibri" panose="020F0502020204030204"/>
                        </a:rPr>
                        <a:t>Actual</a:t>
                      </a:r>
                      <a:r>
                        <a:rPr sz="1200" b="1" spc="-15" dirty="0">
                          <a:latin typeface="Calibri" panose="020F0502020204030204"/>
                          <a:cs typeface="Calibri" panose="020F0502020204030204"/>
                        </a:rPr>
                        <a:t> </a:t>
                      </a:r>
                      <a:r>
                        <a:rPr sz="1200" b="1" spc="-10" dirty="0">
                          <a:latin typeface="Calibri" panose="020F0502020204030204"/>
                          <a:cs typeface="Calibri" panose="020F0502020204030204"/>
                        </a:rPr>
                        <a:t>Output</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cPr marL="0" marR="0" marT="0" marB="0"/>
                </a:tc>
                <a:tc hMerge="1">
                  <a:tcPr marL="0" marR="0" marT="0" marB="0"/>
                </a:tc>
                <a:tc rowSpan="2">
                  <a:txBody>
                    <a:bodyPr/>
                    <a:lstStyle/>
                    <a:p>
                      <a:pPr marL="66675">
                        <a:lnSpc>
                          <a:spcPts val="1415"/>
                        </a:lnSpc>
                      </a:pPr>
                      <a:r>
                        <a:rPr sz="1200" b="1" spc="-10" dirty="0">
                          <a:latin typeface="Calibri" panose="020F0502020204030204"/>
                          <a:cs typeface="Calibri" panose="020F0502020204030204"/>
                        </a:rPr>
                        <a:t>Status</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rowSpan="2">
                  <a:txBody>
                    <a:bodyPr/>
                    <a:lstStyle/>
                    <a:p>
                      <a:pPr marL="68580">
                        <a:lnSpc>
                          <a:spcPts val="1415"/>
                        </a:lnSpc>
                      </a:pPr>
                      <a:r>
                        <a:rPr sz="1200" b="1" spc="-10" dirty="0">
                          <a:latin typeface="Calibri" panose="020F0502020204030204"/>
                          <a:cs typeface="Calibri" panose="020F0502020204030204"/>
                        </a:rPr>
                        <a:t>Comment</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207645">
                <a:tc vMerge="1">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R="14605" algn="ctr">
                        <a:lnSpc>
                          <a:spcPts val="1405"/>
                        </a:lnSpc>
                      </a:pPr>
                      <a:r>
                        <a:rPr sz="1200" b="1" spc="-25" dirty="0">
                          <a:latin typeface="Calibri" panose="020F0502020204030204"/>
                          <a:cs typeface="Calibri" panose="020F0502020204030204"/>
                        </a:rPr>
                        <a:t>day</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R="2540" algn="ctr">
                        <a:lnSpc>
                          <a:spcPts val="1405"/>
                        </a:lnSpc>
                      </a:pPr>
                      <a:r>
                        <a:rPr sz="1200" b="1" spc="-10" dirty="0">
                          <a:latin typeface="Calibri" panose="020F0502020204030204"/>
                          <a:cs typeface="Calibri" panose="020F0502020204030204"/>
                        </a:rPr>
                        <a:t>month</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405"/>
                        </a:lnSpc>
                      </a:pPr>
                      <a:r>
                        <a:rPr sz="1200" b="1" spc="-20" dirty="0">
                          <a:latin typeface="Calibri" panose="020F0502020204030204"/>
                          <a:cs typeface="Calibri" panose="020F0502020204030204"/>
                        </a:rPr>
                        <a:t>year</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R="258445" algn="r">
                        <a:lnSpc>
                          <a:spcPts val="1405"/>
                        </a:lnSpc>
                      </a:pPr>
                      <a:r>
                        <a:rPr sz="1200" b="1" spc="-25" dirty="0">
                          <a:latin typeface="Calibri" panose="020F0502020204030204"/>
                          <a:cs typeface="Calibri" panose="020F0502020204030204"/>
                        </a:rPr>
                        <a:t>day</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R="6985" algn="ctr">
                        <a:lnSpc>
                          <a:spcPts val="1405"/>
                        </a:lnSpc>
                      </a:pPr>
                      <a:r>
                        <a:rPr sz="1200" b="1" spc="-10" dirty="0">
                          <a:latin typeface="Calibri" panose="020F0502020204030204"/>
                          <a:cs typeface="Calibri" panose="020F0502020204030204"/>
                        </a:rPr>
                        <a:t>month</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R="38735" algn="ctr">
                        <a:lnSpc>
                          <a:spcPts val="1405"/>
                        </a:lnSpc>
                      </a:pPr>
                      <a:r>
                        <a:rPr sz="1200" b="1" spc="-20" dirty="0">
                          <a:latin typeface="Calibri" panose="020F0502020204030204"/>
                          <a:cs typeface="Calibri" panose="020F0502020204030204"/>
                        </a:rPr>
                        <a:t>year</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6675">
                        <a:lnSpc>
                          <a:spcPts val="1405"/>
                        </a:lnSpc>
                      </a:pPr>
                      <a:r>
                        <a:rPr sz="1200" b="1" spc="-25" dirty="0">
                          <a:latin typeface="Calibri" panose="020F0502020204030204"/>
                          <a:cs typeface="Calibri" panose="020F0502020204030204"/>
                        </a:rPr>
                        <a:t>day</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405"/>
                        </a:lnSpc>
                      </a:pPr>
                      <a:r>
                        <a:rPr sz="1200" b="1" spc="-10" dirty="0">
                          <a:latin typeface="Calibri" panose="020F0502020204030204"/>
                          <a:cs typeface="Calibri" panose="020F0502020204030204"/>
                        </a:rPr>
                        <a:t>month</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405"/>
                        </a:lnSpc>
                      </a:pPr>
                      <a:r>
                        <a:rPr sz="1200" b="1" spc="-20" dirty="0">
                          <a:latin typeface="Calibri" panose="020F0502020204030204"/>
                          <a:cs typeface="Calibri" panose="020F0502020204030204"/>
                        </a:rPr>
                        <a:t>year</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749300">
                <a:tc>
                  <a:txBody>
                    <a:bodyPr/>
                    <a:lstStyle/>
                    <a:p>
                      <a:pPr algn="ctr">
                        <a:lnSpc>
                          <a:spcPts val="1405"/>
                        </a:lnSpc>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405"/>
                        </a:lnSpc>
                      </a:pPr>
                      <a:r>
                        <a:rPr sz="1200" dirty="0">
                          <a:latin typeface="Calibri" panose="020F0502020204030204"/>
                          <a:cs typeface="Calibri" panose="020F0502020204030204"/>
                        </a:rPr>
                        <a:t>Enter</a:t>
                      </a:r>
                      <a:r>
                        <a:rPr sz="1200" spc="-10" dirty="0">
                          <a:latin typeface="Calibri" panose="020F0502020204030204"/>
                          <a:cs typeface="Calibri" panose="020F0502020204030204"/>
                        </a:rPr>
                        <a:t> </a:t>
                      </a:r>
                      <a:r>
                        <a:rPr sz="1200" dirty="0">
                          <a:latin typeface="Calibri" panose="020F0502020204030204"/>
                          <a:cs typeface="Calibri" panose="020F0502020204030204"/>
                        </a:rPr>
                        <a:t>the</a:t>
                      </a:r>
                      <a:r>
                        <a:rPr sz="1200" spc="-20" dirty="0">
                          <a:latin typeface="Calibri" panose="020F0502020204030204"/>
                          <a:cs typeface="Calibri" panose="020F0502020204030204"/>
                        </a:rPr>
                        <a:t> </a:t>
                      </a:r>
                      <a:r>
                        <a:rPr sz="1200" dirty="0">
                          <a:latin typeface="Calibri" panose="020F0502020204030204"/>
                          <a:cs typeface="Calibri" panose="020F0502020204030204"/>
                        </a:rPr>
                        <a:t>D1,</a:t>
                      </a:r>
                      <a:r>
                        <a:rPr sz="1200" spc="-20" dirty="0">
                          <a:latin typeface="Calibri" panose="020F0502020204030204"/>
                          <a:cs typeface="Calibri" panose="020F0502020204030204"/>
                        </a:rPr>
                        <a:t> </a:t>
                      </a:r>
                      <a:r>
                        <a:rPr sz="1200" dirty="0">
                          <a:latin typeface="Calibri" panose="020F0502020204030204"/>
                          <a:cs typeface="Calibri" panose="020F0502020204030204"/>
                        </a:rPr>
                        <a:t>M1</a:t>
                      </a:r>
                      <a:r>
                        <a:rPr sz="1200" spc="-5" dirty="0">
                          <a:latin typeface="Calibri" panose="020F0502020204030204"/>
                          <a:cs typeface="Calibri" panose="020F0502020204030204"/>
                        </a:rPr>
                        <a:t> </a:t>
                      </a:r>
                      <a:r>
                        <a:rPr sz="1200" dirty="0">
                          <a:latin typeface="Calibri" panose="020F0502020204030204"/>
                          <a:cs typeface="Calibri" panose="020F0502020204030204"/>
                        </a:rPr>
                        <a:t>and</a:t>
                      </a:r>
                      <a:r>
                        <a:rPr sz="1200" spc="-20" dirty="0">
                          <a:latin typeface="Calibri" panose="020F0502020204030204"/>
                          <a:cs typeface="Calibri" panose="020F0502020204030204"/>
                        </a:rPr>
                        <a:t> </a:t>
                      </a:r>
                      <a:r>
                        <a:rPr sz="1200" dirty="0">
                          <a:latin typeface="Calibri" panose="020F0502020204030204"/>
                          <a:cs typeface="Calibri" panose="020F0502020204030204"/>
                        </a:rPr>
                        <a:t>Y1</a:t>
                      </a:r>
                      <a:r>
                        <a:rPr sz="1200" spc="-20" dirty="0">
                          <a:latin typeface="Calibri" panose="020F0502020204030204"/>
                          <a:cs typeface="Calibri" panose="020F0502020204030204"/>
                        </a:rPr>
                        <a:t> </a:t>
                      </a:r>
                      <a:r>
                        <a:rPr sz="1200" spc="-10" dirty="0">
                          <a:latin typeface="Calibri" panose="020F0502020204030204"/>
                          <a:cs typeface="Calibri" panose="020F0502020204030204"/>
                        </a:rPr>
                        <a:t>valid</a:t>
                      </a:r>
                      <a:endParaRPr sz="1200">
                        <a:latin typeface="Calibri" panose="020F0502020204030204"/>
                        <a:cs typeface="Calibri" panose="020F0502020204030204"/>
                      </a:endParaRPr>
                    </a:p>
                    <a:p>
                      <a:pPr marL="67945">
                        <a:lnSpc>
                          <a:spcPct val="100000"/>
                        </a:lnSpc>
                        <a:spcBef>
                          <a:spcPts val="25"/>
                        </a:spcBef>
                      </a:pPr>
                      <a:r>
                        <a:rPr sz="1200" spc="-10" dirty="0">
                          <a:latin typeface="Calibri" panose="020F0502020204030204"/>
                          <a:cs typeface="Calibri" panose="020F0502020204030204"/>
                        </a:rPr>
                        <a:t>cases</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405"/>
                        </a:lnSpc>
                      </a:pPr>
                      <a:r>
                        <a:rPr sz="1200" spc="-25" dirty="0">
                          <a:latin typeface="Calibri" panose="020F0502020204030204"/>
                          <a:cs typeface="Calibri" panose="020F0502020204030204"/>
                        </a:rPr>
                        <a:t>31</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405"/>
                        </a:lnSpc>
                      </a:pPr>
                      <a:r>
                        <a:rPr sz="1200" spc="-25" dirty="0">
                          <a:latin typeface="Calibri" panose="020F0502020204030204"/>
                          <a:cs typeface="Calibri" panose="020F0502020204030204"/>
                        </a:rPr>
                        <a:t>12</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R="98425" algn="r">
                        <a:lnSpc>
                          <a:spcPts val="1405"/>
                        </a:lnSpc>
                      </a:pPr>
                      <a:r>
                        <a:rPr sz="1200" spc="-20" dirty="0">
                          <a:latin typeface="Calibri" panose="020F0502020204030204"/>
                          <a:cs typeface="Calibri" panose="020F0502020204030204"/>
                        </a:rPr>
                        <a:t>1811</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gridSpan="3">
                  <a:txBody>
                    <a:bodyPr/>
                    <a:lstStyle/>
                    <a:p>
                      <a:pPr marL="68580">
                        <a:lnSpc>
                          <a:spcPts val="1405"/>
                        </a:lnSpc>
                      </a:pPr>
                      <a:r>
                        <a:rPr sz="1200" dirty="0">
                          <a:latin typeface="Calibri" panose="020F0502020204030204"/>
                          <a:cs typeface="Calibri" panose="020F0502020204030204"/>
                        </a:rPr>
                        <a:t>Should</a:t>
                      </a:r>
                      <a:r>
                        <a:rPr sz="1200" spc="-25" dirty="0">
                          <a:latin typeface="Calibri" panose="020F0502020204030204"/>
                          <a:cs typeface="Calibri" panose="020F0502020204030204"/>
                        </a:rPr>
                        <a:t> </a:t>
                      </a:r>
                      <a:r>
                        <a:rPr sz="1200" dirty="0">
                          <a:latin typeface="Calibri" panose="020F0502020204030204"/>
                          <a:cs typeface="Calibri" panose="020F0502020204030204"/>
                        </a:rPr>
                        <a:t>display</a:t>
                      </a:r>
                      <a:r>
                        <a:rPr sz="1200" spc="-25" dirty="0">
                          <a:latin typeface="Calibri" panose="020F0502020204030204"/>
                          <a:cs typeface="Calibri" panose="020F0502020204030204"/>
                        </a:rPr>
                        <a:t> the</a:t>
                      </a:r>
                      <a:endParaRPr sz="1200">
                        <a:latin typeface="Calibri" panose="020F0502020204030204"/>
                        <a:cs typeface="Calibri" panose="020F0502020204030204"/>
                      </a:endParaRPr>
                    </a:p>
                    <a:p>
                      <a:pPr marL="68580" marR="208280">
                        <a:lnSpc>
                          <a:spcPct val="102000"/>
                        </a:lnSpc>
                      </a:pPr>
                      <a:r>
                        <a:rPr sz="1200" dirty="0">
                          <a:latin typeface="Calibri" panose="020F0502020204030204"/>
                          <a:cs typeface="Calibri" panose="020F0502020204030204"/>
                        </a:rPr>
                        <a:t>message</a:t>
                      </a:r>
                      <a:r>
                        <a:rPr sz="1200" spc="-25" dirty="0">
                          <a:latin typeface="Calibri" panose="020F0502020204030204"/>
                          <a:cs typeface="Calibri" panose="020F0502020204030204"/>
                        </a:rPr>
                        <a:t> </a:t>
                      </a:r>
                      <a:r>
                        <a:rPr sz="1200" dirty="0">
                          <a:latin typeface="Calibri" panose="020F0502020204030204"/>
                          <a:cs typeface="Calibri" panose="020F0502020204030204"/>
                        </a:rPr>
                        <a:t>value</a:t>
                      </a:r>
                      <a:r>
                        <a:rPr sz="1200" spc="-35" dirty="0">
                          <a:latin typeface="Calibri" panose="020F0502020204030204"/>
                          <a:cs typeface="Calibri" panose="020F0502020204030204"/>
                        </a:rPr>
                        <a:t> </a:t>
                      </a:r>
                      <a:r>
                        <a:rPr sz="1200" dirty="0">
                          <a:latin typeface="Calibri" panose="020F0502020204030204"/>
                          <a:cs typeface="Calibri" panose="020F0502020204030204"/>
                        </a:rPr>
                        <a:t>of</a:t>
                      </a:r>
                      <a:r>
                        <a:rPr sz="1200" spc="-20" dirty="0">
                          <a:latin typeface="Calibri" panose="020F0502020204030204"/>
                          <a:cs typeface="Calibri" panose="020F0502020204030204"/>
                        </a:rPr>
                        <a:t> </a:t>
                      </a:r>
                      <a:r>
                        <a:rPr sz="1200" spc="-25" dirty="0">
                          <a:latin typeface="Calibri" panose="020F0502020204030204"/>
                          <a:cs typeface="Calibri" panose="020F0502020204030204"/>
                        </a:rPr>
                        <a:t>the </a:t>
                      </a:r>
                      <a:r>
                        <a:rPr sz="1200" dirty="0">
                          <a:latin typeface="Calibri" panose="020F0502020204030204"/>
                          <a:cs typeface="Calibri" panose="020F0502020204030204"/>
                        </a:rPr>
                        <a:t>year in</a:t>
                      </a:r>
                      <a:r>
                        <a:rPr sz="1200" spc="-5" dirty="0">
                          <a:latin typeface="Calibri" panose="020F0502020204030204"/>
                          <a:cs typeface="Calibri" panose="020F0502020204030204"/>
                        </a:rPr>
                        <a:t> </a:t>
                      </a:r>
                      <a:r>
                        <a:rPr sz="1200" spc="-20" dirty="0">
                          <a:latin typeface="Calibri" panose="020F0502020204030204"/>
                          <a:cs typeface="Calibri" panose="020F0502020204030204"/>
                        </a:rPr>
                        <a:t>range </a:t>
                      </a:r>
                      <a:r>
                        <a:rPr sz="1200" spc="-10" dirty="0">
                          <a:latin typeface="Calibri" panose="020F0502020204030204"/>
                          <a:cs typeface="Calibri" panose="020F0502020204030204"/>
                        </a:rPr>
                        <a:t>1812..2013</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cPr marL="0" marR="0" marT="0" marB="0"/>
                </a:tc>
                <a:tc hMerge="1">
                  <a:tcPr marL="0" marR="0" marT="0" marB="0"/>
                </a:tc>
                <a:tc gridSpan="3">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cPr marL="0" marR="0" marT="0" marB="0"/>
                </a:tc>
                <a:tc hMerge="1">
                  <a:tcPr marL="0" marR="0" marT="0" marB="0"/>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424815">
                <a:tc>
                  <a:txBody>
                    <a:bodyPr/>
                    <a:lstStyle/>
                    <a:p>
                      <a:pPr algn="ctr">
                        <a:lnSpc>
                          <a:spcPts val="1405"/>
                        </a:lnSpc>
                      </a:pPr>
                      <a:r>
                        <a:rPr sz="1200" spc="-50" dirty="0">
                          <a:latin typeface="Calibri" panose="020F0502020204030204"/>
                          <a:cs typeface="Calibri" panose="020F0502020204030204"/>
                        </a:rPr>
                        <a:t>2</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405"/>
                        </a:lnSpc>
                      </a:pPr>
                      <a:r>
                        <a:rPr sz="1200" dirty="0">
                          <a:latin typeface="Calibri" panose="020F0502020204030204"/>
                          <a:cs typeface="Calibri" panose="020F0502020204030204"/>
                        </a:rPr>
                        <a:t>Enter</a:t>
                      </a:r>
                      <a:r>
                        <a:rPr sz="1200" spc="-10" dirty="0">
                          <a:latin typeface="Calibri" panose="020F0502020204030204"/>
                          <a:cs typeface="Calibri" panose="020F0502020204030204"/>
                        </a:rPr>
                        <a:t> </a:t>
                      </a:r>
                      <a:r>
                        <a:rPr sz="1200" dirty="0">
                          <a:latin typeface="Calibri" panose="020F0502020204030204"/>
                          <a:cs typeface="Calibri" panose="020F0502020204030204"/>
                        </a:rPr>
                        <a:t>the</a:t>
                      </a:r>
                      <a:r>
                        <a:rPr sz="1200" spc="-20" dirty="0">
                          <a:latin typeface="Calibri" panose="020F0502020204030204"/>
                          <a:cs typeface="Calibri" panose="020F0502020204030204"/>
                        </a:rPr>
                        <a:t> </a:t>
                      </a:r>
                      <a:r>
                        <a:rPr sz="1200" dirty="0">
                          <a:latin typeface="Calibri" panose="020F0502020204030204"/>
                          <a:cs typeface="Calibri" panose="020F0502020204030204"/>
                        </a:rPr>
                        <a:t>D1,</a:t>
                      </a:r>
                      <a:r>
                        <a:rPr sz="1200" spc="-20" dirty="0">
                          <a:latin typeface="Calibri" panose="020F0502020204030204"/>
                          <a:cs typeface="Calibri" panose="020F0502020204030204"/>
                        </a:rPr>
                        <a:t> </a:t>
                      </a:r>
                      <a:r>
                        <a:rPr sz="1200" dirty="0">
                          <a:latin typeface="Calibri" panose="020F0502020204030204"/>
                          <a:cs typeface="Calibri" panose="020F0502020204030204"/>
                        </a:rPr>
                        <a:t>M1</a:t>
                      </a:r>
                      <a:r>
                        <a:rPr sz="1200" spc="-5" dirty="0">
                          <a:latin typeface="Calibri" panose="020F0502020204030204"/>
                          <a:cs typeface="Calibri" panose="020F0502020204030204"/>
                        </a:rPr>
                        <a:t> </a:t>
                      </a:r>
                      <a:r>
                        <a:rPr sz="1200" dirty="0">
                          <a:latin typeface="Calibri" panose="020F0502020204030204"/>
                          <a:cs typeface="Calibri" panose="020F0502020204030204"/>
                        </a:rPr>
                        <a:t>and</a:t>
                      </a:r>
                      <a:r>
                        <a:rPr sz="1200" spc="-20" dirty="0">
                          <a:latin typeface="Calibri" panose="020F0502020204030204"/>
                          <a:cs typeface="Calibri" panose="020F0502020204030204"/>
                        </a:rPr>
                        <a:t> </a:t>
                      </a:r>
                      <a:r>
                        <a:rPr sz="1200" dirty="0">
                          <a:latin typeface="Calibri" panose="020F0502020204030204"/>
                          <a:cs typeface="Calibri" panose="020F0502020204030204"/>
                        </a:rPr>
                        <a:t>Y2</a:t>
                      </a:r>
                      <a:r>
                        <a:rPr sz="1200" spc="-20" dirty="0">
                          <a:latin typeface="Calibri" panose="020F0502020204030204"/>
                          <a:cs typeface="Calibri" panose="020F0502020204030204"/>
                        </a:rPr>
                        <a:t> </a:t>
                      </a:r>
                      <a:r>
                        <a:rPr sz="1200" spc="-10" dirty="0">
                          <a:latin typeface="Calibri" panose="020F0502020204030204"/>
                          <a:cs typeface="Calibri" panose="020F0502020204030204"/>
                        </a:rPr>
                        <a:t>valid</a:t>
                      </a:r>
                      <a:endParaRPr sz="1200">
                        <a:latin typeface="Calibri" panose="020F0502020204030204"/>
                        <a:cs typeface="Calibri" panose="020F0502020204030204"/>
                      </a:endParaRPr>
                    </a:p>
                    <a:p>
                      <a:pPr marL="67945">
                        <a:lnSpc>
                          <a:spcPct val="100000"/>
                        </a:lnSpc>
                        <a:spcBef>
                          <a:spcPts val="20"/>
                        </a:spcBef>
                      </a:pPr>
                      <a:r>
                        <a:rPr sz="1200" spc="-10" dirty="0">
                          <a:latin typeface="Calibri" panose="020F0502020204030204"/>
                          <a:cs typeface="Calibri" panose="020F0502020204030204"/>
                        </a:rPr>
                        <a:t>cases</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405"/>
                        </a:lnSpc>
                      </a:pPr>
                      <a:r>
                        <a:rPr sz="1200" spc="-25" dirty="0">
                          <a:latin typeface="Calibri" panose="020F0502020204030204"/>
                          <a:cs typeface="Calibri" panose="020F0502020204030204"/>
                        </a:rPr>
                        <a:t>31</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405"/>
                        </a:lnSpc>
                      </a:pPr>
                      <a:r>
                        <a:rPr sz="1200" spc="-25" dirty="0">
                          <a:latin typeface="Calibri" panose="020F0502020204030204"/>
                          <a:cs typeface="Calibri" panose="020F0502020204030204"/>
                        </a:rPr>
                        <a:t>12</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R="98425" algn="r">
                        <a:lnSpc>
                          <a:spcPts val="1405"/>
                        </a:lnSpc>
                      </a:pPr>
                      <a:r>
                        <a:rPr sz="1200" spc="-20" dirty="0">
                          <a:latin typeface="Calibri" panose="020F0502020204030204"/>
                          <a:cs typeface="Calibri" panose="020F0502020204030204"/>
                        </a:rPr>
                        <a:t>2012</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R="236220" algn="r">
                        <a:lnSpc>
                          <a:spcPts val="1405"/>
                        </a:lnSpc>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405"/>
                        </a:lnSpc>
                      </a:pPr>
                      <a:r>
                        <a:rPr sz="1200" spc="-50" dirty="0">
                          <a:latin typeface="Calibri" panose="020F0502020204030204"/>
                          <a:cs typeface="Calibri" panose="020F0502020204030204"/>
                        </a:rPr>
                        <a:t>1</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405"/>
                        </a:lnSpc>
                      </a:pPr>
                      <a:r>
                        <a:rPr sz="1200" spc="-20" dirty="0">
                          <a:latin typeface="Calibri" panose="020F0502020204030204"/>
                          <a:cs typeface="Calibri" panose="020F0502020204030204"/>
                        </a:rPr>
                        <a:t>2013</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r h="565150">
                <a:tc>
                  <a:txBody>
                    <a:bodyPr/>
                    <a:lstStyle/>
                    <a:p>
                      <a:pPr algn="ctr">
                        <a:lnSpc>
                          <a:spcPts val="1405"/>
                        </a:lnSpc>
                      </a:pPr>
                      <a:r>
                        <a:rPr sz="1200" spc="-50" dirty="0">
                          <a:latin typeface="Calibri" panose="020F0502020204030204"/>
                          <a:cs typeface="Calibri" panose="020F0502020204030204"/>
                        </a:rPr>
                        <a:t>3</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405"/>
                        </a:lnSpc>
                      </a:pPr>
                      <a:r>
                        <a:rPr sz="1200" dirty="0">
                          <a:latin typeface="Calibri" panose="020F0502020204030204"/>
                          <a:cs typeface="Calibri" panose="020F0502020204030204"/>
                        </a:rPr>
                        <a:t>Enter</a:t>
                      </a:r>
                      <a:r>
                        <a:rPr sz="1200" spc="-10" dirty="0">
                          <a:latin typeface="Calibri" panose="020F0502020204030204"/>
                          <a:cs typeface="Calibri" panose="020F0502020204030204"/>
                        </a:rPr>
                        <a:t> </a:t>
                      </a:r>
                      <a:r>
                        <a:rPr sz="1200" dirty="0">
                          <a:latin typeface="Calibri" panose="020F0502020204030204"/>
                          <a:cs typeface="Calibri" panose="020F0502020204030204"/>
                        </a:rPr>
                        <a:t>the</a:t>
                      </a:r>
                      <a:r>
                        <a:rPr sz="1200" spc="-20" dirty="0">
                          <a:latin typeface="Calibri" panose="020F0502020204030204"/>
                          <a:cs typeface="Calibri" panose="020F0502020204030204"/>
                        </a:rPr>
                        <a:t> </a:t>
                      </a:r>
                      <a:r>
                        <a:rPr sz="1200" dirty="0">
                          <a:latin typeface="Calibri" panose="020F0502020204030204"/>
                          <a:cs typeface="Calibri" panose="020F0502020204030204"/>
                        </a:rPr>
                        <a:t>D1,</a:t>
                      </a:r>
                      <a:r>
                        <a:rPr sz="1200" spc="-20" dirty="0">
                          <a:latin typeface="Calibri" panose="020F0502020204030204"/>
                          <a:cs typeface="Calibri" panose="020F0502020204030204"/>
                        </a:rPr>
                        <a:t> </a:t>
                      </a:r>
                      <a:r>
                        <a:rPr sz="1200" dirty="0">
                          <a:latin typeface="Calibri" panose="020F0502020204030204"/>
                          <a:cs typeface="Calibri" panose="020F0502020204030204"/>
                        </a:rPr>
                        <a:t>M1</a:t>
                      </a:r>
                      <a:r>
                        <a:rPr sz="1200" spc="-5" dirty="0">
                          <a:latin typeface="Calibri" panose="020F0502020204030204"/>
                          <a:cs typeface="Calibri" panose="020F0502020204030204"/>
                        </a:rPr>
                        <a:t> </a:t>
                      </a:r>
                      <a:r>
                        <a:rPr sz="1200" dirty="0">
                          <a:latin typeface="Calibri" panose="020F0502020204030204"/>
                          <a:cs typeface="Calibri" panose="020F0502020204030204"/>
                        </a:rPr>
                        <a:t>and</a:t>
                      </a:r>
                      <a:r>
                        <a:rPr sz="1200" spc="-20" dirty="0">
                          <a:latin typeface="Calibri" panose="020F0502020204030204"/>
                          <a:cs typeface="Calibri" panose="020F0502020204030204"/>
                        </a:rPr>
                        <a:t> </a:t>
                      </a:r>
                      <a:r>
                        <a:rPr sz="1200" dirty="0">
                          <a:latin typeface="Calibri" panose="020F0502020204030204"/>
                          <a:cs typeface="Calibri" panose="020F0502020204030204"/>
                        </a:rPr>
                        <a:t>Y3</a:t>
                      </a:r>
                      <a:r>
                        <a:rPr sz="1200" spc="-20" dirty="0">
                          <a:latin typeface="Calibri" panose="020F0502020204030204"/>
                          <a:cs typeface="Calibri" panose="020F0502020204030204"/>
                        </a:rPr>
                        <a:t> </a:t>
                      </a:r>
                      <a:r>
                        <a:rPr sz="1200" spc="-10" dirty="0">
                          <a:latin typeface="Calibri" panose="020F0502020204030204"/>
                          <a:cs typeface="Calibri" panose="020F0502020204030204"/>
                        </a:rPr>
                        <a:t>valid</a:t>
                      </a:r>
                      <a:endParaRPr sz="1200">
                        <a:latin typeface="Calibri" panose="020F0502020204030204"/>
                        <a:cs typeface="Calibri" panose="020F0502020204030204"/>
                      </a:endParaRPr>
                    </a:p>
                    <a:p>
                      <a:pPr marL="67945">
                        <a:lnSpc>
                          <a:spcPct val="100000"/>
                        </a:lnSpc>
                        <a:spcBef>
                          <a:spcPts val="35"/>
                        </a:spcBef>
                      </a:pPr>
                      <a:r>
                        <a:rPr sz="1200" spc="-10" dirty="0">
                          <a:latin typeface="Calibri" panose="020F0502020204030204"/>
                          <a:cs typeface="Calibri" panose="020F0502020204030204"/>
                        </a:rPr>
                        <a:t>cases</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405"/>
                        </a:lnSpc>
                      </a:pPr>
                      <a:r>
                        <a:rPr sz="1200" spc="-25" dirty="0">
                          <a:latin typeface="Calibri" panose="020F0502020204030204"/>
                          <a:cs typeface="Calibri" panose="020F0502020204030204"/>
                        </a:rPr>
                        <a:t>31</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405"/>
                        </a:lnSpc>
                      </a:pPr>
                      <a:r>
                        <a:rPr sz="1200" spc="-25" dirty="0">
                          <a:latin typeface="Calibri" panose="020F0502020204030204"/>
                          <a:cs typeface="Calibri" panose="020F0502020204030204"/>
                        </a:rPr>
                        <a:t>12</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R="98425" algn="r">
                        <a:lnSpc>
                          <a:spcPts val="1405"/>
                        </a:lnSpc>
                      </a:pPr>
                      <a:r>
                        <a:rPr sz="1200" spc="-20" dirty="0">
                          <a:latin typeface="Calibri" panose="020F0502020204030204"/>
                          <a:cs typeface="Calibri" panose="020F0502020204030204"/>
                        </a:rPr>
                        <a:t>2013</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gridSpan="3">
                  <a:txBody>
                    <a:bodyPr/>
                    <a:lstStyle/>
                    <a:p>
                      <a:pPr marL="68580">
                        <a:lnSpc>
                          <a:spcPts val="1405"/>
                        </a:lnSpc>
                      </a:pPr>
                      <a:r>
                        <a:rPr sz="1200" dirty="0">
                          <a:latin typeface="Calibri" panose="020F0502020204030204"/>
                          <a:cs typeface="Calibri" panose="020F0502020204030204"/>
                        </a:rPr>
                        <a:t>Should</a:t>
                      </a:r>
                      <a:r>
                        <a:rPr sz="1200" spc="-25" dirty="0">
                          <a:latin typeface="Calibri" panose="020F0502020204030204"/>
                          <a:cs typeface="Calibri" panose="020F0502020204030204"/>
                        </a:rPr>
                        <a:t> </a:t>
                      </a:r>
                      <a:r>
                        <a:rPr sz="1200" dirty="0">
                          <a:latin typeface="Calibri" panose="020F0502020204030204"/>
                          <a:cs typeface="Calibri" panose="020F0502020204030204"/>
                        </a:rPr>
                        <a:t>display</a:t>
                      </a:r>
                      <a:r>
                        <a:rPr sz="1200" spc="-25" dirty="0">
                          <a:latin typeface="Calibri" panose="020F0502020204030204"/>
                          <a:cs typeface="Calibri" panose="020F0502020204030204"/>
                        </a:rPr>
                        <a:t> the</a:t>
                      </a:r>
                      <a:endParaRPr sz="1200">
                        <a:latin typeface="Calibri" panose="020F0502020204030204"/>
                        <a:cs typeface="Calibri" panose="020F0502020204030204"/>
                      </a:endParaRPr>
                    </a:p>
                    <a:p>
                      <a:pPr marL="68580" marR="117475">
                        <a:lnSpc>
                          <a:spcPct val="102000"/>
                        </a:lnSpc>
                        <a:spcBef>
                          <a:spcPts val="10"/>
                        </a:spcBef>
                      </a:pPr>
                      <a:r>
                        <a:rPr sz="1200" dirty="0">
                          <a:latin typeface="Calibri" panose="020F0502020204030204"/>
                          <a:cs typeface="Calibri" panose="020F0502020204030204"/>
                        </a:rPr>
                        <a:t>message</a:t>
                      </a:r>
                      <a:r>
                        <a:rPr sz="1200" spc="-25" dirty="0">
                          <a:latin typeface="Calibri" panose="020F0502020204030204"/>
                          <a:cs typeface="Calibri" panose="020F0502020204030204"/>
                        </a:rPr>
                        <a:t> </a:t>
                      </a:r>
                      <a:r>
                        <a:rPr sz="1200" dirty="0">
                          <a:latin typeface="Calibri" panose="020F0502020204030204"/>
                          <a:cs typeface="Calibri" panose="020F0502020204030204"/>
                        </a:rPr>
                        <a:t>Next</a:t>
                      </a:r>
                      <a:r>
                        <a:rPr sz="1200" spc="-25" dirty="0">
                          <a:latin typeface="Calibri" panose="020F0502020204030204"/>
                          <a:cs typeface="Calibri" panose="020F0502020204030204"/>
                        </a:rPr>
                        <a:t> </a:t>
                      </a:r>
                      <a:r>
                        <a:rPr sz="1200" dirty="0">
                          <a:latin typeface="Calibri" panose="020F0502020204030204"/>
                          <a:cs typeface="Calibri" panose="020F0502020204030204"/>
                        </a:rPr>
                        <a:t>is</a:t>
                      </a:r>
                      <a:r>
                        <a:rPr sz="1200" spc="-35" dirty="0">
                          <a:latin typeface="Calibri" panose="020F0502020204030204"/>
                          <a:cs typeface="Calibri" panose="020F0502020204030204"/>
                        </a:rPr>
                        <a:t> </a:t>
                      </a:r>
                      <a:r>
                        <a:rPr sz="1200" dirty="0">
                          <a:latin typeface="Calibri" panose="020F0502020204030204"/>
                          <a:cs typeface="Calibri" panose="020F0502020204030204"/>
                        </a:rPr>
                        <a:t>out</a:t>
                      </a:r>
                      <a:r>
                        <a:rPr sz="1200" spc="-25" dirty="0">
                          <a:latin typeface="Calibri" panose="020F0502020204030204"/>
                          <a:cs typeface="Calibri" panose="020F0502020204030204"/>
                        </a:rPr>
                        <a:t> of </a:t>
                      </a:r>
                      <a:r>
                        <a:rPr sz="1200" dirty="0">
                          <a:latin typeface="Calibri" panose="020F0502020204030204"/>
                          <a:cs typeface="Calibri" panose="020F0502020204030204"/>
                        </a:rPr>
                        <a:t>boundary</a:t>
                      </a:r>
                      <a:r>
                        <a:rPr sz="1200" spc="-30" dirty="0">
                          <a:latin typeface="Calibri" panose="020F0502020204030204"/>
                          <a:cs typeface="Calibri" panose="020F0502020204030204"/>
                        </a:rPr>
                        <a:t> </a:t>
                      </a:r>
                      <a:r>
                        <a:rPr sz="1200" spc="-20" dirty="0">
                          <a:latin typeface="Calibri" panose="020F0502020204030204"/>
                          <a:cs typeface="Calibri" panose="020F0502020204030204"/>
                        </a:rPr>
                        <a:t>2013</a:t>
                      </a:r>
                      <a:endParaRPr sz="1200">
                        <a:latin typeface="Calibri" panose="020F0502020204030204"/>
                        <a:cs typeface="Calibri" panose="020F05020202040302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cPr marL="0" marR="0" marT="0" marB="0"/>
                </a:tc>
                <a:tc hMerge="1">
                  <a:tcPr marL="0" marR="0" marT="0" marB="0"/>
                </a:tc>
                <a:tc gridSpan="3">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cPr marL="0" marR="0" marT="0" marB="0"/>
                </a:tc>
                <a:tc hMerge="1">
                  <a:tcPr marL="0" marR="0" marT="0" marB="0"/>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1200">
                        <a:latin typeface="Times New Roman" panose="02020603050405020304"/>
                        <a:cs typeface="Times New Roman" panose="02020603050405020304"/>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13686</Words>
  <Application>WPS Presentation</Application>
  <PresentationFormat>On-screen Show (4:3)</PresentationFormat>
  <Paragraphs>1601</Paragraphs>
  <Slides>16</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16</vt:i4>
      </vt:variant>
    </vt:vector>
  </HeadingPairs>
  <TitlesOfParts>
    <vt:vector size="28" baseType="lpstr">
      <vt:lpstr>Arial</vt:lpstr>
      <vt:lpstr>SimSun</vt:lpstr>
      <vt:lpstr>Wingdings</vt:lpstr>
      <vt:lpstr>Cambria</vt:lpstr>
      <vt:lpstr>Verdana</vt:lpstr>
      <vt:lpstr>Times New Roman</vt:lpstr>
      <vt:lpstr>Symbol</vt:lpstr>
      <vt:lpstr>Calibri</vt:lpstr>
      <vt:lpstr>Microsoft YaHei</vt:lpstr>
      <vt:lpstr>Arial Unicode MS</vt:lpstr>
      <vt:lpstr>Consolas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Lenovo</cp:lastModifiedBy>
  <cp:revision>2</cp:revision>
  <dcterms:created xsi:type="dcterms:W3CDTF">2025-11-18T04:47:41Z</dcterms:created>
  <dcterms:modified xsi:type="dcterms:W3CDTF">2025-11-18T04:53:05Z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2015-07-24T05:30:00Z</vt:filetime>
  </property>
  <property fmtid="{D5CDD505-2E9C-101B-9397-08002B2CF9AE}" pid="3" name="Creator">
    <vt:lpwstr>convertonlinefree.com</vt:lpwstr>
  </property>
  <property fmtid="{D5CDD505-2E9C-101B-9397-08002B2CF9AE}" pid="4" name="LastSaved">
    <vt:filetime>2025-11-18T05:30:00Z</vt:filetime>
  </property>
  <property fmtid="{D5CDD505-2E9C-101B-9397-08002B2CF9AE}" pid="5" name="Producer">
    <vt:lpwstr>3-Heights(TM) PDF Security Shell 4.8.25.2 (http://www.pdf-tools.com)</vt:lpwstr>
  </property>
  <property fmtid="{D5CDD505-2E9C-101B-9397-08002B2CF9AE}" pid="6" name="ICV">
    <vt:lpwstr>DD556BD5BA614A72839642B06AB3CBA4_13</vt:lpwstr>
  </property>
  <property fmtid="{D5CDD505-2E9C-101B-9397-08002B2CF9AE}" pid="7" name="KSOProductBuildVer">
    <vt:lpwstr>1033-12.2.0.23155</vt:lpwstr>
  </property>
</Properties>
</file>